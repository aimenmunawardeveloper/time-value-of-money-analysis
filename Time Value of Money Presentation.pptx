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</p:sldIdLst>
  <p:sldSz cy="5143500" cx="9144000"/>
  <p:notesSz cx="6858000" cy="9144000"/>
  <p:embeddedFontLst>
    <p:embeddedFont>
      <p:font typeface="Inter"/>
      <p:regular r:id="rId43"/>
      <p:bold r:id="rId44"/>
      <p:italic r:id="rId45"/>
      <p:boldItalic r:id="rId46"/>
    </p:embeddedFont>
    <p:embeddedFont>
      <p:font typeface="Manrope SemiBold"/>
      <p:regular r:id="rId47"/>
      <p:bold r:id="rId48"/>
    </p:embeddedFont>
    <p:embeddedFont>
      <p:font typeface="Manrope"/>
      <p:regular r:id="rId49"/>
      <p:bold r:id="rId50"/>
    </p:embeddedFont>
    <p:embeddedFont>
      <p:font typeface="Manrope Medium"/>
      <p:regular r:id="rId51"/>
      <p:bold r:id="rId5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8B9355E-9EA4-46E2-9EB2-BAF3B75FDA97}">
  <a:tblStyle styleId="{D8B9355E-9EA4-46E2-9EB2-BAF3B75FDA9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37FBCB3F-9DCB-4E94-A9EF-FC1B87420307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font" Target="fonts/Inter-bold.fntdata"/><Relationship Id="rId43" Type="http://schemas.openxmlformats.org/officeDocument/2006/relationships/font" Target="fonts/Inter-regular.fntdata"/><Relationship Id="rId46" Type="http://schemas.openxmlformats.org/officeDocument/2006/relationships/font" Target="fonts/Inter-boldItalic.fntdata"/><Relationship Id="rId45" Type="http://schemas.openxmlformats.org/officeDocument/2006/relationships/font" Target="fonts/Inter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ManropeSemiBold-bold.fntdata"/><Relationship Id="rId47" Type="http://schemas.openxmlformats.org/officeDocument/2006/relationships/font" Target="fonts/ManropeSemiBold-regular.fntdata"/><Relationship Id="rId49" Type="http://schemas.openxmlformats.org/officeDocument/2006/relationships/font" Target="fonts/Manrope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ManropeMedium-regular.fntdata"/><Relationship Id="rId50" Type="http://schemas.openxmlformats.org/officeDocument/2006/relationships/font" Target="fonts/Manrope-bold.fntdata"/><Relationship Id="rId52" Type="http://schemas.openxmlformats.org/officeDocument/2006/relationships/font" Target="fonts/ManropeMedium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3" name="Shape 1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4" name="Google Shape;1614;g22f89187e4e_0_22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5" name="Google Shape;1615;g22f89187e4e_0_22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8" name="Shape 1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9" name="Google Shape;1719;g3ae47636693_4_4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0" name="Google Shape;1720;g3ae47636693_4_4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1" name="Shape 1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2" name="Google Shape;1732;g22f89187e4e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3" name="Google Shape;1733;g22f89187e4e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7" name="Shape 1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8" name="Google Shape;1758;g13b627a129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9" name="Google Shape;1759;g13b627a129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5" name="Shape 1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6" name="Google Shape;1826;g143df0acb8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7" name="Google Shape;1827;g143df0acb8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4" name="Shape 1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5" name="Google Shape;1835;g13e1fc50fc5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6" name="Google Shape;1836;g13e1fc50fc5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6" name="Shape 1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7" name="Google Shape;1877;g131ff7c0f5b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8" name="Google Shape;1878;g131ff7c0f5b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7" name="Shape 1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8" name="Google Shape;1888;g3ae47636693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9" name="Google Shape;1889;g3ae47636693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5" name="Shape 1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6" name="Google Shape;1896;g3ae47636693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7" name="Google Shape;1897;g3ae47636693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2" name="Shape 1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3" name="Google Shape;1903;g11d0e38a952_0_3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4" name="Google Shape;1904;g11d0e38a952_0_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2" name="Shape 1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3" name="Google Shape;1923;g3ae47636693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4" name="Google Shape;1924;g3ae47636693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2" name="Shape 1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3" name="Google Shape;1943;g2373d9b03a5_0_178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4" name="Google Shape;1944;g2373d9b03a5_0_178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2" name="Shape 1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3" name="Google Shape;1973;g131ff7c0f5b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4" name="Google Shape;1974;g131ff7c0f5b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0" name="Shape 1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1" name="Google Shape;1981;g131ff7c0f5b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2" name="Google Shape;1982;g131ff7c0f5b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3" name="Shape 2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4" name="Google Shape;2014;g3ae677e100e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5" name="Google Shape;2015;g3ae677e100e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4" name="Shape 2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5" name="Google Shape;2025;g3ae677e100e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6" name="Google Shape;2026;g3ae677e100e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1" name="Shape 2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2" name="Google Shape;2032;g3ae677e100e_2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3" name="Google Shape;2033;g3ae677e100e_2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2" name="Shape 2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3" name="Google Shape;2043;g3ae677e100e_2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4" name="Google Shape;2044;g3ae677e100e_2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9" name="Shape 2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Google Shape;2050;g3ae47636693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1" name="Google Shape;2051;g3ae4763669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7" name="Shape 2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8" name="Google Shape;2118;g238dfbb53c3_0_6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9" name="Google Shape;2119;g238dfbb53c3_0_6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8" name="Shape 2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9" name="Google Shape;2159;g3ae47636693_2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0" name="Google Shape;2160;g3ae47636693_2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5" name="Shape 2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6" name="Google Shape;2166;g3ae47636693_2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7" name="Google Shape;2167;g3ae47636693_2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5" name="Shape 2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6" name="Google Shape;2196;g131ff7c0f5b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7" name="Google Shape;2197;g131ff7c0f5b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6" name="Shape 2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7" name="Google Shape;2207;g3ae47636693_2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8" name="Google Shape;2208;g3ae47636693_2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3" name="Shape 2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4" name="Google Shape;2214;g3ae47636693_1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5" name="Google Shape;2215;g3ae47636693_1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6" name="Shape 2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7" name="Google Shape;2267;g3ae47636693_1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8" name="Google Shape;2268;g3ae47636693_1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7" name="Shape 2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8" name="Google Shape;2278;g3ae47636693_1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9" name="Google Shape;2279;g3ae47636693_1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4" name="Shape 2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5" name="Google Shape;2285;g3ae47636693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6" name="Google Shape;2286;g3ae47636693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3" name="Shape 2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" name="Google Shape;2314;g3ae47636693_4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5" name="Google Shape;2315;g3ae47636693_4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6" name="Shape 2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7" name="Google Shape;2327;g3ae47636693_4_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8" name="Google Shape;2328;g3ae47636693_4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2" name="Shape 2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3" name="Google Shape;2333;g3ae47636693_4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4" name="Google Shape;2334;g3ae47636693_4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0" name="Shape 2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1" name="Google Shape;2341;g3ae47636693_4_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2" name="Google Shape;2342;g3ae47636693_4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7" name="Shape 2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8" name="Google Shape;2348;g3ae47636693_4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9" name="Google Shape;2349;g3ae47636693_4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9" name="Shape 2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0" name="Google Shape;2410;g3ae47636693_4_2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1" name="Google Shape;2411;g3ae47636693_4_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1" name="Shape 2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2" name="Google Shape;2422;g3ae47636693_4_3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3" name="Google Shape;2423;g3ae47636693_4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8" name="Shape 2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9" name="Google Shape;2429;g3ae47636693_4_3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0" name="Google Shape;2430;g3ae47636693_4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3" name="Shape 2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4" name="Google Shape;2464;g131ff7c0f5b_0_2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5" name="Google Shape;2465;g131ff7c0f5b_0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s://flaticon.com/" TargetMode="External"/><Relationship Id="rId4" Type="http://schemas.openxmlformats.org/officeDocument/2006/relationships/hyperlink" Target="https://freepik.com/" TargetMode="Externa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646675" y="1733575"/>
            <a:ext cx="4211100" cy="135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700"/>
              <a:buNone/>
              <a:defRPr sz="4200"/>
            </a:lvl1pPr>
            <a:lvl2pPr lvl="1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2pPr>
            <a:lvl3pPr lvl="2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3pPr>
            <a:lvl4pPr lvl="3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4pPr>
            <a:lvl5pPr lvl="4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5pPr>
            <a:lvl6pPr lvl="5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6pPr>
            <a:lvl7pPr lvl="6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7pPr>
            <a:lvl8pPr lvl="7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8pPr>
            <a:lvl9pPr lvl="8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646675" y="3233125"/>
            <a:ext cx="4211100" cy="3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grpSp>
        <p:nvGrpSpPr>
          <p:cNvPr id="11" name="Google Shape;11;p2"/>
          <p:cNvGrpSpPr/>
          <p:nvPr/>
        </p:nvGrpSpPr>
        <p:grpSpPr>
          <a:xfrm>
            <a:off x="-1115775" y="4467744"/>
            <a:ext cx="2577160" cy="2638569"/>
            <a:chOff x="-1115775" y="4467744"/>
            <a:chExt cx="2577160" cy="2638569"/>
          </a:xfrm>
        </p:grpSpPr>
        <p:sp>
          <p:nvSpPr>
            <p:cNvPr id="12" name="Google Shape;12;p2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3" name="Google Shape;13;p2"/>
            <p:cNvGrpSpPr/>
            <p:nvPr/>
          </p:nvGrpSpPr>
          <p:grpSpPr>
            <a:xfrm flipH="1" rot="5400000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14" name="Google Shape;14;p2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28" name="Google Shape;28;p2"/>
          <p:cNvGrpSpPr/>
          <p:nvPr/>
        </p:nvGrpSpPr>
        <p:grpSpPr>
          <a:xfrm>
            <a:off x="5985575" y="4420825"/>
            <a:ext cx="2744275" cy="2727763"/>
            <a:chOff x="5985575" y="4420825"/>
            <a:chExt cx="2744275" cy="2727763"/>
          </a:xfrm>
        </p:grpSpPr>
        <p:sp>
          <p:nvSpPr>
            <p:cNvPr id="29" name="Google Shape;29;p2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30" name="Google Shape;30;p2"/>
            <p:cNvGrpSpPr/>
            <p:nvPr/>
          </p:nvGrpSpPr>
          <p:grpSpPr>
            <a:xfrm flipH="1" rot="5400000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31" name="Google Shape;31;p2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6" name="Google Shape;36;p2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7" name="Google Shape;37;p2"/>
              <p:cNvSpPr/>
              <p:nvPr/>
            </p:nvSpPr>
            <p:spPr>
              <a:xfrm>
                <a:off x="1736066" y="1684329"/>
                <a:ext cx="1122388" cy="1100964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8" name="Google Shape;38;p2"/>
              <p:cNvSpPr/>
              <p:nvPr/>
            </p:nvSpPr>
            <p:spPr>
              <a:xfrm>
                <a:off x="1800052" y="1767251"/>
                <a:ext cx="1142033" cy="1118596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>
                <a:off x="1946313" y="1863204"/>
                <a:ext cx="1065738" cy="1068357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"/>
          <p:cNvSpPr txBox="1"/>
          <p:nvPr>
            <p:ph type="title"/>
          </p:nvPr>
        </p:nvSpPr>
        <p:spPr>
          <a:xfrm>
            <a:off x="1001225" y="2198225"/>
            <a:ext cx="2974500" cy="156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47" name="Google Shape;47;p3"/>
          <p:cNvSpPr txBox="1"/>
          <p:nvPr>
            <p:ph hasCustomPrompt="1" idx="2" type="title"/>
          </p:nvPr>
        </p:nvSpPr>
        <p:spPr>
          <a:xfrm>
            <a:off x="1001225" y="1131925"/>
            <a:ext cx="1076100" cy="100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r>
              <a:t>xx%</a:t>
            </a:r>
          </a:p>
        </p:txBody>
      </p:sp>
      <p:grpSp>
        <p:nvGrpSpPr>
          <p:cNvPr id="48" name="Google Shape;48;p3"/>
          <p:cNvGrpSpPr/>
          <p:nvPr/>
        </p:nvGrpSpPr>
        <p:grpSpPr>
          <a:xfrm>
            <a:off x="-1115775" y="4467744"/>
            <a:ext cx="2577160" cy="2638569"/>
            <a:chOff x="-1115775" y="4467744"/>
            <a:chExt cx="2577160" cy="2638569"/>
          </a:xfrm>
        </p:grpSpPr>
        <p:sp>
          <p:nvSpPr>
            <p:cNvPr id="49" name="Google Shape;49;p3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50" name="Google Shape;50;p3"/>
            <p:cNvGrpSpPr/>
            <p:nvPr/>
          </p:nvGrpSpPr>
          <p:grpSpPr>
            <a:xfrm flipH="1" rot="5400000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51" name="Google Shape;51;p3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2" name="Google Shape;52;p3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4" name="Google Shape;54;p3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5" name="Google Shape;55;p3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>
                <a:off x="1719252" y="1684329"/>
                <a:ext cx="1139072" cy="1136228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8" name="Google Shape;58;p3"/>
              <p:cNvSpPr/>
              <p:nvPr/>
            </p:nvSpPr>
            <p:spPr>
              <a:xfrm>
                <a:off x="1783238" y="1767251"/>
                <a:ext cx="1158914" cy="1162960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9" name="Google Shape;59;p3"/>
              <p:cNvSpPr/>
              <p:nvPr/>
            </p:nvSpPr>
            <p:spPr>
              <a:xfrm>
                <a:off x="1911210" y="1863204"/>
                <a:ext cx="1100907" cy="1094359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3" name="Google Shape;63;p3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4" name="Google Shape;64;p3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65" name="Google Shape;65;p3"/>
          <p:cNvGrpSpPr/>
          <p:nvPr/>
        </p:nvGrpSpPr>
        <p:grpSpPr>
          <a:xfrm flipH="1">
            <a:off x="7784993" y="4327483"/>
            <a:ext cx="2744275" cy="2727763"/>
            <a:chOff x="5985575" y="4420825"/>
            <a:chExt cx="2744275" cy="2727763"/>
          </a:xfrm>
        </p:grpSpPr>
        <p:sp>
          <p:nvSpPr>
            <p:cNvPr id="66" name="Google Shape;66;p3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67" name="Google Shape;67;p3"/>
            <p:cNvGrpSpPr/>
            <p:nvPr/>
          </p:nvGrpSpPr>
          <p:grpSpPr>
            <a:xfrm flipH="1" rot="5400000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1" name="Google Shape;71;p3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2" name="Google Shape;72;p3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1788430" y="1684323"/>
                <a:ext cx="1070060" cy="1076696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1852417" y="1767253"/>
                <a:ext cx="1089683" cy="1094328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6" name="Google Shape;76;p3"/>
              <p:cNvSpPr/>
              <p:nvPr/>
            </p:nvSpPr>
            <p:spPr>
              <a:xfrm>
                <a:off x="1998677" y="1863197"/>
                <a:ext cx="1013358" cy="1007559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7" name="Google Shape;77;p3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82" name="Google Shape;82;p3"/>
          <p:cNvGrpSpPr/>
          <p:nvPr/>
        </p:nvGrpSpPr>
        <p:grpSpPr>
          <a:xfrm>
            <a:off x="7875908" y="-2134584"/>
            <a:ext cx="2750618" cy="2741916"/>
            <a:chOff x="2724182" y="-1866850"/>
            <a:chExt cx="2750618" cy="2741916"/>
          </a:xfrm>
        </p:grpSpPr>
        <p:sp>
          <p:nvSpPr>
            <p:cNvPr id="83" name="Google Shape;83;p3"/>
            <p:cNvSpPr/>
            <p:nvPr/>
          </p:nvSpPr>
          <p:spPr>
            <a:xfrm>
              <a:off x="2822200" y="-1866850"/>
              <a:ext cx="2652600" cy="26373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84" name="Google Shape;84;p3"/>
            <p:cNvGrpSpPr/>
            <p:nvPr/>
          </p:nvGrpSpPr>
          <p:grpSpPr>
            <a:xfrm flipH="1" rot="-5400000">
              <a:off x="2724854" y="-1701422"/>
              <a:ext cx="2575817" cy="2577160"/>
              <a:chOff x="1550275" y="1493275"/>
              <a:chExt cx="1582100" cy="1582925"/>
            </a:xfrm>
          </p:grpSpPr>
          <p:sp>
            <p:nvSpPr>
              <p:cNvPr id="85" name="Google Shape;85;p3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6" name="Google Shape;86;p3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7" name="Google Shape;87;p3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8" name="Google Shape;88;p3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9" name="Google Shape;89;p3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0" name="Google Shape;90;p3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1" name="Google Shape;91;p3"/>
              <p:cNvSpPr/>
              <p:nvPr/>
            </p:nvSpPr>
            <p:spPr>
              <a:xfrm>
                <a:off x="1717240" y="1684321"/>
                <a:ext cx="1141347" cy="1151016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2" name="Google Shape;92;p3"/>
              <p:cNvSpPr/>
              <p:nvPr/>
            </p:nvSpPr>
            <p:spPr>
              <a:xfrm>
                <a:off x="1790377" y="1767255"/>
                <a:ext cx="1151707" cy="1177749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3" name="Google Shape;93;p3"/>
              <p:cNvSpPr/>
              <p:nvPr/>
            </p:nvSpPr>
            <p:spPr>
              <a:xfrm>
                <a:off x="1890925" y="1863197"/>
                <a:ext cx="1121111" cy="1136637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4" name="Google Shape;94;p3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5" name="Google Shape;95;p3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6" name="Google Shape;96;p3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7" name="Google Shape;97;p3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8" name="Google Shape;98;p3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"/>
          <p:cNvSpPr txBox="1"/>
          <p:nvPr>
            <p:ph type="title"/>
          </p:nvPr>
        </p:nvSpPr>
        <p:spPr>
          <a:xfrm>
            <a:off x="713225" y="520925"/>
            <a:ext cx="7717500" cy="7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01" name="Google Shape;101;p4"/>
          <p:cNvSpPr txBox="1"/>
          <p:nvPr>
            <p:ph idx="1" type="body"/>
          </p:nvPr>
        </p:nvSpPr>
        <p:spPr>
          <a:xfrm>
            <a:off x="1076400" y="1135575"/>
            <a:ext cx="6991200" cy="13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𑁋"/>
              <a:defRPr sz="1200"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grpSp>
        <p:nvGrpSpPr>
          <p:cNvPr id="102" name="Google Shape;102;p4"/>
          <p:cNvGrpSpPr/>
          <p:nvPr/>
        </p:nvGrpSpPr>
        <p:grpSpPr>
          <a:xfrm rot="10800000">
            <a:off x="7848403" y="-2001677"/>
            <a:ext cx="2577160" cy="2638569"/>
            <a:chOff x="-1115775" y="4467744"/>
            <a:chExt cx="2577160" cy="2638569"/>
          </a:xfrm>
        </p:grpSpPr>
        <p:sp>
          <p:nvSpPr>
            <p:cNvPr id="103" name="Google Shape;103;p4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04" name="Google Shape;104;p4"/>
            <p:cNvGrpSpPr/>
            <p:nvPr/>
          </p:nvGrpSpPr>
          <p:grpSpPr>
            <a:xfrm flipH="1" rot="5400000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105" name="Google Shape;105;p4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6" name="Google Shape;106;p4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7" name="Google Shape;107;p4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8" name="Google Shape;108;p4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9" name="Google Shape;109;p4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0" name="Google Shape;110;p4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1" name="Google Shape;111;p4"/>
              <p:cNvSpPr/>
              <p:nvPr/>
            </p:nvSpPr>
            <p:spPr>
              <a:xfrm>
                <a:off x="1710202" y="1684324"/>
                <a:ext cx="1148172" cy="1131298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2" name="Google Shape;112;p4"/>
              <p:cNvSpPr/>
              <p:nvPr/>
            </p:nvSpPr>
            <p:spPr>
              <a:xfrm>
                <a:off x="1755915" y="1767243"/>
                <a:ext cx="1186227" cy="1158031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3" name="Google Shape;113;p4"/>
              <p:cNvSpPr/>
              <p:nvPr/>
            </p:nvSpPr>
            <p:spPr>
              <a:xfrm>
                <a:off x="1883883" y="1863199"/>
                <a:ext cx="1128219" cy="1116995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4" name="Google Shape;114;p4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5" name="Google Shape;115;p4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6" name="Google Shape;116;p4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7" name="Google Shape;117;p4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8" name="Google Shape;118;p4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19" name="Google Shape;119;p4"/>
          <p:cNvGrpSpPr/>
          <p:nvPr/>
        </p:nvGrpSpPr>
        <p:grpSpPr>
          <a:xfrm flipH="1" rot="10800000">
            <a:off x="-1281563" y="-2090871"/>
            <a:ext cx="2744275" cy="2727763"/>
            <a:chOff x="5985575" y="4420825"/>
            <a:chExt cx="2744275" cy="2727763"/>
          </a:xfrm>
        </p:grpSpPr>
        <p:sp>
          <p:nvSpPr>
            <p:cNvPr id="120" name="Google Shape;120;p4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21" name="Google Shape;121;p4"/>
            <p:cNvGrpSpPr/>
            <p:nvPr/>
          </p:nvGrpSpPr>
          <p:grpSpPr>
            <a:xfrm flipH="1" rot="5400000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122" name="Google Shape;122;p4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3" name="Google Shape;123;p4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4" name="Google Shape;124;p4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5" name="Google Shape;125;p4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6" name="Google Shape;126;p4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7" name="Google Shape;127;p4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8" name="Google Shape;128;p4"/>
              <p:cNvSpPr/>
              <p:nvPr/>
            </p:nvSpPr>
            <p:spPr>
              <a:xfrm>
                <a:off x="1710155" y="1684324"/>
                <a:ext cx="1148172" cy="1144001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9" name="Google Shape;129;p4"/>
              <p:cNvSpPr/>
              <p:nvPr/>
            </p:nvSpPr>
            <p:spPr>
              <a:xfrm>
                <a:off x="1819833" y="1767246"/>
                <a:ext cx="1122307" cy="1143432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0" name="Google Shape;130;p4"/>
              <p:cNvSpPr/>
              <p:nvPr/>
            </p:nvSpPr>
            <p:spPr>
              <a:xfrm>
                <a:off x="1929532" y="1863199"/>
                <a:ext cx="1082574" cy="1093237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1" name="Google Shape;131;p4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2" name="Google Shape;132;p4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3" name="Google Shape;133;p4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4" name="Google Shape;134;p4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5" name="Google Shape;135;p4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"/>
          <p:cNvSpPr txBox="1"/>
          <p:nvPr>
            <p:ph type="title"/>
          </p:nvPr>
        </p:nvSpPr>
        <p:spPr>
          <a:xfrm>
            <a:off x="713225" y="520925"/>
            <a:ext cx="7717500" cy="7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38" name="Google Shape;138;p5"/>
          <p:cNvSpPr txBox="1"/>
          <p:nvPr>
            <p:ph idx="1" type="subTitle"/>
          </p:nvPr>
        </p:nvSpPr>
        <p:spPr>
          <a:xfrm>
            <a:off x="1348875" y="3244753"/>
            <a:ext cx="2606700" cy="7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9" name="Google Shape;139;p5"/>
          <p:cNvSpPr txBox="1"/>
          <p:nvPr>
            <p:ph idx="2" type="subTitle"/>
          </p:nvPr>
        </p:nvSpPr>
        <p:spPr>
          <a:xfrm>
            <a:off x="1348875" y="2812600"/>
            <a:ext cx="2606700" cy="51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200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140" name="Google Shape;140;p5"/>
          <p:cNvSpPr txBox="1"/>
          <p:nvPr>
            <p:ph idx="3" type="subTitle"/>
          </p:nvPr>
        </p:nvSpPr>
        <p:spPr>
          <a:xfrm>
            <a:off x="5188425" y="3244753"/>
            <a:ext cx="2606700" cy="7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41" name="Google Shape;141;p5"/>
          <p:cNvSpPr txBox="1"/>
          <p:nvPr>
            <p:ph idx="4" type="subTitle"/>
          </p:nvPr>
        </p:nvSpPr>
        <p:spPr>
          <a:xfrm>
            <a:off x="5188425" y="2812600"/>
            <a:ext cx="2606700" cy="51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200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grpSp>
        <p:nvGrpSpPr>
          <p:cNvPr id="142" name="Google Shape;142;p5"/>
          <p:cNvGrpSpPr/>
          <p:nvPr/>
        </p:nvGrpSpPr>
        <p:grpSpPr>
          <a:xfrm>
            <a:off x="-1550552" y="4335503"/>
            <a:ext cx="2750618" cy="2741916"/>
            <a:chOff x="2724182" y="-1866850"/>
            <a:chExt cx="2750618" cy="2741916"/>
          </a:xfrm>
        </p:grpSpPr>
        <p:sp>
          <p:nvSpPr>
            <p:cNvPr id="143" name="Google Shape;143;p5"/>
            <p:cNvSpPr/>
            <p:nvPr/>
          </p:nvSpPr>
          <p:spPr>
            <a:xfrm>
              <a:off x="2822200" y="-1866850"/>
              <a:ext cx="2652600" cy="26373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44" name="Google Shape;144;p5"/>
            <p:cNvGrpSpPr/>
            <p:nvPr/>
          </p:nvGrpSpPr>
          <p:grpSpPr>
            <a:xfrm flipH="1" rot="-5400000">
              <a:off x="2724854" y="-1701422"/>
              <a:ext cx="2575817" cy="2577160"/>
              <a:chOff x="1550275" y="1493275"/>
              <a:chExt cx="1582100" cy="1582925"/>
            </a:xfrm>
          </p:grpSpPr>
          <p:sp>
            <p:nvSpPr>
              <p:cNvPr id="145" name="Google Shape;145;p5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6" name="Google Shape;146;p5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7" name="Google Shape;147;p5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8" name="Google Shape;148;p5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9" name="Google Shape;149;p5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0" name="Google Shape;150;p5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1" name="Google Shape;151;p5"/>
              <p:cNvSpPr/>
              <p:nvPr/>
            </p:nvSpPr>
            <p:spPr>
              <a:xfrm>
                <a:off x="1735631" y="1684323"/>
                <a:ext cx="1122767" cy="1115752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2" name="Google Shape;152;p5"/>
              <p:cNvSpPr/>
              <p:nvPr/>
            </p:nvSpPr>
            <p:spPr>
              <a:xfrm>
                <a:off x="1804016" y="1767249"/>
                <a:ext cx="1138050" cy="1120681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3" name="Google Shape;153;p5"/>
              <p:cNvSpPr/>
              <p:nvPr/>
            </p:nvSpPr>
            <p:spPr>
              <a:xfrm>
                <a:off x="1891023" y="1863197"/>
                <a:ext cx="1121111" cy="1119801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4" name="Google Shape;154;p5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5" name="Google Shape;155;p5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6" name="Google Shape;156;p5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7" name="Google Shape;157;p5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8" name="Google Shape;158;p5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59" name="Google Shape;159;p5"/>
          <p:cNvGrpSpPr/>
          <p:nvPr/>
        </p:nvGrpSpPr>
        <p:grpSpPr>
          <a:xfrm rot="-5400000">
            <a:off x="-1635677" y="-2138934"/>
            <a:ext cx="2750618" cy="2741916"/>
            <a:chOff x="2724182" y="-1866850"/>
            <a:chExt cx="2750618" cy="2741916"/>
          </a:xfrm>
        </p:grpSpPr>
        <p:sp>
          <p:nvSpPr>
            <p:cNvPr id="160" name="Google Shape;160;p5"/>
            <p:cNvSpPr/>
            <p:nvPr/>
          </p:nvSpPr>
          <p:spPr>
            <a:xfrm>
              <a:off x="2822200" y="-1866850"/>
              <a:ext cx="2652600" cy="26373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61" name="Google Shape;161;p5"/>
            <p:cNvGrpSpPr/>
            <p:nvPr/>
          </p:nvGrpSpPr>
          <p:grpSpPr>
            <a:xfrm flipH="1" rot="-5400000">
              <a:off x="2724854" y="-1701422"/>
              <a:ext cx="2575817" cy="2577160"/>
              <a:chOff x="1550275" y="1493275"/>
              <a:chExt cx="1582100" cy="1582925"/>
            </a:xfrm>
          </p:grpSpPr>
          <p:sp>
            <p:nvSpPr>
              <p:cNvPr id="162" name="Google Shape;162;p5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3" name="Google Shape;163;p5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4" name="Google Shape;164;p5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5" name="Google Shape;165;p5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6" name="Google Shape;166;p5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7" name="Google Shape;167;p5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8" name="Google Shape;168;p5"/>
              <p:cNvSpPr/>
              <p:nvPr/>
            </p:nvSpPr>
            <p:spPr>
              <a:xfrm>
                <a:off x="1735631" y="1684323"/>
                <a:ext cx="1122767" cy="1115752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9" name="Google Shape;169;p5"/>
              <p:cNvSpPr/>
              <p:nvPr/>
            </p:nvSpPr>
            <p:spPr>
              <a:xfrm>
                <a:off x="1804016" y="1767249"/>
                <a:ext cx="1138050" cy="1120681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70" name="Google Shape;170;p5"/>
              <p:cNvSpPr/>
              <p:nvPr/>
            </p:nvSpPr>
            <p:spPr>
              <a:xfrm>
                <a:off x="1891023" y="1863197"/>
                <a:ext cx="1121111" cy="1119801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71" name="Google Shape;171;p5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72" name="Google Shape;172;p5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73" name="Google Shape;173;p5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74" name="Google Shape;174;p5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75" name="Google Shape;175;p5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76" name="Google Shape;176;p5"/>
          <p:cNvGrpSpPr/>
          <p:nvPr/>
        </p:nvGrpSpPr>
        <p:grpSpPr>
          <a:xfrm flipH="1">
            <a:off x="7525125" y="4466980"/>
            <a:ext cx="2577160" cy="2638569"/>
            <a:chOff x="-1115775" y="4467744"/>
            <a:chExt cx="2577160" cy="2638569"/>
          </a:xfrm>
        </p:grpSpPr>
        <p:sp>
          <p:nvSpPr>
            <p:cNvPr id="177" name="Google Shape;177;p5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78" name="Google Shape;178;p5"/>
            <p:cNvGrpSpPr/>
            <p:nvPr/>
          </p:nvGrpSpPr>
          <p:grpSpPr>
            <a:xfrm flipH="1" rot="5400000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179" name="Google Shape;179;p5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80" name="Google Shape;180;p5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81" name="Google Shape;181;p5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82" name="Google Shape;182;p5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83" name="Google Shape;183;p5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84" name="Google Shape;184;p5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85" name="Google Shape;185;p5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86" name="Google Shape;186;p5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87" name="Google Shape;187;p5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88" name="Google Shape;188;p5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89" name="Google Shape;189;p5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90" name="Google Shape;190;p5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91" name="Google Shape;191;p5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92" name="Google Shape;192;p5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6"/>
          <p:cNvSpPr txBox="1"/>
          <p:nvPr>
            <p:ph type="title"/>
          </p:nvPr>
        </p:nvSpPr>
        <p:spPr>
          <a:xfrm>
            <a:off x="713225" y="520925"/>
            <a:ext cx="7717500" cy="7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grpSp>
        <p:nvGrpSpPr>
          <p:cNvPr id="195" name="Google Shape;195;p6"/>
          <p:cNvGrpSpPr/>
          <p:nvPr/>
        </p:nvGrpSpPr>
        <p:grpSpPr>
          <a:xfrm rot="10800000">
            <a:off x="7926802" y="-1940307"/>
            <a:ext cx="2577160" cy="2638569"/>
            <a:chOff x="-1115775" y="4467744"/>
            <a:chExt cx="2577160" cy="2638569"/>
          </a:xfrm>
        </p:grpSpPr>
        <p:sp>
          <p:nvSpPr>
            <p:cNvPr id="196" name="Google Shape;196;p6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97" name="Google Shape;197;p6"/>
            <p:cNvGrpSpPr/>
            <p:nvPr/>
          </p:nvGrpSpPr>
          <p:grpSpPr>
            <a:xfrm flipH="1" rot="5400000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198" name="Google Shape;198;p6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99" name="Google Shape;199;p6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0" name="Google Shape;200;p6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1" name="Google Shape;201;p6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2" name="Google Shape;202;p6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3" name="Google Shape;203;p6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4" name="Google Shape;204;p6"/>
              <p:cNvSpPr/>
              <p:nvPr/>
            </p:nvSpPr>
            <p:spPr>
              <a:xfrm>
                <a:off x="1709084" y="1684325"/>
                <a:ext cx="1149310" cy="1165425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5" name="Google Shape;205;p6"/>
              <p:cNvSpPr/>
              <p:nvPr/>
            </p:nvSpPr>
            <p:spPr>
              <a:xfrm>
                <a:off x="1773071" y="1767246"/>
                <a:ext cx="1169157" cy="1173957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6" name="Google Shape;206;p6"/>
              <p:cNvSpPr/>
              <p:nvPr/>
            </p:nvSpPr>
            <p:spPr>
              <a:xfrm>
                <a:off x="1873618" y="1863199"/>
                <a:ext cx="1138508" cy="1123542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7" name="Google Shape;207;p6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8" name="Google Shape;208;p6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9" name="Google Shape;209;p6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0" name="Google Shape;210;p6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1" name="Google Shape;211;p6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212" name="Google Shape;212;p6"/>
          <p:cNvGrpSpPr/>
          <p:nvPr/>
        </p:nvGrpSpPr>
        <p:grpSpPr>
          <a:xfrm>
            <a:off x="-1338809" y="4341075"/>
            <a:ext cx="2750618" cy="2741916"/>
            <a:chOff x="2724182" y="-1866850"/>
            <a:chExt cx="2750618" cy="2741916"/>
          </a:xfrm>
        </p:grpSpPr>
        <p:sp>
          <p:nvSpPr>
            <p:cNvPr id="213" name="Google Shape;213;p6"/>
            <p:cNvSpPr/>
            <p:nvPr/>
          </p:nvSpPr>
          <p:spPr>
            <a:xfrm>
              <a:off x="2822200" y="-1866850"/>
              <a:ext cx="2652600" cy="26373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214" name="Google Shape;214;p6"/>
            <p:cNvGrpSpPr/>
            <p:nvPr/>
          </p:nvGrpSpPr>
          <p:grpSpPr>
            <a:xfrm flipH="1" rot="-5400000">
              <a:off x="2724854" y="-1701422"/>
              <a:ext cx="2575817" cy="2577160"/>
              <a:chOff x="1550275" y="1493275"/>
              <a:chExt cx="1582100" cy="1582925"/>
            </a:xfrm>
          </p:grpSpPr>
          <p:sp>
            <p:nvSpPr>
              <p:cNvPr id="215" name="Google Shape;215;p6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6" name="Google Shape;216;p6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7" name="Google Shape;217;p6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8" name="Google Shape;218;p6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9" name="Google Shape;219;p6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0" name="Google Shape;220;p6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1" name="Google Shape;221;p6"/>
              <p:cNvSpPr/>
              <p:nvPr/>
            </p:nvSpPr>
            <p:spPr>
              <a:xfrm>
                <a:off x="1735631" y="1684323"/>
                <a:ext cx="1122767" cy="1115752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2" name="Google Shape;222;p6"/>
              <p:cNvSpPr/>
              <p:nvPr/>
            </p:nvSpPr>
            <p:spPr>
              <a:xfrm>
                <a:off x="1781330" y="1767253"/>
                <a:ext cx="1160811" cy="1151585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3" name="Google Shape;223;p6"/>
              <p:cNvSpPr/>
              <p:nvPr/>
            </p:nvSpPr>
            <p:spPr>
              <a:xfrm>
                <a:off x="1891023" y="1863197"/>
                <a:ext cx="1121111" cy="1119801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4" name="Google Shape;224;p6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5" name="Google Shape;225;p6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6" name="Google Shape;226;p6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7" name="Google Shape;227;p6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8" name="Google Shape;228;p6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7"/>
          <p:cNvSpPr txBox="1"/>
          <p:nvPr>
            <p:ph type="title"/>
          </p:nvPr>
        </p:nvSpPr>
        <p:spPr>
          <a:xfrm>
            <a:off x="770463" y="1150300"/>
            <a:ext cx="3186600" cy="159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31" name="Google Shape;231;p7"/>
          <p:cNvSpPr txBox="1"/>
          <p:nvPr>
            <p:ph idx="1" type="subTitle"/>
          </p:nvPr>
        </p:nvSpPr>
        <p:spPr>
          <a:xfrm>
            <a:off x="770463" y="2936600"/>
            <a:ext cx="3186600" cy="10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2" name="Google Shape;232;p7"/>
          <p:cNvSpPr/>
          <p:nvPr>
            <p:ph idx="2" type="pic"/>
          </p:nvPr>
        </p:nvSpPr>
        <p:spPr>
          <a:xfrm>
            <a:off x="4691300" y="681676"/>
            <a:ext cx="3780300" cy="3780300"/>
          </a:xfrm>
          <a:prstGeom prst="ellipse">
            <a:avLst/>
          </a:prstGeom>
          <a:noFill/>
          <a:ln>
            <a:noFill/>
          </a:ln>
        </p:spPr>
      </p:sp>
      <p:grpSp>
        <p:nvGrpSpPr>
          <p:cNvPr id="233" name="Google Shape;233;p7"/>
          <p:cNvGrpSpPr/>
          <p:nvPr/>
        </p:nvGrpSpPr>
        <p:grpSpPr>
          <a:xfrm flipH="1" rot="10800000">
            <a:off x="2327820" y="4608565"/>
            <a:ext cx="2750618" cy="2741916"/>
            <a:chOff x="2724182" y="-1866850"/>
            <a:chExt cx="2750618" cy="2741916"/>
          </a:xfrm>
        </p:grpSpPr>
        <p:sp>
          <p:nvSpPr>
            <p:cNvPr id="234" name="Google Shape;234;p7"/>
            <p:cNvSpPr/>
            <p:nvPr/>
          </p:nvSpPr>
          <p:spPr>
            <a:xfrm>
              <a:off x="2822200" y="-1866850"/>
              <a:ext cx="2652600" cy="26373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235" name="Google Shape;235;p7"/>
            <p:cNvGrpSpPr/>
            <p:nvPr/>
          </p:nvGrpSpPr>
          <p:grpSpPr>
            <a:xfrm flipH="1" rot="-5400000">
              <a:off x="2724854" y="-1701422"/>
              <a:ext cx="2575817" cy="2577160"/>
              <a:chOff x="1550275" y="1493275"/>
              <a:chExt cx="1582100" cy="1582925"/>
            </a:xfrm>
          </p:grpSpPr>
          <p:sp>
            <p:nvSpPr>
              <p:cNvPr id="236" name="Google Shape;236;p7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7" name="Google Shape;237;p7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8" name="Google Shape;238;p7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9" name="Google Shape;239;p7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0" name="Google Shape;240;p7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1" name="Google Shape;241;p7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2" name="Google Shape;242;p7"/>
              <p:cNvSpPr/>
              <p:nvPr/>
            </p:nvSpPr>
            <p:spPr>
              <a:xfrm>
                <a:off x="1748916" y="1684327"/>
                <a:ext cx="1109495" cy="1112339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3" name="Google Shape;243;p7"/>
              <p:cNvSpPr/>
              <p:nvPr/>
            </p:nvSpPr>
            <p:spPr>
              <a:xfrm>
                <a:off x="1831191" y="1767249"/>
                <a:ext cx="1110926" cy="1111770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4" name="Google Shape;244;p7"/>
              <p:cNvSpPr/>
              <p:nvPr/>
            </p:nvSpPr>
            <p:spPr>
              <a:xfrm>
                <a:off x="1922602" y="1863202"/>
                <a:ext cx="1089496" cy="1088934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5" name="Google Shape;245;p7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6" name="Google Shape;246;p7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7" name="Google Shape;247;p7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8" name="Google Shape;248;p7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9" name="Google Shape;249;p7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250" name="Google Shape;250;p7"/>
          <p:cNvGrpSpPr/>
          <p:nvPr/>
        </p:nvGrpSpPr>
        <p:grpSpPr>
          <a:xfrm flipH="1" rot="10800000">
            <a:off x="-1258174" y="-1940307"/>
            <a:ext cx="2577160" cy="2638569"/>
            <a:chOff x="-1115775" y="4467744"/>
            <a:chExt cx="2577160" cy="2638569"/>
          </a:xfrm>
        </p:grpSpPr>
        <p:sp>
          <p:nvSpPr>
            <p:cNvPr id="251" name="Google Shape;251;p7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252" name="Google Shape;252;p7"/>
            <p:cNvGrpSpPr/>
            <p:nvPr/>
          </p:nvGrpSpPr>
          <p:grpSpPr>
            <a:xfrm flipH="1" rot="5400000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253" name="Google Shape;253;p7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4" name="Google Shape;254;p7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5" name="Google Shape;255;p7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6" name="Google Shape;256;p7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7" name="Google Shape;257;p7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8" name="Google Shape;258;p7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9" name="Google Shape;259;p7"/>
              <p:cNvSpPr/>
              <p:nvPr/>
            </p:nvSpPr>
            <p:spPr>
              <a:xfrm>
                <a:off x="1718221" y="1684321"/>
                <a:ext cx="1140209" cy="1112718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0" name="Google Shape;260;p7"/>
              <p:cNvSpPr/>
              <p:nvPr/>
            </p:nvSpPr>
            <p:spPr>
              <a:xfrm>
                <a:off x="1763934" y="1767251"/>
                <a:ext cx="1178261" cy="1148551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1" name="Google Shape;261;p7"/>
              <p:cNvSpPr/>
              <p:nvPr/>
            </p:nvSpPr>
            <p:spPr>
              <a:xfrm>
                <a:off x="1928468" y="1863204"/>
                <a:ext cx="1083509" cy="1098288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2" name="Google Shape;262;p7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3" name="Google Shape;263;p7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4" name="Google Shape;264;p7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5" name="Google Shape;265;p7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6" name="Google Shape;266;p7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267" name="Google Shape;267;p7"/>
          <p:cNvGrpSpPr/>
          <p:nvPr/>
        </p:nvGrpSpPr>
        <p:grpSpPr>
          <a:xfrm rot="10800000">
            <a:off x="7657899" y="-1982582"/>
            <a:ext cx="2744275" cy="2727763"/>
            <a:chOff x="5985575" y="4420825"/>
            <a:chExt cx="2744275" cy="2727763"/>
          </a:xfrm>
        </p:grpSpPr>
        <p:sp>
          <p:nvSpPr>
            <p:cNvPr id="268" name="Google Shape;268;p7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269" name="Google Shape;269;p7"/>
            <p:cNvGrpSpPr/>
            <p:nvPr/>
          </p:nvGrpSpPr>
          <p:grpSpPr>
            <a:xfrm flipH="1" rot="5400000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270" name="Google Shape;270;p7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71" name="Google Shape;271;p7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72" name="Google Shape;272;p7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73" name="Google Shape;273;p7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74" name="Google Shape;274;p7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75" name="Google Shape;275;p7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76" name="Google Shape;276;p7"/>
              <p:cNvSpPr/>
              <p:nvPr/>
            </p:nvSpPr>
            <p:spPr>
              <a:xfrm>
                <a:off x="1716762" y="1684320"/>
                <a:ext cx="1141726" cy="1127317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77" name="Google Shape;277;p7"/>
              <p:cNvSpPr/>
              <p:nvPr/>
            </p:nvSpPr>
            <p:spPr>
              <a:xfrm>
                <a:off x="1789900" y="1767251"/>
                <a:ext cx="1152276" cy="1126748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78" name="Google Shape;278;p7"/>
              <p:cNvSpPr/>
              <p:nvPr/>
            </p:nvSpPr>
            <p:spPr>
              <a:xfrm>
                <a:off x="1881311" y="1863204"/>
                <a:ext cx="1130651" cy="1122046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79" name="Google Shape;279;p7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80" name="Google Shape;280;p7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81" name="Google Shape;281;p7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82" name="Google Shape;282;p7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83" name="Google Shape;283;p7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8"/>
          <p:cNvSpPr txBox="1"/>
          <p:nvPr>
            <p:ph type="title"/>
          </p:nvPr>
        </p:nvSpPr>
        <p:spPr>
          <a:xfrm>
            <a:off x="1972800" y="1411500"/>
            <a:ext cx="5198400" cy="203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grpSp>
        <p:nvGrpSpPr>
          <p:cNvPr id="286" name="Google Shape;286;p8"/>
          <p:cNvGrpSpPr/>
          <p:nvPr/>
        </p:nvGrpSpPr>
        <p:grpSpPr>
          <a:xfrm flipH="1" rot="10800000">
            <a:off x="-1622233" y="-1866409"/>
            <a:ext cx="2744275" cy="2727763"/>
            <a:chOff x="5985575" y="4420825"/>
            <a:chExt cx="2744275" cy="2727763"/>
          </a:xfrm>
        </p:grpSpPr>
        <p:sp>
          <p:nvSpPr>
            <p:cNvPr id="287" name="Google Shape;287;p8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288" name="Google Shape;288;p8"/>
            <p:cNvGrpSpPr/>
            <p:nvPr/>
          </p:nvGrpSpPr>
          <p:grpSpPr>
            <a:xfrm flipH="1" rot="5400000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289" name="Google Shape;289;p8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90" name="Google Shape;290;p8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91" name="Google Shape;291;p8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92" name="Google Shape;292;p8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93" name="Google Shape;293;p8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94" name="Google Shape;294;p8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95" name="Google Shape;295;p8"/>
              <p:cNvSpPr/>
              <p:nvPr/>
            </p:nvSpPr>
            <p:spPr>
              <a:xfrm>
                <a:off x="1700256" y="1684326"/>
                <a:ext cx="1158221" cy="1117648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96" name="Google Shape;296;p8"/>
              <p:cNvSpPr/>
              <p:nvPr/>
            </p:nvSpPr>
            <p:spPr>
              <a:xfrm>
                <a:off x="1791667" y="1767247"/>
                <a:ext cx="1150569" cy="1135280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97" name="Google Shape;297;p8"/>
              <p:cNvSpPr/>
              <p:nvPr/>
            </p:nvSpPr>
            <p:spPr>
              <a:xfrm>
                <a:off x="1937927" y="1863201"/>
                <a:ext cx="1074156" cy="1085006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98" name="Google Shape;298;p8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99" name="Google Shape;299;p8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00" name="Google Shape;300;p8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01" name="Google Shape;301;p8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02" name="Google Shape;302;p8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303" name="Google Shape;303;p8"/>
          <p:cNvGrpSpPr/>
          <p:nvPr/>
        </p:nvGrpSpPr>
        <p:grpSpPr>
          <a:xfrm>
            <a:off x="8006698" y="-2032508"/>
            <a:ext cx="2750618" cy="2741916"/>
            <a:chOff x="2724182" y="-1866850"/>
            <a:chExt cx="2750618" cy="2741916"/>
          </a:xfrm>
        </p:grpSpPr>
        <p:sp>
          <p:nvSpPr>
            <p:cNvPr id="304" name="Google Shape;304;p8"/>
            <p:cNvSpPr/>
            <p:nvPr/>
          </p:nvSpPr>
          <p:spPr>
            <a:xfrm>
              <a:off x="2822200" y="-1866850"/>
              <a:ext cx="2652600" cy="26373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305" name="Google Shape;305;p8"/>
            <p:cNvGrpSpPr/>
            <p:nvPr/>
          </p:nvGrpSpPr>
          <p:grpSpPr>
            <a:xfrm flipH="1" rot="-5400000">
              <a:off x="2724854" y="-1701422"/>
              <a:ext cx="2575817" cy="2577160"/>
              <a:chOff x="1550275" y="1493275"/>
              <a:chExt cx="1582100" cy="1582925"/>
            </a:xfrm>
          </p:grpSpPr>
          <p:sp>
            <p:nvSpPr>
              <p:cNvPr id="306" name="Google Shape;306;p8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07" name="Google Shape;307;p8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08" name="Google Shape;308;p8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09" name="Google Shape;309;p8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10" name="Google Shape;310;p8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11" name="Google Shape;311;p8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12" name="Google Shape;312;p8"/>
              <p:cNvSpPr/>
              <p:nvPr/>
            </p:nvSpPr>
            <p:spPr>
              <a:xfrm>
                <a:off x="1718544" y="1684326"/>
                <a:ext cx="1139830" cy="1125421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13" name="Google Shape;313;p8"/>
              <p:cNvSpPr/>
              <p:nvPr/>
            </p:nvSpPr>
            <p:spPr>
              <a:xfrm>
                <a:off x="1800803" y="1767246"/>
                <a:ext cx="1141274" cy="1143053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14" name="Google Shape;314;p8"/>
              <p:cNvSpPr/>
              <p:nvPr/>
            </p:nvSpPr>
            <p:spPr>
              <a:xfrm>
                <a:off x="1883078" y="1863201"/>
                <a:ext cx="1128967" cy="1138508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15" name="Google Shape;315;p8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16" name="Google Shape;316;p8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17" name="Google Shape;317;p8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18" name="Google Shape;318;p8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19" name="Google Shape;319;p8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320" name="Google Shape;320;p8"/>
          <p:cNvGrpSpPr/>
          <p:nvPr/>
        </p:nvGrpSpPr>
        <p:grpSpPr>
          <a:xfrm flipH="1">
            <a:off x="7450711" y="4541394"/>
            <a:ext cx="2577160" cy="2638569"/>
            <a:chOff x="-1115775" y="4467744"/>
            <a:chExt cx="2577160" cy="2638569"/>
          </a:xfrm>
        </p:grpSpPr>
        <p:sp>
          <p:nvSpPr>
            <p:cNvPr id="321" name="Google Shape;321;p8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322" name="Google Shape;322;p8"/>
            <p:cNvGrpSpPr/>
            <p:nvPr/>
          </p:nvGrpSpPr>
          <p:grpSpPr>
            <a:xfrm flipH="1" rot="5400000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323" name="Google Shape;323;p8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24" name="Google Shape;324;p8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25" name="Google Shape;325;p8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26" name="Google Shape;326;p8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27" name="Google Shape;327;p8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28" name="Google Shape;328;p8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29" name="Google Shape;329;p8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30" name="Google Shape;330;p8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31" name="Google Shape;331;p8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32" name="Google Shape;332;p8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33" name="Google Shape;333;p8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34" name="Google Shape;334;p8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35" name="Google Shape;335;p8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36" name="Google Shape;336;p8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337" name="Google Shape;337;p8"/>
          <p:cNvGrpSpPr/>
          <p:nvPr/>
        </p:nvGrpSpPr>
        <p:grpSpPr>
          <a:xfrm>
            <a:off x="-933564" y="4541394"/>
            <a:ext cx="2577160" cy="2638569"/>
            <a:chOff x="-1115775" y="4467744"/>
            <a:chExt cx="2577160" cy="2638569"/>
          </a:xfrm>
        </p:grpSpPr>
        <p:sp>
          <p:nvSpPr>
            <p:cNvPr id="338" name="Google Shape;338;p8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339" name="Google Shape;339;p8"/>
            <p:cNvGrpSpPr/>
            <p:nvPr/>
          </p:nvGrpSpPr>
          <p:grpSpPr>
            <a:xfrm flipH="1" rot="5400000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340" name="Google Shape;340;p8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41" name="Google Shape;341;p8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42" name="Google Shape;342;p8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43" name="Google Shape;343;p8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44" name="Google Shape;344;p8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45" name="Google Shape;345;p8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46" name="Google Shape;346;p8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47" name="Google Shape;347;p8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48" name="Google Shape;348;p8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49" name="Google Shape;349;p8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50" name="Google Shape;350;p8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51" name="Google Shape;351;p8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52" name="Google Shape;352;p8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53" name="Google Shape;353;p8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9"/>
          <p:cNvSpPr txBox="1"/>
          <p:nvPr>
            <p:ph type="title"/>
          </p:nvPr>
        </p:nvSpPr>
        <p:spPr>
          <a:xfrm>
            <a:off x="4276925" y="1364150"/>
            <a:ext cx="4153800" cy="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4000"/>
            </a:lvl1pPr>
            <a:lvl2pPr lvl="1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356" name="Google Shape;356;p9"/>
          <p:cNvSpPr txBox="1"/>
          <p:nvPr>
            <p:ph idx="1" type="subTitle"/>
          </p:nvPr>
        </p:nvSpPr>
        <p:spPr>
          <a:xfrm>
            <a:off x="4276925" y="2305368"/>
            <a:ext cx="4153800" cy="141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grpSp>
        <p:nvGrpSpPr>
          <p:cNvPr id="357" name="Google Shape;357;p9"/>
          <p:cNvGrpSpPr/>
          <p:nvPr/>
        </p:nvGrpSpPr>
        <p:grpSpPr>
          <a:xfrm flipH="1" rot="5400000">
            <a:off x="7816695" y="-1934597"/>
            <a:ext cx="2661273" cy="2575817"/>
            <a:chOff x="-1199887" y="4530496"/>
            <a:chExt cx="2661273" cy="2575817"/>
          </a:xfrm>
        </p:grpSpPr>
        <p:sp>
          <p:nvSpPr>
            <p:cNvPr id="358" name="Google Shape;358;p9"/>
            <p:cNvSpPr/>
            <p:nvPr/>
          </p:nvSpPr>
          <p:spPr>
            <a:xfrm>
              <a:off x="-1199887" y="4720752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359" name="Google Shape;359;p9"/>
            <p:cNvGrpSpPr/>
            <p:nvPr/>
          </p:nvGrpSpPr>
          <p:grpSpPr>
            <a:xfrm flipH="1" rot="5400000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360" name="Google Shape;360;p9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61" name="Google Shape;361;p9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62" name="Google Shape;362;p9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63" name="Google Shape;363;p9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64" name="Google Shape;364;p9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65" name="Google Shape;365;p9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66" name="Google Shape;366;p9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67" name="Google Shape;367;p9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68" name="Google Shape;368;p9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69" name="Google Shape;369;p9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70" name="Google Shape;370;p9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71" name="Google Shape;371;p9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72" name="Google Shape;372;p9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73" name="Google Shape;373;p9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374" name="Google Shape;374;p9"/>
          <p:cNvGrpSpPr/>
          <p:nvPr/>
        </p:nvGrpSpPr>
        <p:grpSpPr>
          <a:xfrm rot="5400000">
            <a:off x="-1249530" y="-1985919"/>
            <a:ext cx="2750618" cy="2741916"/>
            <a:chOff x="2724182" y="-1866850"/>
            <a:chExt cx="2750618" cy="2741916"/>
          </a:xfrm>
        </p:grpSpPr>
        <p:sp>
          <p:nvSpPr>
            <p:cNvPr id="375" name="Google Shape;375;p9"/>
            <p:cNvSpPr/>
            <p:nvPr/>
          </p:nvSpPr>
          <p:spPr>
            <a:xfrm>
              <a:off x="2822200" y="-1866850"/>
              <a:ext cx="2652600" cy="26373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376" name="Google Shape;376;p9"/>
            <p:cNvGrpSpPr/>
            <p:nvPr/>
          </p:nvGrpSpPr>
          <p:grpSpPr>
            <a:xfrm flipH="1" rot="-5400000">
              <a:off x="2724854" y="-1701422"/>
              <a:ext cx="2575817" cy="2577160"/>
              <a:chOff x="1550275" y="1493275"/>
              <a:chExt cx="1582100" cy="1582925"/>
            </a:xfrm>
          </p:grpSpPr>
          <p:sp>
            <p:nvSpPr>
              <p:cNvPr id="377" name="Google Shape;377;p9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78" name="Google Shape;378;p9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79" name="Google Shape;379;p9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80" name="Google Shape;380;p9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81" name="Google Shape;381;p9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82" name="Google Shape;382;p9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83" name="Google Shape;383;p9"/>
              <p:cNvSpPr/>
              <p:nvPr/>
            </p:nvSpPr>
            <p:spPr>
              <a:xfrm>
                <a:off x="1735631" y="1684323"/>
                <a:ext cx="1122767" cy="1115752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84" name="Google Shape;384;p9"/>
              <p:cNvSpPr/>
              <p:nvPr/>
            </p:nvSpPr>
            <p:spPr>
              <a:xfrm>
                <a:off x="1781330" y="1767253"/>
                <a:ext cx="1160811" cy="1151585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85" name="Google Shape;385;p9"/>
              <p:cNvSpPr/>
              <p:nvPr/>
            </p:nvSpPr>
            <p:spPr>
              <a:xfrm>
                <a:off x="1891023" y="1863197"/>
                <a:ext cx="1121111" cy="1119801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86" name="Google Shape;386;p9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87" name="Google Shape;387;p9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88" name="Google Shape;388;p9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89" name="Google Shape;389;p9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90" name="Google Shape;390;p9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391" name="Google Shape;391;p9"/>
          <p:cNvGrpSpPr/>
          <p:nvPr/>
        </p:nvGrpSpPr>
        <p:grpSpPr>
          <a:xfrm rot="10800000">
            <a:off x="2973434" y="4525039"/>
            <a:ext cx="2750618" cy="2741916"/>
            <a:chOff x="2724182" y="-1866850"/>
            <a:chExt cx="2750618" cy="2741916"/>
          </a:xfrm>
        </p:grpSpPr>
        <p:sp>
          <p:nvSpPr>
            <p:cNvPr id="392" name="Google Shape;392;p9"/>
            <p:cNvSpPr/>
            <p:nvPr/>
          </p:nvSpPr>
          <p:spPr>
            <a:xfrm>
              <a:off x="2822200" y="-1866850"/>
              <a:ext cx="2652600" cy="26373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393" name="Google Shape;393;p9"/>
            <p:cNvGrpSpPr/>
            <p:nvPr/>
          </p:nvGrpSpPr>
          <p:grpSpPr>
            <a:xfrm flipH="1" rot="-5400000">
              <a:off x="2724854" y="-1701422"/>
              <a:ext cx="2575817" cy="2577160"/>
              <a:chOff x="1550275" y="1493275"/>
              <a:chExt cx="1582100" cy="1582925"/>
            </a:xfrm>
          </p:grpSpPr>
          <p:sp>
            <p:nvSpPr>
              <p:cNvPr id="394" name="Google Shape;394;p9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95" name="Google Shape;395;p9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96" name="Google Shape;396;p9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97" name="Google Shape;397;p9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98" name="Google Shape;398;p9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99" name="Google Shape;399;p9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00" name="Google Shape;400;p9"/>
              <p:cNvSpPr/>
              <p:nvPr/>
            </p:nvSpPr>
            <p:spPr>
              <a:xfrm>
                <a:off x="1735631" y="1684323"/>
                <a:ext cx="1122767" cy="1115752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01" name="Google Shape;401;p9"/>
              <p:cNvSpPr/>
              <p:nvPr/>
            </p:nvSpPr>
            <p:spPr>
              <a:xfrm>
                <a:off x="1781330" y="1767253"/>
                <a:ext cx="1160811" cy="1151585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02" name="Google Shape;402;p9"/>
              <p:cNvSpPr/>
              <p:nvPr/>
            </p:nvSpPr>
            <p:spPr>
              <a:xfrm>
                <a:off x="1891023" y="1863197"/>
                <a:ext cx="1121111" cy="1119801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03" name="Google Shape;403;p9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04" name="Google Shape;404;p9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05" name="Google Shape;405;p9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06" name="Google Shape;406;p9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07" name="Google Shape;407;p9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0"/>
          <p:cNvSpPr/>
          <p:nvPr>
            <p:ph idx="2" type="pic"/>
          </p:nvPr>
        </p:nvSpPr>
        <p:spPr>
          <a:xfrm>
            <a:off x="-10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10" name="Google Shape;410;p10"/>
          <p:cNvSpPr txBox="1"/>
          <p:nvPr>
            <p:ph type="title"/>
          </p:nvPr>
        </p:nvSpPr>
        <p:spPr>
          <a:xfrm>
            <a:off x="3762775" y="3377075"/>
            <a:ext cx="4668000" cy="12315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11"/>
          <p:cNvSpPr txBox="1"/>
          <p:nvPr>
            <p:ph hasCustomPrompt="1" type="title"/>
          </p:nvPr>
        </p:nvSpPr>
        <p:spPr>
          <a:xfrm>
            <a:off x="1078800" y="1282933"/>
            <a:ext cx="6986400" cy="166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9pPr>
          </a:lstStyle>
          <a:p>
            <a:r>
              <a:t>xx%</a:t>
            </a:r>
          </a:p>
        </p:txBody>
      </p:sp>
      <p:sp>
        <p:nvSpPr>
          <p:cNvPr id="413" name="Google Shape;413;p11"/>
          <p:cNvSpPr txBox="1"/>
          <p:nvPr>
            <p:ph idx="1" type="subTitle"/>
          </p:nvPr>
        </p:nvSpPr>
        <p:spPr>
          <a:xfrm>
            <a:off x="1078800" y="3130400"/>
            <a:ext cx="69864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grpSp>
        <p:nvGrpSpPr>
          <p:cNvPr id="414" name="Google Shape;414;p11"/>
          <p:cNvGrpSpPr/>
          <p:nvPr/>
        </p:nvGrpSpPr>
        <p:grpSpPr>
          <a:xfrm flipH="1">
            <a:off x="3200061" y="4600922"/>
            <a:ext cx="2577160" cy="2638569"/>
            <a:chOff x="-1115775" y="4467744"/>
            <a:chExt cx="2577160" cy="2638569"/>
          </a:xfrm>
        </p:grpSpPr>
        <p:sp>
          <p:nvSpPr>
            <p:cNvPr id="415" name="Google Shape;415;p11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416" name="Google Shape;416;p11"/>
            <p:cNvGrpSpPr/>
            <p:nvPr/>
          </p:nvGrpSpPr>
          <p:grpSpPr>
            <a:xfrm flipH="1" rot="5400000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417" name="Google Shape;417;p11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18" name="Google Shape;418;p11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19" name="Google Shape;419;p11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20" name="Google Shape;420;p11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21" name="Google Shape;421;p11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22" name="Google Shape;422;p11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23" name="Google Shape;423;p11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24" name="Google Shape;424;p11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25" name="Google Shape;425;p11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26" name="Google Shape;426;p11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27" name="Google Shape;427;p11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28" name="Google Shape;428;p11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29" name="Google Shape;429;p11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30" name="Google Shape;430;p11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431" name="Google Shape;431;p11"/>
          <p:cNvGrpSpPr/>
          <p:nvPr/>
        </p:nvGrpSpPr>
        <p:grpSpPr>
          <a:xfrm>
            <a:off x="8006708" y="-2008234"/>
            <a:ext cx="2750618" cy="2741916"/>
            <a:chOff x="2724182" y="-1866850"/>
            <a:chExt cx="2750618" cy="2741916"/>
          </a:xfrm>
        </p:grpSpPr>
        <p:sp>
          <p:nvSpPr>
            <p:cNvPr id="432" name="Google Shape;432;p11"/>
            <p:cNvSpPr/>
            <p:nvPr/>
          </p:nvSpPr>
          <p:spPr>
            <a:xfrm>
              <a:off x="2822200" y="-1866850"/>
              <a:ext cx="2652600" cy="26373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433" name="Google Shape;433;p11"/>
            <p:cNvGrpSpPr/>
            <p:nvPr/>
          </p:nvGrpSpPr>
          <p:grpSpPr>
            <a:xfrm flipH="1" rot="-5400000">
              <a:off x="2724854" y="-1701422"/>
              <a:ext cx="2575817" cy="2577160"/>
              <a:chOff x="1550275" y="1493275"/>
              <a:chExt cx="1582100" cy="1582925"/>
            </a:xfrm>
          </p:grpSpPr>
          <p:sp>
            <p:nvSpPr>
              <p:cNvPr id="434" name="Google Shape;434;p11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35" name="Google Shape;435;p11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36" name="Google Shape;436;p11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37" name="Google Shape;437;p11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38" name="Google Shape;438;p11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39" name="Google Shape;439;p11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40" name="Google Shape;440;p11"/>
              <p:cNvSpPr/>
              <p:nvPr/>
            </p:nvSpPr>
            <p:spPr>
              <a:xfrm>
                <a:off x="1726391" y="1684321"/>
                <a:ext cx="1131867" cy="1123525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41" name="Google Shape;441;p11"/>
              <p:cNvSpPr/>
              <p:nvPr/>
            </p:nvSpPr>
            <p:spPr>
              <a:xfrm>
                <a:off x="1781240" y="1767255"/>
                <a:ext cx="1160811" cy="1150258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42" name="Google Shape;442;p11"/>
              <p:cNvSpPr/>
              <p:nvPr/>
            </p:nvSpPr>
            <p:spPr>
              <a:xfrm>
                <a:off x="1890925" y="1863197"/>
                <a:ext cx="1121111" cy="1118304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43" name="Google Shape;443;p11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44" name="Google Shape;444;p11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45" name="Google Shape;445;p11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46" name="Google Shape;446;p11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47" name="Google Shape;447;p11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448" name="Google Shape;448;p11"/>
          <p:cNvGrpSpPr/>
          <p:nvPr/>
        </p:nvGrpSpPr>
        <p:grpSpPr>
          <a:xfrm rot="5400000">
            <a:off x="-1471608" y="-1860634"/>
            <a:ext cx="2750618" cy="2741916"/>
            <a:chOff x="2724182" y="-1866850"/>
            <a:chExt cx="2750618" cy="2741916"/>
          </a:xfrm>
        </p:grpSpPr>
        <p:sp>
          <p:nvSpPr>
            <p:cNvPr id="449" name="Google Shape;449;p11"/>
            <p:cNvSpPr/>
            <p:nvPr/>
          </p:nvSpPr>
          <p:spPr>
            <a:xfrm>
              <a:off x="2822200" y="-1866850"/>
              <a:ext cx="2652600" cy="26373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450" name="Google Shape;450;p11"/>
            <p:cNvGrpSpPr/>
            <p:nvPr/>
          </p:nvGrpSpPr>
          <p:grpSpPr>
            <a:xfrm flipH="1" rot="-5400000">
              <a:off x="2724854" y="-1701422"/>
              <a:ext cx="2575817" cy="2577160"/>
              <a:chOff x="1550275" y="1493275"/>
              <a:chExt cx="1582100" cy="1582925"/>
            </a:xfrm>
          </p:grpSpPr>
          <p:sp>
            <p:nvSpPr>
              <p:cNvPr id="451" name="Google Shape;451;p11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52" name="Google Shape;452;p11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53" name="Google Shape;453;p11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54" name="Google Shape;454;p11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55" name="Google Shape;455;p11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56" name="Google Shape;456;p11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57" name="Google Shape;457;p11"/>
              <p:cNvSpPr/>
              <p:nvPr/>
            </p:nvSpPr>
            <p:spPr>
              <a:xfrm>
                <a:off x="1726391" y="1684321"/>
                <a:ext cx="1131867" cy="1123525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58" name="Google Shape;458;p11"/>
              <p:cNvSpPr/>
              <p:nvPr/>
            </p:nvSpPr>
            <p:spPr>
              <a:xfrm>
                <a:off x="1781240" y="1767255"/>
                <a:ext cx="1160811" cy="1150258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59" name="Google Shape;459;p11"/>
              <p:cNvSpPr/>
              <p:nvPr/>
            </p:nvSpPr>
            <p:spPr>
              <a:xfrm>
                <a:off x="1890925" y="1863197"/>
                <a:ext cx="1121111" cy="1118304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60" name="Google Shape;460;p11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61" name="Google Shape;461;p11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62" name="Google Shape;462;p11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63" name="Google Shape;463;p11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64" name="Google Shape;464;p11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2"/>
        </a:solidFill>
      </p:bgPr>
    </p:bg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13"/>
          <p:cNvSpPr txBox="1"/>
          <p:nvPr>
            <p:ph type="title"/>
          </p:nvPr>
        </p:nvSpPr>
        <p:spPr>
          <a:xfrm>
            <a:off x="713225" y="520925"/>
            <a:ext cx="7717500" cy="7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468" name="Google Shape;468;p13"/>
          <p:cNvSpPr txBox="1"/>
          <p:nvPr>
            <p:ph idx="1" type="subTitle"/>
          </p:nvPr>
        </p:nvSpPr>
        <p:spPr>
          <a:xfrm>
            <a:off x="1746575" y="1668324"/>
            <a:ext cx="2469300" cy="7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200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469" name="Google Shape;469;p13"/>
          <p:cNvSpPr txBox="1"/>
          <p:nvPr>
            <p:ph hasCustomPrompt="1" idx="2" type="title"/>
          </p:nvPr>
        </p:nvSpPr>
        <p:spPr>
          <a:xfrm>
            <a:off x="817950" y="1668324"/>
            <a:ext cx="876300" cy="61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4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>
            <a:r>
              <a:t>xx%</a:t>
            </a:r>
          </a:p>
        </p:txBody>
      </p:sp>
      <p:sp>
        <p:nvSpPr>
          <p:cNvPr id="470" name="Google Shape;470;p13"/>
          <p:cNvSpPr txBox="1"/>
          <p:nvPr>
            <p:ph idx="3" type="subTitle"/>
          </p:nvPr>
        </p:nvSpPr>
        <p:spPr>
          <a:xfrm>
            <a:off x="1746575" y="3224098"/>
            <a:ext cx="2469300" cy="7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200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471" name="Google Shape;471;p13"/>
          <p:cNvSpPr txBox="1"/>
          <p:nvPr>
            <p:ph hasCustomPrompt="1" idx="4" type="title"/>
          </p:nvPr>
        </p:nvSpPr>
        <p:spPr>
          <a:xfrm>
            <a:off x="817950" y="3224098"/>
            <a:ext cx="876300" cy="61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4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>
            <a:r>
              <a:t>xx%</a:t>
            </a:r>
          </a:p>
        </p:txBody>
      </p:sp>
      <p:sp>
        <p:nvSpPr>
          <p:cNvPr id="472" name="Google Shape;472;p13"/>
          <p:cNvSpPr txBox="1"/>
          <p:nvPr>
            <p:ph idx="5" type="subTitle"/>
          </p:nvPr>
        </p:nvSpPr>
        <p:spPr>
          <a:xfrm>
            <a:off x="5808625" y="1668324"/>
            <a:ext cx="2560200" cy="7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200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473" name="Google Shape;473;p13"/>
          <p:cNvSpPr txBox="1"/>
          <p:nvPr>
            <p:ph hasCustomPrompt="1" idx="6" type="title"/>
          </p:nvPr>
        </p:nvSpPr>
        <p:spPr>
          <a:xfrm>
            <a:off x="4880000" y="1668324"/>
            <a:ext cx="876300" cy="61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4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>
            <a:r>
              <a:t>xx%</a:t>
            </a:r>
          </a:p>
        </p:txBody>
      </p:sp>
      <p:sp>
        <p:nvSpPr>
          <p:cNvPr id="474" name="Google Shape;474;p13"/>
          <p:cNvSpPr txBox="1"/>
          <p:nvPr>
            <p:ph idx="7" type="subTitle"/>
          </p:nvPr>
        </p:nvSpPr>
        <p:spPr>
          <a:xfrm>
            <a:off x="5808625" y="3224098"/>
            <a:ext cx="2560200" cy="7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200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475" name="Google Shape;475;p13"/>
          <p:cNvSpPr txBox="1"/>
          <p:nvPr>
            <p:ph hasCustomPrompt="1" idx="8" type="title"/>
          </p:nvPr>
        </p:nvSpPr>
        <p:spPr>
          <a:xfrm>
            <a:off x="4880000" y="3224098"/>
            <a:ext cx="876300" cy="61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4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>
            <a:r>
              <a:t>xx%</a:t>
            </a:r>
          </a:p>
        </p:txBody>
      </p:sp>
      <p:grpSp>
        <p:nvGrpSpPr>
          <p:cNvPr id="476" name="Google Shape;476;p13"/>
          <p:cNvGrpSpPr/>
          <p:nvPr/>
        </p:nvGrpSpPr>
        <p:grpSpPr>
          <a:xfrm>
            <a:off x="-1385268" y="4460422"/>
            <a:ext cx="2744275" cy="2727763"/>
            <a:chOff x="5985575" y="4420825"/>
            <a:chExt cx="2744275" cy="2727763"/>
          </a:xfrm>
        </p:grpSpPr>
        <p:sp>
          <p:nvSpPr>
            <p:cNvPr id="477" name="Google Shape;477;p13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478" name="Google Shape;478;p13"/>
            <p:cNvGrpSpPr/>
            <p:nvPr/>
          </p:nvGrpSpPr>
          <p:grpSpPr>
            <a:xfrm flipH="1" rot="5400000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479" name="Google Shape;479;p13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80" name="Google Shape;480;p13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81" name="Google Shape;481;p13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82" name="Google Shape;482;p13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83" name="Google Shape;483;p13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84" name="Google Shape;484;p13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85" name="Google Shape;485;p13"/>
              <p:cNvSpPr/>
              <p:nvPr/>
            </p:nvSpPr>
            <p:spPr>
              <a:xfrm>
                <a:off x="1732963" y="1684323"/>
                <a:ext cx="1125421" cy="1098689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86" name="Google Shape;486;p13"/>
              <p:cNvSpPr/>
              <p:nvPr/>
            </p:nvSpPr>
            <p:spPr>
              <a:xfrm>
                <a:off x="1796949" y="1767253"/>
                <a:ext cx="1145258" cy="1143622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87" name="Google Shape;487;p13"/>
              <p:cNvSpPr/>
              <p:nvPr/>
            </p:nvSpPr>
            <p:spPr>
              <a:xfrm>
                <a:off x="1943210" y="1863197"/>
                <a:ext cx="1068918" cy="1093424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88" name="Google Shape;488;p13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89" name="Google Shape;489;p13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90" name="Google Shape;490;p13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91" name="Google Shape;491;p13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92" name="Google Shape;492;p13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493" name="Google Shape;493;p13"/>
          <p:cNvGrpSpPr/>
          <p:nvPr/>
        </p:nvGrpSpPr>
        <p:grpSpPr>
          <a:xfrm>
            <a:off x="7875908" y="-2134584"/>
            <a:ext cx="2750618" cy="2741916"/>
            <a:chOff x="2724182" y="-1866850"/>
            <a:chExt cx="2750618" cy="2741916"/>
          </a:xfrm>
        </p:grpSpPr>
        <p:sp>
          <p:nvSpPr>
            <p:cNvPr id="494" name="Google Shape;494;p13"/>
            <p:cNvSpPr/>
            <p:nvPr/>
          </p:nvSpPr>
          <p:spPr>
            <a:xfrm>
              <a:off x="2822200" y="-1866850"/>
              <a:ext cx="2652600" cy="26373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495" name="Google Shape;495;p13"/>
            <p:cNvGrpSpPr/>
            <p:nvPr/>
          </p:nvGrpSpPr>
          <p:grpSpPr>
            <a:xfrm flipH="1" rot="-5400000">
              <a:off x="2724854" y="-1701422"/>
              <a:ext cx="2575817" cy="2577160"/>
              <a:chOff x="1550275" y="1493275"/>
              <a:chExt cx="1582100" cy="1582925"/>
            </a:xfrm>
          </p:grpSpPr>
          <p:sp>
            <p:nvSpPr>
              <p:cNvPr id="496" name="Google Shape;496;p13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97" name="Google Shape;497;p13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98" name="Google Shape;498;p13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99" name="Google Shape;499;p13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00" name="Google Shape;500;p13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01" name="Google Shape;501;p13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02" name="Google Shape;502;p13"/>
              <p:cNvSpPr/>
              <p:nvPr/>
            </p:nvSpPr>
            <p:spPr>
              <a:xfrm>
                <a:off x="1726391" y="1684321"/>
                <a:ext cx="1131867" cy="1123525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03" name="Google Shape;503;p13"/>
              <p:cNvSpPr/>
              <p:nvPr/>
            </p:nvSpPr>
            <p:spPr>
              <a:xfrm>
                <a:off x="1781240" y="1767255"/>
                <a:ext cx="1160811" cy="1150258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04" name="Google Shape;504;p13"/>
              <p:cNvSpPr/>
              <p:nvPr/>
            </p:nvSpPr>
            <p:spPr>
              <a:xfrm>
                <a:off x="1890925" y="1863197"/>
                <a:ext cx="1121111" cy="1118304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05" name="Google Shape;505;p13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06" name="Google Shape;506;p13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07" name="Google Shape;507;p13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08" name="Google Shape;508;p13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09" name="Google Shape;509;p13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510" name="Google Shape;510;p13"/>
          <p:cNvGrpSpPr/>
          <p:nvPr/>
        </p:nvGrpSpPr>
        <p:grpSpPr>
          <a:xfrm flipH="1">
            <a:off x="7927832" y="4405872"/>
            <a:ext cx="2577160" cy="2638569"/>
            <a:chOff x="-1115775" y="4467744"/>
            <a:chExt cx="2577160" cy="2638569"/>
          </a:xfrm>
        </p:grpSpPr>
        <p:sp>
          <p:nvSpPr>
            <p:cNvPr id="511" name="Google Shape;511;p13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512" name="Google Shape;512;p13"/>
            <p:cNvGrpSpPr/>
            <p:nvPr/>
          </p:nvGrpSpPr>
          <p:grpSpPr>
            <a:xfrm flipH="1" rot="5400000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513" name="Google Shape;513;p13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14" name="Google Shape;514;p13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15" name="Google Shape;515;p13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16" name="Google Shape;516;p13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17" name="Google Shape;517;p13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18" name="Google Shape;518;p13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19" name="Google Shape;519;p13"/>
              <p:cNvSpPr/>
              <p:nvPr/>
            </p:nvSpPr>
            <p:spPr>
              <a:xfrm>
                <a:off x="1736082" y="1684323"/>
                <a:ext cx="1122388" cy="1128265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20" name="Google Shape;520;p13"/>
              <p:cNvSpPr/>
              <p:nvPr/>
            </p:nvSpPr>
            <p:spPr>
              <a:xfrm>
                <a:off x="1781796" y="1767253"/>
                <a:ext cx="1160432" cy="1145707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21" name="Google Shape;521;p13"/>
              <p:cNvSpPr/>
              <p:nvPr/>
            </p:nvSpPr>
            <p:spPr>
              <a:xfrm>
                <a:off x="1891495" y="1863197"/>
                <a:ext cx="1120549" cy="1141314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22" name="Google Shape;522;p13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23" name="Google Shape;523;p13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24" name="Google Shape;524;p13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25" name="Google Shape;525;p13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26" name="Google Shape;526;p13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527" name="Google Shape;527;p13"/>
          <p:cNvGrpSpPr/>
          <p:nvPr/>
        </p:nvGrpSpPr>
        <p:grpSpPr>
          <a:xfrm flipH="1" rot="10800000">
            <a:off x="-1141068" y="-2002410"/>
            <a:ext cx="2577160" cy="2638569"/>
            <a:chOff x="-1115775" y="4467744"/>
            <a:chExt cx="2577160" cy="2638569"/>
          </a:xfrm>
        </p:grpSpPr>
        <p:sp>
          <p:nvSpPr>
            <p:cNvPr id="528" name="Google Shape;528;p13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529" name="Google Shape;529;p13"/>
            <p:cNvGrpSpPr/>
            <p:nvPr/>
          </p:nvGrpSpPr>
          <p:grpSpPr>
            <a:xfrm flipH="1" rot="5400000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530" name="Google Shape;530;p13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31" name="Google Shape;531;p13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32" name="Google Shape;532;p13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33" name="Google Shape;533;p13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34" name="Google Shape;534;p13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35" name="Google Shape;535;p13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36" name="Google Shape;536;p13"/>
              <p:cNvSpPr/>
              <p:nvPr/>
            </p:nvSpPr>
            <p:spPr>
              <a:xfrm>
                <a:off x="1738076" y="1684323"/>
                <a:ext cx="1120302" cy="1120681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37" name="Google Shape;537;p13"/>
              <p:cNvSpPr/>
              <p:nvPr/>
            </p:nvSpPr>
            <p:spPr>
              <a:xfrm>
                <a:off x="1747229" y="1767253"/>
                <a:ext cx="1194952" cy="1174905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38" name="Google Shape;538;p13"/>
              <p:cNvSpPr/>
              <p:nvPr/>
            </p:nvSpPr>
            <p:spPr>
              <a:xfrm>
                <a:off x="1866065" y="1863197"/>
                <a:ext cx="1145991" cy="1133831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39" name="Google Shape;539;p13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40" name="Google Shape;540;p13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41" name="Google Shape;541;p13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42" name="Google Shape;542;p13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43" name="Google Shape;543;p13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1"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14"/>
          <p:cNvSpPr txBox="1"/>
          <p:nvPr>
            <p:ph type="title"/>
          </p:nvPr>
        </p:nvSpPr>
        <p:spPr>
          <a:xfrm>
            <a:off x="783150" y="3682225"/>
            <a:ext cx="75777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46" name="Google Shape;546;p14"/>
          <p:cNvSpPr txBox="1"/>
          <p:nvPr>
            <p:ph idx="1" type="subTitle"/>
          </p:nvPr>
        </p:nvSpPr>
        <p:spPr>
          <a:xfrm>
            <a:off x="783150" y="1974401"/>
            <a:ext cx="7577700" cy="15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29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grpSp>
        <p:nvGrpSpPr>
          <p:cNvPr id="547" name="Google Shape;547;p14"/>
          <p:cNvGrpSpPr/>
          <p:nvPr/>
        </p:nvGrpSpPr>
        <p:grpSpPr>
          <a:xfrm flipH="1" rot="5400000">
            <a:off x="7615159" y="-1826249"/>
            <a:ext cx="2651748" cy="2575817"/>
            <a:chOff x="-1190362" y="4530496"/>
            <a:chExt cx="2651748" cy="2575817"/>
          </a:xfrm>
        </p:grpSpPr>
        <p:sp>
          <p:nvSpPr>
            <p:cNvPr id="548" name="Google Shape;548;p14"/>
            <p:cNvSpPr/>
            <p:nvPr/>
          </p:nvSpPr>
          <p:spPr>
            <a:xfrm>
              <a:off x="-1190362" y="47725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549" name="Google Shape;549;p14"/>
            <p:cNvGrpSpPr/>
            <p:nvPr/>
          </p:nvGrpSpPr>
          <p:grpSpPr>
            <a:xfrm flipH="1" rot="5400000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550" name="Google Shape;550;p14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51" name="Google Shape;551;p14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52" name="Google Shape;552;p14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53" name="Google Shape;553;p14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54" name="Google Shape;554;p14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55" name="Google Shape;555;p14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56" name="Google Shape;556;p14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57" name="Google Shape;557;p14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58" name="Google Shape;558;p14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59" name="Google Shape;559;p14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60" name="Google Shape;560;p14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61" name="Google Shape;561;p14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62" name="Google Shape;562;p14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63" name="Google Shape;563;p14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564" name="Google Shape;564;p14"/>
          <p:cNvGrpSpPr/>
          <p:nvPr/>
        </p:nvGrpSpPr>
        <p:grpSpPr>
          <a:xfrm rot="5400000">
            <a:off x="-1544742" y="-1909309"/>
            <a:ext cx="2750618" cy="2741916"/>
            <a:chOff x="2724182" y="-1866850"/>
            <a:chExt cx="2750618" cy="2741916"/>
          </a:xfrm>
        </p:grpSpPr>
        <p:sp>
          <p:nvSpPr>
            <p:cNvPr id="565" name="Google Shape;565;p14"/>
            <p:cNvSpPr/>
            <p:nvPr/>
          </p:nvSpPr>
          <p:spPr>
            <a:xfrm>
              <a:off x="2822200" y="-1866850"/>
              <a:ext cx="2652600" cy="26373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566" name="Google Shape;566;p14"/>
            <p:cNvGrpSpPr/>
            <p:nvPr/>
          </p:nvGrpSpPr>
          <p:grpSpPr>
            <a:xfrm flipH="1" rot="-5400000">
              <a:off x="2724854" y="-1701422"/>
              <a:ext cx="2575817" cy="2577160"/>
              <a:chOff x="1550275" y="1493275"/>
              <a:chExt cx="1582100" cy="1582925"/>
            </a:xfrm>
          </p:grpSpPr>
          <p:sp>
            <p:nvSpPr>
              <p:cNvPr id="567" name="Google Shape;567;p14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68" name="Google Shape;568;p14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69" name="Google Shape;569;p14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70" name="Google Shape;570;p14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71" name="Google Shape;571;p14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72" name="Google Shape;572;p14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73" name="Google Shape;573;p14"/>
              <p:cNvSpPr/>
              <p:nvPr/>
            </p:nvSpPr>
            <p:spPr>
              <a:xfrm>
                <a:off x="1726391" y="1684321"/>
                <a:ext cx="1131867" cy="1123525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74" name="Google Shape;574;p14"/>
              <p:cNvSpPr/>
              <p:nvPr/>
            </p:nvSpPr>
            <p:spPr>
              <a:xfrm>
                <a:off x="1781240" y="1767255"/>
                <a:ext cx="1160811" cy="1150258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75" name="Google Shape;575;p14"/>
              <p:cNvSpPr/>
              <p:nvPr/>
            </p:nvSpPr>
            <p:spPr>
              <a:xfrm>
                <a:off x="1890925" y="1863197"/>
                <a:ext cx="1121111" cy="1118304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76" name="Google Shape;576;p14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77" name="Google Shape;577;p14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78" name="Google Shape;578;p14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79" name="Google Shape;579;p14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80" name="Google Shape;580;p14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581" name="Google Shape;581;p14"/>
          <p:cNvGrpSpPr/>
          <p:nvPr/>
        </p:nvGrpSpPr>
        <p:grpSpPr>
          <a:xfrm rot="10800000">
            <a:off x="-1640017" y="4496341"/>
            <a:ext cx="2750618" cy="2741916"/>
            <a:chOff x="2724182" y="-1866850"/>
            <a:chExt cx="2750618" cy="2741916"/>
          </a:xfrm>
        </p:grpSpPr>
        <p:sp>
          <p:nvSpPr>
            <p:cNvPr id="582" name="Google Shape;582;p14"/>
            <p:cNvSpPr/>
            <p:nvPr/>
          </p:nvSpPr>
          <p:spPr>
            <a:xfrm>
              <a:off x="2822200" y="-1866850"/>
              <a:ext cx="2652600" cy="26373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583" name="Google Shape;583;p14"/>
            <p:cNvGrpSpPr/>
            <p:nvPr/>
          </p:nvGrpSpPr>
          <p:grpSpPr>
            <a:xfrm flipH="1" rot="-5400000">
              <a:off x="2724854" y="-1701422"/>
              <a:ext cx="2575817" cy="2577160"/>
              <a:chOff x="1550275" y="1493275"/>
              <a:chExt cx="1582100" cy="1582925"/>
            </a:xfrm>
          </p:grpSpPr>
          <p:sp>
            <p:nvSpPr>
              <p:cNvPr id="584" name="Google Shape;584;p14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85" name="Google Shape;585;p14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86" name="Google Shape;586;p14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87" name="Google Shape;587;p14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88" name="Google Shape;588;p14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89" name="Google Shape;589;p14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90" name="Google Shape;590;p14"/>
              <p:cNvSpPr/>
              <p:nvPr/>
            </p:nvSpPr>
            <p:spPr>
              <a:xfrm>
                <a:off x="1726391" y="1684321"/>
                <a:ext cx="1131867" cy="1123525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91" name="Google Shape;591;p14"/>
              <p:cNvSpPr/>
              <p:nvPr/>
            </p:nvSpPr>
            <p:spPr>
              <a:xfrm>
                <a:off x="1781240" y="1767255"/>
                <a:ext cx="1160811" cy="1150258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92" name="Google Shape;592;p14"/>
              <p:cNvSpPr/>
              <p:nvPr/>
            </p:nvSpPr>
            <p:spPr>
              <a:xfrm>
                <a:off x="1890925" y="1863197"/>
                <a:ext cx="1121111" cy="1118304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93" name="Google Shape;593;p14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94" name="Google Shape;594;p14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95" name="Google Shape;595;p14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96" name="Google Shape;596;p14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97" name="Google Shape;597;p14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1_1"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15"/>
          <p:cNvSpPr txBox="1"/>
          <p:nvPr>
            <p:ph type="title"/>
          </p:nvPr>
        </p:nvSpPr>
        <p:spPr>
          <a:xfrm>
            <a:off x="5456275" y="2122025"/>
            <a:ext cx="2974500" cy="156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600" name="Google Shape;600;p15"/>
          <p:cNvSpPr txBox="1"/>
          <p:nvPr>
            <p:ph hasCustomPrompt="1" idx="2" type="title"/>
          </p:nvPr>
        </p:nvSpPr>
        <p:spPr>
          <a:xfrm>
            <a:off x="7354675" y="1055725"/>
            <a:ext cx="1076100" cy="100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r>
              <a:t>xx%</a:t>
            </a:r>
          </a:p>
        </p:txBody>
      </p:sp>
      <p:grpSp>
        <p:nvGrpSpPr>
          <p:cNvPr id="601" name="Google Shape;601;p15"/>
          <p:cNvGrpSpPr/>
          <p:nvPr/>
        </p:nvGrpSpPr>
        <p:grpSpPr>
          <a:xfrm flipH="1" rot="5400000">
            <a:off x="-1448461" y="4086201"/>
            <a:ext cx="2744275" cy="2727763"/>
            <a:chOff x="5985575" y="4420825"/>
            <a:chExt cx="2744275" cy="2727763"/>
          </a:xfrm>
        </p:grpSpPr>
        <p:sp>
          <p:nvSpPr>
            <p:cNvPr id="602" name="Google Shape;602;p15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603" name="Google Shape;603;p15"/>
            <p:cNvGrpSpPr/>
            <p:nvPr/>
          </p:nvGrpSpPr>
          <p:grpSpPr>
            <a:xfrm flipH="1" rot="5400000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604" name="Google Shape;604;p15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05" name="Google Shape;605;p15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06" name="Google Shape;606;p15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07" name="Google Shape;607;p15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08" name="Google Shape;608;p15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09" name="Google Shape;609;p15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10" name="Google Shape;610;p15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11" name="Google Shape;611;p15"/>
              <p:cNvSpPr/>
              <p:nvPr/>
            </p:nvSpPr>
            <p:spPr>
              <a:xfrm>
                <a:off x="1861553" y="1767253"/>
                <a:ext cx="1080578" cy="1082004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12" name="Google Shape;612;p15"/>
              <p:cNvSpPr/>
              <p:nvPr/>
            </p:nvSpPr>
            <p:spPr>
              <a:xfrm>
                <a:off x="1898130" y="1863198"/>
                <a:ext cx="1114002" cy="1086690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13" name="Google Shape;613;p15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14" name="Google Shape;614;p15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15" name="Google Shape;615;p15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16" name="Google Shape;616;p15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17" name="Google Shape;617;p15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618" name="Google Shape;618;p15"/>
          <p:cNvGrpSpPr/>
          <p:nvPr/>
        </p:nvGrpSpPr>
        <p:grpSpPr>
          <a:xfrm flipH="1" rot="5400000">
            <a:off x="8033689" y="4071318"/>
            <a:ext cx="2744275" cy="2727763"/>
            <a:chOff x="5985575" y="4420825"/>
            <a:chExt cx="2744275" cy="2727763"/>
          </a:xfrm>
        </p:grpSpPr>
        <p:sp>
          <p:nvSpPr>
            <p:cNvPr id="619" name="Google Shape;619;p15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620" name="Google Shape;620;p15"/>
            <p:cNvGrpSpPr/>
            <p:nvPr/>
          </p:nvGrpSpPr>
          <p:grpSpPr>
            <a:xfrm flipH="1" rot="5400000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621" name="Google Shape;621;p15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22" name="Google Shape;622;p15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23" name="Google Shape;623;p15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24" name="Google Shape;624;p15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25" name="Google Shape;625;p15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26" name="Google Shape;626;p15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27" name="Google Shape;627;p15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28" name="Google Shape;628;p15"/>
              <p:cNvSpPr/>
              <p:nvPr/>
            </p:nvSpPr>
            <p:spPr>
              <a:xfrm>
                <a:off x="1861553" y="1767253"/>
                <a:ext cx="1080578" cy="1082004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29" name="Google Shape;629;p15"/>
              <p:cNvSpPr/>
              <p:nvPr/>
            </p:nvSpPr>
            <p:spPr>
              <a:xfrm>
                <a:off x="1898130" y="1863198"/>
                <a:ext cx="1114002" cy="1086690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30" name="Google Shape;630;p15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31" name="Google Shape;631;p15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32" name="Google Shape;632;p15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33" name="Google Shape;633;p15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34" name="Google Shape;634;p15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635" name="Google Shape;635;p15"/>
          <p:cNvGrpSpPr/>
          <p:nvPr/>
        </p:nvGrpSpPr>
        <p:grpSpPr>
          <a:xfrm rot="10800000">
            <a:off x="3706711" y="-2251481"/>
            <a:ext cx="2577160" cy="2638569"/>
            <a:chOff x="-1115775" y="4467744"/>
            <a:chExt cx="2577160" cy="2638569"/>
          </a:xfrm>
        </p:grpSpPr>
        <p:sp>
          <p:nvSpPr>
            <p:cNvPr id="636" name="Google Shape;636;p15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637" name="Google Shape;637;p15"/>
            <p:cNvGrpSpPr/>
            <p:nvPr/>
          </p:nvGrpSpPr>
          <p:grpSpPr>
            <a:xfrm flipH="1" rot="5400000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638" name="Google Shape;638;p15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39" name="Google Shape;639;p15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40" name="Google Shape;640;p15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41" name="Google Shape;641;p15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42" name="Google Shape;642;p15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43" name="Google Shape;643;p15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44" name="Google Shape;644;p15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45" name="Google Shape;645;p15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46" name="Google Shape;646;p15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47" name="Google Shape;647;p15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48" name="Google Shape;648;p15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49" name="Google Shape;649;p15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50" name="Google Shape;650;p15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51" name="Google Shape;651;p15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2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16"/>
          <p:cNvSpPr txBox="1"/>
          <p:nvPr>
            <p:ph type="title"/>
          </p:nvPr>
        </p:nvSpPr>
        <p:spPr>
          <a:xfrm>
            <a:off x="713225" y="520925"/>
            <a:ext cx="7717500" cy="7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654" name="Google Shape;654;p16"/>
          <p:cNvSpPr txBox="1"/>
          <p:nvPr>
            <p:ph idx="1" type="subTitle"/>
          </p:nvPr>
        </p:nvSpPr>
        <p:spPr>
          <a:xfrm>
            <a:off x="792850" y="3218025"/>
            <a:ext cx="2241000" cy="7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55" name="Google Shape;655;p16"/>
          <p:cNvSpPr txBox="1"/>
          <p:nvPr>
            <p:ph hasCustomPrompt="1" idx="2" type="title"/>
          </p:nvPr>
        </p:nvSpPr>
        <p:spPr>
          <a:xfrm>
            <a:off x="792850" y="1754925"/>
            <a:ext cx="2241000" cy="92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8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656" name="Google Shape;656;p16"/>
          <p:cNvSpPr txBox="1"/>
          <p:nvPr>
            <p:ph idx="3" type="subTitle"/>
          </p:nvPr>
        </p:nvSpPr>
        <p:spPr>
          <a:xfrm>
            <a:off x="792850" y="2748962"/>
            <a:ext cx="22410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200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657" name="Google Shape;657;p16"/>
          <p:cNvSpPr txBox="1"/>
          <p:nvPr>
            <p:ph idx="4" type="subTitle"/>
          </p:nvPr>
        </p:nvSpPr>
        <p:spPr>
          <a:xfrm>
            <a:off x="6110125" y="3218025"/>
            <a:ext cx="2241000" cy="7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58" name="Google Shape;658;p16"/>
          <p:cNvSpPr txBox="1"/>
          <p:nvPr>
            <p:ph hasCustomPrompt="1" idx="5" type="title"/>
          </p:nvPr>
        </p:nvSpPr>
        <p:spPr>
          <a:xfrm>
            <a:off x="6110125" y="1754925"/>
            <a:ext cx="2241000" cy="92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8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659" name="Google Shape;659;p16"/>
          <p:cNvSpPr txBox="1"/>
          <p:nvPr>
            <p:ph idx="6" type="subTitle"/>
          </p:nvPr>
        </p:nvSpPr>
        <p:spPr>
          <a:xfrm>
            <a:off x="6110125" y="2748962"/>
            <a:ext cx="22410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200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660" name="Google Shape;660;p16"/>
          <p:cNvSpPr txBox="1"/>
          <p:nvPr>
            <p:ph idx="7" type="subTitle"/>
          </p:nvPr>
        </p:nvSpPr>
        <p:spPr>
          <a:xfrm>
            <a:off x="3451500" y="3218025"/>
            <a:ext cx="2241000" cy="7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61" name="Google Shape;661;p16"/>
          <p:cNvSpPr txBox="1"/>
          <p:nvPr>
            <p:ph hasCustomPrompt="1" idx="8" type="title"/>
          </p:nvPr>
        </p:nvSpPr>
        <p:spPr>
          <a:xfrm>
            <a:off x="3451500" y="1754925"/>
            <a:ext cx="2241000" cy="92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8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662" name="Google Shape;662;p16"/>
          <p:cNvSpPr txBox="1"/>
          <p:nvPr>
            <p:ph idx="9" type="subTitle"/>
          </p:nvPr>
        </p:nvSpPr>
        <p:spPr>
          <a:xfrm>
            <a:off x="3451500" y="2748962"/>
            <a:ext cx="22410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200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grpSp>
        <p:nvGrpSpPr>
          <p:cNvPr id="663" name="Google Shape;663;p16"/>
          <p:cNvGrpSpPr/>
          <p:nvPr/>
        </p:nvGrpSpPr>
        <p:grpSpPr>
          <a:xfrm flipH="1" rot="10800000">
            <a:off x="-1512361" y="-1940324"/>
            <a:ext cx="2744275" cy="2727763"/>
            <a:chOff x="5985575" y="4420825"/>
            <a:chExt cx="2744275" cy="2727763"/>
          </a:xfrm>
        </p:grpSpPr>
        <p:sp>
          <p:nvSpPr>
            <p:cNvPr id="664" name="Google Shape;664;p16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665" name="Google Shape;665;p16"/>
            <p:cNvGrpSpPr/>
            <p:nvPr/>
          </p:nvGrpSpPr>
          <p:grpSpPr>
            <a:xfrm flipH="1" rot="5400000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666" name="Google Shape;666;p16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67" name="Google Shape;667;p16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68" name="Google Shape;668;p16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69" name="Google Shape;669;p16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70" name="Google Shape;670;p16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71" name="Google Shape;671;p16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72" name="Google Shape;672;p16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73" name="Google Shape;673;p16"/>
              <p:cNvSpPr/>
              <p:nvPr/>
            </p:nvSpPr>
            <p:spPr>
              <a:xfrm>
                <a:off x="1861553" y="1767253"/>
                <a:ext cx="1080578" cy="1082004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74" name="Google Shape;674;p16"/>
              <p:cNvSpPr/>
              <p:nvPr/>
            </p:nvSpPr>
            <p:spPr>
              <a:xfrm>
                <a:off x="1898130" y="1863198"/>
                <a:ext cx="1114002" cy="1086690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75" name="Google Shape;675;p16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76" name="Google Shape;676;p16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77" name="Google Shape;677;p16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78" name="Google Shape;678;p16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79" name="Google Shape;679;p16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680" name="Google Shape;680;p16"/>
          <p:cNvGrpSpPr/>
          <p:nvPr/>
        </p:nvGrpSpPr>
        <p:grpSpPr>
          <a:xfrm flipH="1">
            <a:off x="7926811" y="4383119"/>
            <a:ext cx="2577160" cy="2638569"/>
            <a:chOff x="-1115775" y="4467744"/>
            <a:chExt cx="2577160" cy="2638569"/>
          </a:xfrm>
        </p:grpSpPr>
        <p:sp>
          <p:nvSpPr>
            <p:cNvPr id="681" name="Google Shape;681;p16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682" name="Google Shape;682;p16"/>
            <p:cNvGrpSpPr/>
            <p:nvPr/>
          </p:nvGrpSpPr>
          <p:grpSpPr>
            <a:xfrm flipH="1" rot="5400000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683" name="Google Shape;683;p16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84" name="Google Shape;684;p16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85" name="Google Shape;685;p16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86" name="Google Shape;686;p16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87" name="Google Shape;687;p16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88" name="Google Shape;688;p16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89" name="Google Shape;689;p16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90" name="Google Shape;690;p16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91" name="Google Shape;691;p16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92" name="Google Shape;692;p16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93" name="Google Shape;693;p16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94" name="Google Shape;694;p16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95" name="Google Shape;695;p16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96" name="Google Shape;696;p16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2_1"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17"/>
          <p:cNvSpPr txBox="1"/>
          <p:nvPr>
            <p:ph type="title"/>
          </p:nvPr>
        </p:nvSpPr>
        <p:spPr>
          <a:xfrm>
            <a:off x="713225" y="520925"/>
            <a:ext cx="7717500" cy="7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699" name="Google Shape;699;p17"/>
          <p:cNvSpPr txBox="1"/>
          <p:nvPr>
            <p:ph idx="1" type="subTitle"/>
          </p:nvPr>
        </p:nvSpPr>
        <p:spPr>
          <a:xfrm>
            <a:off x="1563300" y="3256230"/>
            <a:ext cx="2665200" cy="83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00" name="Google Shape;700;p17"/>
          <p:cNvSpPr txBox="1"/>
          <p:nvPr>
            <p:ph hasCustomPrompt="1" idx="2" type="title"/>
          </p:nvPr>
        </p:nvSpPr>
        <p:spPr>
          <a:xfrm>
            <a:off x="1563300" y="1676825"/>
            <a:ext cx="2665200" cy="110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701" name="Google Shape;701;p17"/>
          <p:cNvSpPr txBox="1"/>
          <p:nvPr>
            <p:ph idx="3" type="subTitle"/>
          </p:nvPr>
        </p:nvSpPr>
        <p:spPr>
          <a:xfrm>
            <a:off x="1563300" y="2787168"/>
            <a:ext cx="26652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200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702" name="Google Shape;702;p17"/>
          <p:cNvSpPr txBox="1"/>
          <p:nvPr>
            <p:ph idx="4" type="subTitle"/>
          </p:nvPr>
        </p:nvSpPr>
        <p:spPr>
          <a:xfrm>
            <a:off x="5522075" y="3256230"/>
            <a:ext cx="2665200" cy="83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03" name="Google Shape;703;p17"/>
          <p:cNvSpPr txBox="1"/>
          <p:nvPr>
            <p:ph hasCustomPrompt="1" idx="5" type="title"/>
          </p:nvPr>
        </p:nvSpPr>
        <p:spPr>
          <a:xfrm>
            <a:off x="5522075" y="1676825"/>
            <a:ext cx="2665200" cy="110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lt2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704" name="Google Shape;704;p17"/>
          <p:cNvSpPr txBox="1"/>
          <p:nvPr>
            <p:ph idx="6" type="subTitle"/>
          </p:nvPr>
        </p:nvSpPr>
        <p:spPr>
          <a:xfrm>
            <a:off x="5522075" y="2787168"/>
            <a:ext cx="26652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200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grpSp>
        <p:nvGrpSpPr>
          <p:cNvPr id="705" name="Google Shape;705;p17"/>
          <p:cNvGrpSpPr/>
          <p:nvPr/>
        </p:nvGrpSpPr>
        <p:grpSpPr>
          <a:xfrm>
            <a:off x="8329382" y="-1797275"/>
            <a:ext cx="2750618" cy="2741916"/>
            <a:chOff x="2724182" y="-1866850"/>
            <a:chExt cx="2750618" cy="2741916"/>
          </a:xfrm>
        </p:grpSpPr>
        <p:sp>
          <p:nvSpPr>
            <p:cNvPr id="706" name="Google Shape;706;p17"/>
            <p:cNvSpPr/>
            <p:nvPr/>
          </p:nvSpPr>
          <p:spPr>
            <a:xfrm>
              <a:off x="2822200" y="-1866850"/>
              <a:ext cx="2652600" cy="26373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707" name="Google Shape;707;p17"/>
            <p:cNvGrpSpPr/>
            <p:nvPr/>
          </p:nvGrpSpPr>
          <p:grpSpPr>
            <a:xfrm flipH="1" rot="-5400000">
              <a:off x="2724854" y="-1701422"/>
              <a:ext cx="2575817" cy="2577160"/>
              <a:chOff x="1550275" y="1493275"/>
              <a:chExt cx="1582100" cy="1582925"/>
            </a:xfrm>
          </p:grpSpPr>
          <p:sp>
            <p:nvSpPr>
              <p:cNvPr id="708" name="Google Shape;708;p17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09" name="Google Shape;709;p17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10" name="Google Shape;710;p17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11" name="Google Shape;711;p17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12" name="Google Shape;712;p17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13" name="Google Shape;713;p17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14" name="Google Shape;714;p17"/>
              <p:cNvSpPr/>
              <p:nvPr/>
            </p:nvSpPr>
            <p:spPr>
              <a:xfrm>
                <a:off x="1738593" y="1684322"/>
                <a:ext cx="1119733" cy="1119165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15" name="Google Shape;715;p17"/>
              <p:cNvSpPr/>
              <p:nvPr/>
            </p:nvSpPr>
            <p:spPr>
              <a:xfrm>
                <a:off x="1793442" y="1767256"/>
                <a:ext cx="1148861" cy="1155187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16" name="Google Shape;716;p17"/>
              <p:cNvSpPr/>
              <p:nvPr/>
            </p:nvSpPr>
            <p:spPr>
              <a:xfrm>
                <a:off x="1903138" y="1863197"/>
                <a:ext cx="1108951" cy="1114002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17" name="Google Shape;717;p17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18" name="Google Shape;718;p17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19" name="Google Shape;719;p17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20" name="Google Shape;720;p17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21" name="Google Shape;721;p17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722" name="Google Shape;722;p17"/>
          <p:cNvGrpSpPr/>
          <p:nvPr/>
        </p:nvGrpSpPr>
        <p:grpSpPr>
          <a:xfrm flipH="1" rot="5400000">
            <a:off x="-1534486" y="4335726"/>
            <a:ext cx="2744275" cy="2727763"/>
            <a:chOff x="5985575" y="4420825"/>
            <a:chExt cx="2744275" cy="2727763"/>
          </a:xfrm>
        </p:grpSpPr>
        <p:sp>
          <p:nvSpPr>
            <p:cNvPr id="723" name="Google Shape;723;p17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724" name="Google Shape;724;p17"/>
            <p:cNvGrpSpPr/>
            <p:nvPr/>
          </p:nvGrpSpPr>
          <p:grpSpPr>
            <a:xfrm flipH="1" rot="5400000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725" name="Google Shape;725;p17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26" name="Google Shape;726;p17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27" name="Google Shape;727;p17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28" name="Google Shape;728;p17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29" name="Google Shape;729;p17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30" name="Google Shape;730;p17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31" name="Google Shape;731;p17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32" name="Google Shape;732;p17"/>
              <p:cNvSpPr/>
              <p:nvPr/>
            </p:nvSpPr>
            <p:spPr>
              <a:xfrm>
                <a:off x="1861553" y="1767253"/>
                <a:ext cx="1080578" cy="1082004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33" name="Google Shape;733;p17"/>
              <p:cNvSpPr/>
              <p:nvPr/>
            </p:nvSpPr>
            <p:spPr>
              <a:xfrm>
                <a:off x="1898130" y="1863198"/>
                <a:ext cx="1114002" cy="1086690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34" name="Google Shape;734;p17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35" name="Google Shape;735;p17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36" name="Google Shape;736;p17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37" name="Google Shape;737;p17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38" name="Google Shape;738;p17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2">
  <p:cSld name="CUSTOM_2_1_2"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18"/>
          <p:cNvSpPr txBox="1"/>
          <p:nvPr>
            <p:ph idx="1" type="subTitle"/>
          </p:nvPr>
        </p:nvSpPr>
        <p:spPr>
          <a:xfrm>
            <a:off x="4046963" y="1316525"/>
            <a:ext cx="42423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741" name="Google Shape;741;p18"/>
          <p:cNvSpPr txBox="1"/>
          <p:nvPr>
            <p:ph hasCustomPrompt="1" type="title"/>
          </p:nvPr>
        </p:nvSpPr>
        <p:spPr>
          <a:xfrm>
            <a:off x="4046963" y="514200"/>
            <a:ext cx="4242300" cy="92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742" name="Google Shape;742;p18"/>
          <p:cNvSpPr txBox="1"/>
          <p:nvPr>
            <p:ph idx="2" type="subTitle"/>
          </p:nvPr>
        </p:nvSpPr>
        <p:spPr>
          <a:xfrm>
            <a:off x="4046963" y="4126275"/>
            <a:ext cx="42423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743" name="Google Shape;743;p18"/>
          <p:cNvSpPr txBox="1"/>
          <p:nvPr>
            <p:ph hasCustomPrompt="1" idx="3" type="title"/>
          </p:nvPr>
        </p:nvSpPr>
        <p:spPr>
          <a:xfrm>
            <a:off x="4046963" y="3323950"/>
            <a:ext cx="4242300" cy="92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744" name="Google Shape;744;p18"/>
          <p:cNvSpPr txBox="1"/>
          <p:nvPr>
            <p:ph idx="4" type="subTitle"/>
          </p:nvPr>
        </p:nvSpPr>
        <p:spPr>
          <a:xfrm>
            <a:off x="4046963" y="2721400"/>
            <a:ext cx="42423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745" name="Google Shape;745;p18"/>
          <p:cNvSpPr txBox="1"/>
          <p:nvPr>
            <p:ph hasCustomPrompt="1" idx="5" type="title"/>
          </p:nvPr>
        </p:nvSpPr>
        <p:spPr>
          <a:xfrm>
            <a:off x="4046963" y="1919075"/>
            <a:ext cx="4242300" cy="92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4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grpSp>
        <p:nvGrpSpPr>
          <p:cNvPr id="746" name="Google Shape;746;p18"/>
          <p:cNvGrpSpPr/>
          <p:nvPr/>
        </p:nvGrpSpPr>
        <p:grpSpPr>
          <a:xfrm flipH="1" rot="-5400000">
            <a:off x="-1596561" y="4134526"/>
            <a:ext cx="2744275" cy="2727763"/>
            <a:chOff x="5985575" y="4420825"/>
            <a:chExt cx="2744275" cy="2727763"/>
          </a:xfrm>
        </p:grpSpPr>
        <p:sp>
          <p:nvSpPr>
            <p:cNvPr id="747" name="Google Shape;747;p18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748" name="Google Shape;748;p18"/>
            <p:cNvGrpSpPr/>
            <p:nvPr/>
          </p:nvGrpSpPr>
          <p:grpSpPr>
            <a:xfrm flipH="1" rot="5400000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749" name="Google Shape;749;p18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50" name="Google Shape;750;p18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51" name="Google Shape;751;p18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52" name="Google Shape;752;p18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53" name="Google Shape;753;p18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54" name="Google Shape;754;p18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55" name="Google Shape;755;p18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56" name="Google Shape;756;p18"/>
              <p:cNvSpPr/>
              <p:nvPr/>
            </p:nvSpPr>
            <p:spPr>
              <a:xfrm>
                <a:off x="1802230" y="1767248"/>
                <a:ext cx="1139947" cy="1128455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57" name="Google Shape;757;p18"/>
              <p:cNvSpPr/>
              <p:nvPr/>
            </p:nvSpPr>
            <p:spPr>
              <a:xfrm>
                <a:off x="1902777" y="1863204"/>
                <a:ext cx="1109325" cy="1105584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58" name="Google Shape;758;p18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59" name="Google Shape;759;p18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60" name="Google Shape;760;p18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61" name="Google Shape;761;p18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62" name="Google Shape;762;p18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763" name="Google Shape;763;p18"/>
          <p:cNvGrpSpPr/>
          <p:nvPr/>
        </p:nvGrpSpPr>
        <p:grpSpPr>
          <a:xfrm flipH="1">
            <a:off x="178072" y="-2112372"/>
            <a:ext cx="2744275" cy="2727763"/>
            <a:chOff x="5985575" y="4420825"/>
            <a:chExt cx="2744275" cy="2727763"/>
          </a:xfrm>
        </p:grpSpPr>
        <p:sp>
          <p:nvSpPr>
            <p:cNvPr id="764" name="Google Shape;764;p18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765" name="Google Shape;765;p18"/>
            <p:cNvGrpSpPr/>
            <p:nvPr/>
          </p:nvGrpSpPr>
          <p:grpSpPr>
            <a:xfrm flipH="1" rot="5400000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766" name="Google Shape;766;p18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67" name="Google Shape;767;p18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68" name="Google Shape;768;p18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69" name="Google Shape;769;p18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70" name="Google Shape;770;p18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71" name="Google Shape;771;p18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72" name="Google Shape;772;p18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73" name="Google Shape;773;p18"/>
              <p:cNvSpPr/>
              <p:nvPr/>
            </p:nvSpPr>
            <p:spPr>
              <a:xfrm>
                <a:off x="1802230" y="1767248"/>
                <a:ext cx="1139947" cy="1128455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74" name="Google Shape;774;p18"/>
              <p:cNvSpPr/>
              <p:nvPr/>
            </p:nvSpPr>
            <p:spPr>
              <a:xfrm>
                <a:off x="1902777" y="1863204"/>
                <a:ext cx="1109325" cy="1105584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75" name="Google Shape;775;p18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76" name="Google Shape;776;p18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77" name="Google Shape;777;p18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78" name="Google Shape;778;p18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79" name="Google Shape;779;p18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780" name="Google Shape;780;p18"/>
          <p:cNvGrpSpPr/>
          <p:nvPr/>
        </p:nvGrpSpPr>
        <p:grpSpPr>
          <a:xfrm rot="10800000">
            <a:off x="7555836" y="-1972581"/>
            <a:ext cx="2577160" cy="2638569"/>
            <a:chOff x="-1115775" y="4467744"/>
            <a:chExt cx="2577160" cy="2638569"/>
          </a:xfrm>
        </p:grpSpPr>
        <p:sp>
          <p:nvSpPr>
            <p:cNvPr id="781" name="Google Shape;781;p18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782" name="Google Shape;782;p18"/>
            <p:cNvGrpSpPr/>
            <p:nvPr/>
          </p:nvGrpSpPr>
          <p:grpSpPr>
            <a:xfrm flipH="1" rot="5400000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783" name="Google Shape;783;p18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84" name="Google Shape;784;p18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85" name="Google Shape;785;p18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86" name="Google Shape;786;p18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87" name="Google Shape;787;p18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88" name="Google Shape;788;p18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89" name="Google Shape;789;p18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90" name="Google Shape;790;p18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91" name="Google Shape;791;p18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92" name="Google Shape;792;p18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93" name="Google Shape;793;p18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94" name="Google Shape;794;p18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95" name="Google Shape;795;p18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96" name="Google Shape;796;p18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2_1_1"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19"/>
          <p:cNvSpPr txBox="1"/>
          <p:nvPr>
            <p:ph type="title"/>
          </p:nvPr>
        </p:nvSpPr>
        <p:spPr>
          <a:xfrm>
            <a:off x="713225" y="520925"/>
            <a:ext cx="7717500" cy="7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grpSp>
        <p:nvGrpSpPr>
          <p:cNvPr id="799" name="Google Shape;799;p19"/>
          <p:cNvGrpSpPr/>
          <p:nvPr/>
        </p:nvGrpSpPr>
        <p:grpSpPr>
          <a:xfrm flipH="1">
            <a:off x="8162268" y="4327483"/>
            <a:ext cx="2744275" cy="2727763"/>
            <a:chOff x="5985575" y="4420825"/>
            <a:chExt cx="2744275" cy="2727763"/>
          </a:xfrm>
        </p:grpSpPr>
        <p:sp>
          <p:nvSpPr>
            <p:cNvPr id="800" name="Google Shape;800;p19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801" name="Google Shape;801;p19"/>
            <p:cNvGrpSpPr/>
            <p:nvPr/>
          </p:nvGrpSpPr>
          <p:grpSpPr>
            <a:xfrm flipH="1" rot="5400000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802" name="Google Shape;802;p19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03" name="Google Shape;803;p19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04" name="Google Shape;804;p19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05" name="Google Shape;805;p19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06" name="Google Shape;806;p19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07" name="Google Shape;807;p19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08" name="Google Shape;808;p19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09" name="Google Shape;809;p19"/>
              <p:cNvSpPr/>
              <p:nvPr/>
            </p:nvSpPr>
            <p:spPr>
              <a:xfrm>
                <a:off x="1861553" y="1767253"/>
                <a:ext cx="1080578" cy="1082004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10" name="Google Shape;810;p19"/>
              <p:cNvSpPr/>
              <p:nvPr/>
            </p:nvSpPr>
            <p:spPr>
              <a:xfrm>
                <a:off x="1898130" y="1863198"/>
                <a:ext cx="1114002" cy="1086690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11" name="Google Shape;811;p19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12" name="Google Shape;812;p19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13" name="Google Shape;813;p19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14" name="Google Shape;814;p19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15" name="Google Shape;815;p19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816" name="Google Shape;816;p19"/>
          <p:cNvGrpSpPr/>
          <p:nvPr/>
        </p:nvGrpSpPr>
        <p:grpSpPr>
          <a:xfrm flipH="1">
            <a:off x="-1718107" y="-1806042"/>
            <a:ext cx="2744275" cy="2727763"/>
            <a:chOff x="5985575" y="4420825"/>
            <a:chExt cx="2744275" cy="2727763"/>
          </a:xfrm>
        </p:grpSpPr>
        <p:sp>
          <p:nvSpPr>
            <p:cNvPr id="817" name="Google Shape;817;p19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818" name="Google Shape;818;p19"/>
            <p:cNvGrpSpPr/>
            <p:nvPr/>
          </p:nvGrpSpPr>
          <p:grpSpPr>
            <a:xfrm flipH="1" rot="5400000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819" name="Google Shape;819;p19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20" name="Google Shape;820;p19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21" name="Google Shape;821;p19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22" name="Google Shape;822;p19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23" name="Google Shape;823;p19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24" name="Google Shape;824;p19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25" name="Google Shape;825;p19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26" name="Google Shape;826;p19"/>
              <p:cNvSpPr/>
              <p:nvPr/>
            </p:nvSpPr>
            <p:spPr>
              <a:xfrm>
                <a:off x="1787327" y="1767256"/>
                <a:ext cx="1154741" cy="1144949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27" name="Google Shape;827;p19"/>
              <p:cNvSpPr/>
              <p:nvPr/>
            </p:nvSpPr>
            <p:spPr>
              <a:xfrm>
                <a:off x="1898130" y="1863198"/>
                <a:ext cx="1114002" cy="1086690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28" name="Google Shape;828;p19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29" name="Google Shape;829;p19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30" name="Google Shape;830;p19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31" name="Google Shape;831;p19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32" name="Google Shape;832;p19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2_1_1_1"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4" name="Google Shape;834;p20"/>
          <p:cNvGrpSpPr/>
          <p:nvPr/>
        </p:nvGrpSpPr>
        <p:grpSpPr>
          <a:xfrm flipH="1">
            <a:off x="7799028" y="4289170"/>
            <a:ext cx="2577160" cy="2638569"/>
            <a:chOff x="-1115775" y="4467744"/>
            <a:chExt cx="2577160" cy="2638569"/>
          </a:xfrm>
        </p:grpSpPr>
        <p:sp>
          <p:nvSpPr>
            <p:cNvPr id="835" name="Google Shape;835;p20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836" name="Google Shape;836;p20"/>
            <p:cNvGrpSpPr/>
            <p:nvPr/>
          </p:nvGrpSpPr>
          <p:grpSpPr>
            <a:xfrm flipH="1" rot="5400000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837" name="Google Shape;837;p20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38" name="Google Shape;838;p20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39" name="Google Shape;839;p20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40" name="Google Shape;840;p20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41" name="Google Shape;841;p20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42" name="Google Shape;842;p20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43" name="Google Shape;843;p20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44" name="Google Shape;844;p20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45" name="Google Shape;845;p20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46" name="Google Shape;846;p20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47" name="Google Shape;847;p20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48" name="Google Shape;848;p20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49" name="Google Shape;849;p20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50" name="Google Shape;850;p20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sp>
        <p:nvSpPr>
          <p:cNvPr id="851" name="Google Shape;851;p20"/>
          <p:cNvSpPr txBox="1"/>
          <p:nvPr>
            <p:ph type="title"/>
          </p:nvPr>
        </p:nvSpPr>
        <p:spPr>
          <a:xfrm>
            <a:off x="4709575" y="1310875"/>
            <a:ext cx="3474000" cy="129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9200"/>
              <a:buNone/>
              <a:defRPr sz="7200"/>
            </a:lvl1pPr>
            <a:lvl2pPr lvl="1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2pPr>
            <a:lvl3pPr lvl="2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3pPr>
            <a:lvl4pPr lvl="3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4pPr>
            <a:lvl5pPr lvl="4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5pPr>
            <a:lvl6pPr lvl="5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6pPr>
            <a:lvl7pPr lvl="6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7pPr>
            <a:lvl8pPr lvl="7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8pPr>
            <a:lvl9pPr lvl="8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9pPr>
          </a:lstStyle>
          <a:p/>
        </p:txBody>
      </p:sp>
      <p:sp>
        <p:nvSpPr>
          <p:cNvPr id="852" name="Google Shape;852;p20"/>
          <p:cNvSpPr txBox="1"/>
          <p:nvPr>
            <p:ph idx="1" type="subTitle"/>
          </p:nvPr>
        </p:nvSpPr>
        <p:spPr>
          <a:xfrm>
            <a:off x="4709575" y="2645425"/>
            <a:ext cx="3474000" cy="10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grpSp>
        <p:nvGrpSpPr>
          <p:cNvPr id="853" name="Google Shape;853;p20"/>
          <p:cNvGrpSpPr/>
          <p:nvPr/>
        </p:nvGrpSpPr>
        <p:grpSpPr>
          <a:xfrm>
            <a:off x="-1309043" y="4264875"/>
            <a:ext cx="2750618" cy="2741916"/>
            <a:chOff x="2724182" y="-1866850"/>
            <a:chExt cx="2750618" cy="2741916"/>
          </a:xfrm>
        </p:grpSpPr>
        <p:sp>
          <p:nvSpPr>
            <p:cNvPr id="854" name="Google Shape;854;p20"/>
            <p:cNvSpPr/>
            <p:nvPr/>
          </p:nvSpPr>
          <p:spPr>
            <a:xfrm>
              <a:off x="2822200" y="-1866850"/>
              <a:ext cx="2652600" cy="26373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855" name="Google Shape;855;p20"/>
            <p:cNvGrpSpPr/>
            <p:nvPr/>
          </p:nvGrpSpPr>
          <p:grpSpPr>
            <a:xfrm flipH="1" rot="-5400000">
              <a:off x="2724854" y="-1701422"/>
              <a:ext cx="2575817" cy="2577160"/>
              <a:chOff x="1550275" y="1493275"/>
              <a:chExt cx="1582100" cy="1582925"/>
            </a:xfrm>
          </p:grpSpPr>
          <p:sp>
            <p:nvSpPr>
              <p:cNvPr id="856" name="Google Shape;856;p20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57" name="Google Shape;857;p20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58" name="Google Shape;858;p20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59" name="Google Shape;859;p20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60" name="Google Shape;860;p20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61" name="Google Shape;861;p20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62" name="Google Shape;862;p20"/>
              <p:cNvSpPr/>
              <p:nvPr/>
            </p:nvSpPr>
            <p:spPr>
              <a:xfrm>
                <a:off x="1735631" y="1684323"/>
                <a:ext cx="1122767" cy="1115752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63" name="Google Shape;863;p20"/>
              <p:cNvSpPr/>
              <p:nvPr/>
            </p:nvSpPr>
            <p:spPr>
              <a:xfrm>
                <a:off x="1781330" y="1767253"/>
                <a:ext cx="1160811" cy="1151585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64" name="Google Shape;864;p20"/>
              <p:cNvSpPr/>
              <p:nvPr/>
            </p:nvSpPr>
            <p:spPr>
              <a:xfrm>
                <a:off x="1891023" y="1863197"/>
                <a:ext cx="1121111" cy="1119801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65" name="Google Shape;865;p20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66" name="Google Shape;866;p20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67" name="Google Shape;867;p20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68" name="Google Shape;868;p20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69" name="Google Shape;869;p20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1"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21"/>
          <p:cNvSpPr txBox="1"/>
          <p:nvPr>
            <p:ph idx="1" type="body"/>
          </p:nvPr>
        </p:nvSpPr>
        <p:spPr>
          <a:xfrm>
            <a:off x="1207300" y="1761941"/>
            <a:ext cx="3763200" cy="23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ed Hat Display"/>
              <a:buChar char="𑁋"/>
              <a:defRPr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ed Hat Display"/>
              <a:buChar char="○"/>
              <a:defRPr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ed Hat Display"/>
              <a:buChar char="■"/>
              <a:defRPr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ed Hat Display"/>
              <a:buChar char="●"/>
              <a:defRPr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ed Hat Display"/>
              <a:buChar char="○"/>
              <a:defRPr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ed Hat Display"/>
              <a:buChar char="■"/>
              <a:defRPr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ed Hat Display"/>
              <a:buChar char="●"/>
              <a:defRPr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ed Hat Display"/>
              <a:buChar char="○"/>
              <a:defRPr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200"/>
              <a:buFont typeface="Red Hat Display"/>
              <a:buChar char="■"/>
              <a:defRPr/>
            </a:lvl9pPr>
          </a:lstStyle>
          <a:p/>
        </p:txBody>
      </p:sp>
      <p:sp>
        <p:nvSpPr>
          <p:cNvPr id="872" name="Google Shape;872;p21"/>
          <p:cNvSpPr txBox="1"/>
          <p:nvPr>
            <p:ph type="title"/>
          </p:nvPr>
        </p:nvSpPr>
        <p:spPr>
          <a:xfrm>
            <a:off x="713225" y="520925"/>
            <a:ext cx="7717500" cy="7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grpSp>
        <p:nvGrpSpPr>
          <p:cNvPr id="873" name="Google Shape;873;p21"/>
          <p:cNvGrpSpPr/>
          <p:nvPr/>
        </p:nvGrpSpPr>
        <p:grpSpPr>
          <a:xfrm rot="5400000">
            <a:off x="7854984" y="4618264"/>
            <a:ext cx="2750618" cy="2741916"/>
            <a:chOff x="2724182" y="-1866850"/>
            <a:chExt cx="2750618" cy="2741916"/>
          </a:xfrm>
        </p:grpSpPr>
        <p:sp>
          <p:nvSpPr>
            <p:cNvPr id="874" name="Google Shape;874;p21"/>
            <p:cNvSpPr/>
            <p:nvPr/>
          </p:nvSpPr>
          <p:spPr>
            <a:xfrm>
              <a:off x="2822200" y="-1866850"/>
              <a:ext cx="2652600" cy="26373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875" name="Google Shape;875;p21"/>
            <p:cNvGrpSpPr/>
            <p:nvPr/>
          </p:nvGrpSpPr>
          <p:grpSpPr>
            <a:xfrm flipH="1" rot="-5400000">
              <a:off x="2724854" y="-1701422"/>
              <a:ext cx="2575817" cy="2577160"/>
              <a:chOff x="1550275" y="1493275"/>
              <a:chExt cx="1582100" cy="1582925"/>
            </a:xfrm>
          </p:grpSpPr>
          <p:sp>
            <p:nvSpPr>
              <p:cNvPr id="876" name="Google Shape;876;p21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77" name="Google Shape;877;p21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78" name="Google Shape;878;p21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79" name="Google Shape;879;p21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80" name="Google Shape;880;p21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81" name="Google Shape;881;p21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82" name="Google Shape;882;p21"/>
              <p:cNvSpPr/>
              <p:nvPr/>
            </p:nvSpPr>
            <p:spPr>
              <a:xfrm>
                <a:off x="1735631" y="1684323"/>
                <a:ext cx="1122767" cy="1115752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83" name="Google Shape;883;p21"/>
              <p:cNvSpPr/>
              <p:nvPr/>
            </p:nvSpPr>
            <p:spPr>
              <a:xfrm>
                <a:off x="1804016" y="1767249"/>
                <a:ext cx="1138050" cy="1120681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84" name="Google Shape;884;p21"/>
              <p:cNvSpPr/>
              <p:nvPr/>
            </p:nvSpPr>
            <p:spPr>
              <a:xfrm>
                <a:off x="1891023" y="1863197"/>
                <a:ext cx="1121111" cy="1119801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85" name="Google Shape;885;p21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86" name="Google Shape;886;p21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87" name="Google Shape;887;p21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88" name="Google Shape;888;p21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89" name="Google Shape;889;p21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890" name="Google Shape;890;p21"/>
          <p:cNvGrpSpPr/>
          <p:nvPr/>
        </p:nvGrpSpPr>
        <p:grpSpPr>
          <a:xfrm>
            <a:off x="-1281564" y="4306094"/>
            <a:ext cx="2577160" cy="2638569"/>
            <a:chOff x="-1115775" y="4467744"/>
            <a:chExt cx="2577160" cy="2638569"/>
          </a:xfrm>
        </p:grpSpPr>
        <p:sp>
          <p:nvSpPr>
            <p:cNvPr id="891" name="Google Shape;891;p21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892" name="Google Shape;892;p21"/>
            <p:cNvGrpSpPr/>
            <p:nvPr/>
          </p:nvGrpSpPr>
          <p:grpSpPr>
            <a:xfrm flipH="1" rot="5400000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893" name="Google Shape;893;p21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94" name="Google Shape;894;p21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95" name="Google Shape;895;p21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96" name="Google Shape;896;p21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97" name="Google Shape;897;p21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98" name="Google Shape;898;p21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99" name="Google Shape;899;p21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00" name="Google Shape;900;p21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01" name="Google Shape;901;p21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02" name="Google Shape;902;p21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03" name="Google Shape;903;p21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04" name="Google Shape;904;p21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05" name="Google Shape;905;p21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06" name="Google Shape;906;p21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2_1_1_1_1_1"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22"/>
          <p:cNvSpPr txBox="1"/>
          <p:nvPr>
            <p:ph type="title"/>
          </p:nvPr>
        </p:nvSpPr>
        <p:spPr>
          <a:xfrm>
            <a:off x="2205300" y="1076200"/>
            <a:ext cx="4733400" cy="7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909" name="Google Shape;909;p22"/>
          <p:cNvSpPr txBox="1"/>
          <p:nvPr>
            <p:ph idx="1" type="subTitle"/>
          </p:nvPr>
        </p:nvSpPr>
        <p:spPr>
          <a:xfrm>
            <a:off x="2205300" y="1997100"/>
            <a:ext cx="4733400" cy="20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grpSp>
        <p:nvGrpSpPr>
          <p:cNvPr id="910" name="Google Shape;910;p22"/>
          <p:cNvGrpSpPr/>
          <p:nvPr/>
        </p:nvGrpSpPr>
        <p:grpSpPr>
          <a:xfrm flipH="1" rot="5400000">
            <a:off x="-1626925" y="4485076"/>
            <a:ext cx="2744275" cy="2727763"/>
            <a:chOff x="5985575" y="4420825"/>
            <a:chExt cx="2744275" cy="2727763"/>
          </a:xfrm>
        </p:grpSpPr>
        <p:sp>
          <p:nvSpPr>
            <p:cNvPr id="911" name="Google Shape;911;p22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912" name="Google Shape;912;p22"/>
            <p:cNvGrpSpPr/>
            <p:nvPr/>
          </p:nvGrpSpPr>
          <p:grpSpPr>
            <a:xfrm flipH="1" rot="5400000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913" name="Google Shape;913;p22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14" name="Google Shape;914;p22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15" name="Google Shape;915;p22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16" name="Google Shape;916;p22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17" name="Google Shape;917;p22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18" name="Google Shape;918;p22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19" name="Google Shape;919;p22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20" name="Google Shape;920;p22"/>
              <p:cNvSpPr/>
              <p:nvPr/>
            </p:nvSpPr>
            <p:spPr>
              <a:xfrm>
                <a:off x="1802230" y="1767248"/>
                <a:ext cx="1139947" cy="1128455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21" name="Google Shape;921;p22"/>
              <p:cNvSpPr/>
              <p:nvPr/>
            </p:nvSpPr>
            <p:spPr>
              <a:xfrm>
                <a:off x="1902777" y="1863204"/>
                <a:ext cx="1109325" cy="1105584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22" name="Google Shape;922;p22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23" name="Google Shape;923;p22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24" name="Google Shape;924;p22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25" name="Google Shape;925;p22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26" name="Google Shape;926;p22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927" name="Google Shape;927;p22"/>
          <p:cNvGrpSpPr/>
          <p:nvPr/>
        </p:nvGrpSpPr>
        <p:grpSpPr>
          <a:xfrm flipH="1" rot="10800000">
            <a:off x="8006688" y="4628776"/>
            <a:ext cx="2744275" cy="2727763"/>
            <a:chOff x="5985575" y="4420825"/>
            <a:chExt cx="2744275" cy="2727763"/>
          </a:xfrm>
        </p:grpSpPr>
        <p:sp>
          <p:nvSpPr>
            <p:cNvPr id="928" name="Google Shape;928;p22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929" name="Google Shape;929;p22"/>
            <p:cNvGrpSpPr/>
            <p:nvPr/>
          </p:nvGrpSpPr>
          <p:grpSpPr>
            <a:xfrm flipH="1" rot="5400000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930" name="Google Shape;930;p22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31" name="Google Shape;931;p22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32" name="Google Shape;932;p22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33" name="Google Shape;933;p22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34" name="Google Shape;934;p22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35" name="Google Shape;935;p22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36" name="Google Shape;936;p22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37" name="Google Shape;937;p22"/>
              <p:cNvSpPr/>
              <p:nvPr/>
            </p:nvSpPr>
            <p:spPr>
              <a:xfrm>
                <a:off x="1802230" y="1767248"/>
                <a:ext cx="1139947" cy="1128455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38" name="Google Shape;938;p22"/>
              <p:cNvSpPr/>
              <p:nvPr/>
            </p:nvSpPr>
            <p:spPr>
              <a:xfrm>
                <a:off x="1902777" y="1863204"/>
                <a:ext cx="1109325" cy="1105584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39" name="Google Shape;939;p22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40" name="Google Shape;940;p22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41" name="Google Shape;941;p22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42" name="Google Shape;942;p22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43" name="Google Shape;943;p22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944" name="Google Shape;944;p22"/>
          <p:cNvGrpSpPr/>
          <p:nvPr/>
        </p:nvGrpSpPr>
        <p:grpSpPr>
          <a:xfrm rot="10800000">
            <a:off x="7500411" y="-1866431"/>
            <a:ext cx="2577160" cy="2638569"/>
            <a:chOff x="-1115775" y="4467744"/>
            <a:chExt cx="2577160" cy="2638569"/>
          </a:xfrm>
        </p:grpSpPr>
        <p:sp>
          <p:nvSpPr>
            <p:cNvPr id="945" name="Google Shape;945;p22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946" name="Google Shape;946;p22"/>
            <p:cNvGrpSpPr/>
            <p:nvPr/>
          </p:nvGrpSpPr>
          <p:grpSpPr>
            <a:xfrm flipH="1" rot="5400000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947" name="Google Shape;947;p22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48" name="Google Shape;948;p22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49" name="Google Shape;949;p22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50" name="Google Shape;950;p22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51" name="Google Shape;951;p22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52" name="Google Shape;952;p22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53" name="Google Shape;953;p22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54" name="Google Shape;954;p22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55" name="Google Shape;955;p22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56" name="Google Shape;956;p22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57" name="Google Shape;957;p22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58" name="Google Shape;958;p22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59" name="Google Shape;959;p22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60" name="Google Shape;960;p22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961" name="Google Shape;961;p22"/>
          <p:cNvGrpSpPr/>
          <p:nvPr/>
        </p:nvGrpSpPr>
        <p:grpSpPr>
          <a:xfrm flipH="1" rot="10800000">
            <a:off x="-933564" y="-1866431"/>
            <a:ext cx="2577160" cy="2638569"/>
            <a:chOff x="-1115775" y="4467744"/>
            <a:chExt cx="2577160" cy="2638569"/>
          </a:xfrm>
        </p:grpSpPr>
        <p:sp>
          <p:nvSpPr>
            <p:cNvPr id="962" name="Google Shape;962;p22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963" name="Google Shape;963;p22"/>
            <p:cNvGrpSpPr/>
            <p:nvPr/>
          </p:nvGrpSpPr>
          <p:grpSpPr>
            <a:xfrm flipH="1" rot="5400000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964" name="Google Shape;964;p22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65" name="Google Shape;965;p22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66" name="Google Shape;966;p22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67" name="Google Shape;967;p22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68" name="Google Shape;968;p22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69" name="Google Shape;969;p22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70" name="Google Shape;970;p22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71" name="Google Shape;971;p22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72" name="Google Shape;972;p22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73" name="Google Shape;973;p22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74" name="Google Shape;974;p22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75" name="Google Shape;975;p22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76" name="Google Shape;976;p22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77" name="Google Shape;977;p22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2_1_1_1_1_1_1"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p23"/>
          <p:cNvSpPr txBox="1"/>
          <p:nvPr>
            <p:ph type="title"/>
          </p:nvPr>
        </p:nvSpPr>
        <p:spPr>
          <a:xfrm>
            <a:off x="907175" y="1319225"/>
            <a:ext cx="2720400" cy="123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980" name="Google Shape;980;p23"/>
          <p:cNvSpPr txBox="1"/>
          <p:nvPr>
            <p:ph idx="1" type="subTitle"/>
          </p:nvPr>
        </p:nvSpPr>
        <p:spPr>
          <a:xfrm>
            <a:off x="907175" y="2724672"/>
            <a:ext cx="2720400" cy="10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981" name="Google Shape;981;p23"/>
          <p:cNvGrpSpPr/>
          <p:nvPr/>
        </p:nvGrpSpPr>
        <p:grpSpPr>
          <a:xfrm flipH="1" rot="-5400000">
            <a:off x="7673050" y="-2221824"/>
            <a:ext cx="2744275" cy="2727763"/>
            <a:chOff x="5985575" y="4420825"/>
            <a:chExt cx="2744275" cy="2727763"/>
          </a:xfrm>
        </p:grpSpPr>
        <p:sp>
          <p:nvSpPr>
            <p:cNvPr id="982" name="Google Shape;982;p23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983" name="Google Shape;983;p23"/>
            <p:cNvGrpSpPr/>
            <p:nvPr/>
          </p:nvGrpSpPr>
          <p:grpSpPr>
            <a:xfrm flipH="1" rot="5400000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984" name="Google Shape;984;p23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85" name="Google Shape;985;p23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86" name="Google Shape;986;p23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87" name="Google Shape;987;p23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88" name="Google Shape;988;p23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89" name="Google Shape;989;p23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90" name="Google Shape;990;p23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91" name="Google Shape;991;p23"/>
              <p:cNvSpPr/>
              <p:nvPr/>
            </p:nvSpPr>
            <p:spPr>
              <a:xfrm>
                <a:off x="1802230" y="1767248"/>
                <a:ext cx="1139947" cy="1128455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92" name="Google Shape;992;p23"/>
              <p:cNvSpPr/>
              <p:nvPr/>
            </p:nvSpPr>
            <p:spPr>
              <a:xfrm>
                <a:off x="1902777" y="1863204"/>
                <a:ext cx="1109325" cy="1105584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93" name="Google Shape;993;p23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94" name="Google Shape;994;p23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95" name="Google Shape;995;p23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96" name="Google Shape;996;p23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97" name="Google Shape;997;p23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998" name="Google Shape;998;p23"/>
          <p:cNvGrpSpPr/>
          <p:nvPr/>
        </p:nvGrpSpPr>
        <p:grpSpPr>
          <a:xfrm flipH="1" rot="10800000">
            <a:off x="2970850" y="4539526"/>
            <a:ext cx="2744275" cy="2727763"/>
            <a:chOff x="5985575" y="4420825"/>
            <a:chExt cx="2744275" cy="2727763"/>
          </a:xfrm>
        </p:grpSpPr>
        <p:sp>
          <p:nvSpPr>
            <p:cNvPr id="999" name="Google Shape;999;p23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000" name="Google Shape;1000;p23"/>
            <p:cNvGrpSpPr/>
            <p:nvPr/>
          </p:nvGrpSpPr>
          <p:grpSpPr>
            <a:xfrm flipH="1" rot="5400000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1001" name="Google Shape;1001;p23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02" name="Google Shape;1002;p23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03" name="Google Shape;1003;p23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04" name="Google Shape;1004;p23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05" name="Google Shape;1005;p23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06" name="Google Shape;1006;p23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07" name="Google Shape;1007;p23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08" name="Google Shape;1008;p23"/>
              <p:cNvSpPr/>
              <p:nvPr/>
            </p:nvSpPr>
            <p:spPr>
              <a:xfrm>
                <a:off x="1802230" y="1767248"/>
                <a:ext cx="1139947" cy="1128455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09" name="Google Shape;1009;p23"/>
              <p:cNvSpPr/>
              <p:nvPr/>
            </p:nvSpPr>
            <p:spPr>
              <a:xfrm>
                <a:off x="1902777" y="1863204"/>
                <a:ext cx="1109325" cy="1105584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10" name="Google Shape;1010;p23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11" name="Google Shape;1011;p23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12" name="Google Shape;1012;p23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13" name="Google Shape;1013;p23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14" name="Google Shape;1014;p23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015" name="Google Shape;1015;p23"/>
          <p:cNvGrpSpPr/>
          <p:nvPr/>
        </p:nvGrpSpPr>
        <p:grpSpPr>
          <a:xfrm flipH="1" rot="10800000">
            <a:off x="-1281564" y="-1968506"/>
            <a:ext cx="2577160" cy="2638569"/>
            <a:chOff x="-1115775" y="4467744"/>
            <a:chExt cx="2577160" cy="2638569"/>
          </a:xfrm>
        </p:grpSpPr>
        <p:sp>
          <p:nvSpPr>
            <p:cNvPr id="1016" name="Google Shape;1016;p23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017" name="Google Shape;1017;p23"/>
            <p:cNvGrpSpPr/>
            <p:nvPr/>
          </p:nvGrpSpPr>
          <p:grpSpPr>
            <a:xfrm flipH="1" rot="5400000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1018" name="Google Shape;1018;p23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19" name="Google Shape;1019;p23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20" name="Google Shape;1020;p23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21" name="Google Shape;1021;p23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22" name="Google Shape;1022;p23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23" name="Google Shape;1023;p23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24" name="Google Shape;1024;p23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25" name="Google Shape;1025;p23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26" name="Google Shape;1026;p23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27" name="Google Shape;1027;p23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28" name="Google Shape;1028;p23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29" name="Google Shape;1029;p23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30" name="Google Shape;1030;p23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31" name="Google Shape;1031;p23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2_1_1_1_1_1_1_1"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p24"/>
          <p:cNvSpPr txBox="1"/>
          <p:nvPr>
            <p:ph type="title"/>
          </p:nvPr>
        </p:nvSpPr>
        <p:spPr>
          <a:xfrm>
            <a:off x="5256400" y="1319225"/>
            <a:ext cx="2590500" cy="123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034" name="Google Shape;1034;p24"/>
          <p:cNvSpPr txBox="1"/>
          <p:nvPr>
            <p:ph idx="1" type="subTitle"/>
          </p:nvPr>
        </p:nvSpPr>
        <p:spPr>
          <a:xfrm>
            <a:off x="5256400" y="2724674"/>
            <a:ext cx="2590500" cy="10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1035" name="Google Shape;1035;p24"/>
          <p:cNvGrpSpPr/>
          <p:nvPr/>
        </p:nvGrpSpPr>
        <p:grpSpPr>
          <a:xfrm flipH="1" rot="-5400000">
            <a:off x="3437125" y="4622176"/>
            <a:ext cx="2744275" cy="2727763"/>
            <a:chOff x="5985575" y="4420825"/>
            <a:chExt cx="2744275" cy="2727763"/>
          </a:xfrm>
        </p:grpSpPr>
        <p:sp>
          <p:nvSpPr>
            <p:cNvPr id="1036" name="Google Shape;1036;p24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037" name="Google Shape;1037;p24"/>
            <p:cNvGrpSpPr/>
            <p:nvPr/>
          </p:nvGrpSpPr>
          <p:grpSpPr>
            <a:xfrm flipH="1" rot="5400000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1038" name="Google Shape;1038;p24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39" name="Google Shape;1039;p24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40" name="Google Shape;1040;p24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41" name="Google Shape;1041;p24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42" name="Google Shape;1042;p24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43" name="Google Shape;1043;p24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44" name="Google Shape;1044;p24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45" name="Google Shape;1045;p24"/>
              <p:cNvSpPr/>
              <p:nvPr/>
            </p:nvSpPr>
            <p:spPr>
              <a:xfrm>
                <a:off x="1802230" y="1767248"/>
                <a:ext cx="1139947" cy="1128455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46" name="Google Shape;1046;p24"/>
              <p:cNvSpPr/>
              <p:nvPr/>
            </p:nvSpPr>
            <p:spPr>
              <a:xfrm>
                <a:off x="1902777" y="1863204"/>
                <a:ext cx="1109325" cy="1105584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47" name="Google Shape;1047;p24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48" name="Google Shape;1048;p24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49" name="Google Shape;1049;p24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50" name="Google Shape;1050;p24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51" name="Google Shape;1051;p24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052" name="Google Shape;1052;p24"/>
          <p:cNvGrpSpPr/>
          <p:nvPr/>
        </p:nvGrpSpPr>
        <p:grpSpPr>
          <a:xfrm flipH="1">
            <a:off x="-1281575" y="-2213574"/>
            <a:ext cx="2744275" cy="2727763"/>
            <a:chOff x="5985575" y="4420825"/>
            <a:chExt cx="2744275" cy="2727763"/>
          </a:xfrm>
        </p:grpSpPr>
        <p:sp>
          <p:nvSpPr>
            <p:cNvPr id="1053" name="Google Shape;1053;p24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054" name="Google Shape;1054;p24"/>
            <p:cNvGrpSpPr/>
            <p:nvPr/>
          </p:nvGrpSpPr>
          <p:grpSpPr>
            <a:xfrm flipH="1" rot="5400000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1055" name="Google Shape;1055;p24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56" name="Google Shape;1056;p24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57" name="Google Shape;1057;p24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58" name="Google Shape;1058;p24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59" name="Google Shape;1059;p24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60" name="Google Shape;1060;p24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61" name="Google Shape;1061;p24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62" name="Google Shape;1062;p24"/>
              <p:cNvSpPr/>
              <p:nvPr/>
            </p:nvSpPr>
            <p:spPr>
              <a:xfrm>
                <a:off x="1802230" y="1767248"/>
                <a:ext cx="1139947" cy="1128455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63" name="Google Shape;1063;p24"/>
              <p:cNvSpPr/>
              <p:nvPr/>
            </p:nvSpPr>
            <p:spPr>
              <a:xfrm>
                <a:off x="1902777" y="1863204"/>
                <a:ext cx="1109325" cy="1105584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64" name="Google Shape;1064;p24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65" name="Google Shape;1065;p24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66" name="Google Shape;1066;p24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67" name="Google Shape;1067;p24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68" name="Google Shape;1068;p24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069" name="Google Shape;1069;p24"/>
          <p:cNvGrpSpPr/>
          <p:nvPr/>
        </p:nvGrpSpPr>
        <p:grpSpPr>
          <a:xfrm rot="10800000">
            <a:off x="7848411" y="-1968506"/>
            <a:ext cx="2577160" cy="2638569"/>
            <a:chOff x="-1115775" y="4467744"/>
            <a:chExt cx="2577160" cy="2638569"/>
          </a:xfrm>
        </p:grpSpPr>
        <p:sp>
          <p:nvSpPr>
            <p:cNvPr id="1070" name="Google Shape;1070;p24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071" name="Google Shape;1071;p24"/>
            <p:cNvGrpSpPr/>
            <p:nvPr/>
          </p:nvGrpSpPr>
          <p:grpSpPr>
            <a:xfrm flipH="1" rot="5400000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1072" name="Google Shape;1072;p24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73" name="Google Shape;1073;p24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74" name="Google Shape;1074;p24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75" name="Google Shape;1075;p24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76" name="Google Shape;1076;p24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77" name="Google Shape;1077;p24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78" name="Google Shape;1078;p24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79" name="Google Shape;1079;p24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80" name="Google Shape;1080;p24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81" name="Google Shape;1081;p24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82" name="Google Shape;1082;p24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83" name="Google Shape;1083;p24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84" name="Google Shape;1084;p24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85" name="Google Shape;1085;p24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3">
    <p:spTree>
      <p:nvGrpSpPr>
        <p:cNvPr id="1086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p25"/>
          <p:cNvSpPr txBox="1"/>
          <p:nvPr>
            <p:ph type="title"/>
          </p:nvPr>
        </p:nvSpPr>
        <p:spPr>
          <a:xfrm>
            <a:off x="713225" y="520925"/>
            <a:ext cx="7717500" cy="7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088" name="Google Shape;1088;p25"/>
          <p:cNvSpPr txBox="1"/>
          <p:nvPr>
            <p:ph idx="1" type="body"/>
          </p:nvPr>
        </p:nvSpPr>
        <p:spPr>
          <a:xfrm>
            <a:off x="799050" y="1668575"/>
            <a:ext cx="3607800" cy="29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𑁋"/>
              <a:defRPr sz="1200"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89" name="Google Shape;1089;p25"/>
          <p:cNvSpPr txBox="1"/>
          <p:nvPr>
            <p:ph idx="2" type="body"/>
          </p:nvPr>
        </p:nvSpPr>
        <p:spPr>
          <a:xfrm>
            <a:off x="4737150" y="1668575"/>
            <a:ext cx="3607800" cy="29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𑁋"/>
              <a:defRPr sz="1200"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90" name="Google Shape;1090;p25"/>
          <p:cNvSpPr txBox="1"/>
          <p:nvPr>
            <p:ph idx="3" type="subTitle"/>
          </p:nvPr>
        </p:nvSpPr>
        <p:spPr>
          <a:xfrm>
            <a:off x="713250" y="1236325"/>
            <a:ext cx="7717500" cy="3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3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grpSp>
        <p:nvGrpSpPr>
          <p:cNvPr id="1091" name="Google Shape;1091;p25"/>
          <p:cNvGrpSpPr/>
          <p:nvPr/>
        </p:nvGrpSpPr>
        <p:grpSpPr>
          <a:xfrm flipH="1" rot="10800000">
            <a:off x="-1251039" y="-2106156"/>
            <a:ext cx="2577160" cy="2638569"/>
            <a:chOff x="-1115775" y="4467744"/>
            <a:chExt cx="2577160" cy="2638569"/>
          </a:xfrm>
        </p:grpSpPr>
        <p:sp>
          <p:nvSpPr>
            <p:cNvPr id="1092" name="Google Shape;1092;p25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093" name="Google Shape;1093;p25"/>
            <p:cNvGrpSpPr/>
            <p:nvPr/>
          </p:nvGrpSpPr>
          <p:grpSpPr>
            <a:xfrm flipH="1" rot="5400000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1094" name="Google Shape;1094;p25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95" name="Google Shape;1095;p25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96" name="Google Shape;1096;p25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97" name="Google Shape;1097;p25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98" name="Google Shape;1098;p25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99" name="Google Shape;1099;p25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00" name="Google Shape;1100;p25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01" name="Google Shape;1101;p25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02" name="Google Shape;1102;p25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03" name="Google Shape;1103;p25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04" name="Google Shape;1104;p25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05" name="Google Shape;1105;p25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06" name="Google Shape;1106;p25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07" name="Google Shape;1107;p25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108" name="Google Shape;1108;p25"/>
          <p:cNvGrpSpPr/>
          <p:nvPr/>
        </p:nvGrpSpPr>
        <p:grpSpPr>
          <a:xfrm flipH="1">
            <a:off x="7817886" y="4655919"/>
            <a:ext cx="2577160" cy="2638569"/>
            <a:chOff x="-1115775" y="4467744"/>
            <a:chExt cx="2577160" cy="2638569"/>
          </a:xfrm>
        </p:grpSpPr>
        <p:sp>
          <p:nvSpPr>
            <p:cNvPr id="1109" name="Google Shape;1109;p25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110" name="Google Shape;1110;p25"/>
            <p:cNvGrpSpPr/>
            <p:nvPr/>
          </p:nvGrpSpPr>
          <p:grpSpPr>
            <a:xfrm flipH="1" rot="5400000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1111" name="Google Shape;1111;p25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12" name="Google Shape;1112;p25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13" name="Google Shape;1113;p25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14" name="Google Shape;1114;p25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15" name="Google Shape;1115;p25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16" name="Google Shape;1116;p25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17" name="Google Shape;1117;p25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18" name="Google Shape;1118;p25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19" name="Google Shape;1119;p25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20" name="Google Shape;1120;p25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21" name="Google Shape;1121;p25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22" name="Google Shape;1122;p25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23" name="Google Shape;1123;p25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24" name="Google Shape;1124;p25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CUSTOM_3_1">
    <p:spTree>
      <p:nvGrpSpPr>
        <p:cNvPr id="1125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p26"/>
          <p:cNvSpPr txBox="1"/>
          <p:nvPr>
            <p:ph type="title"/>
          </p:nvPr>
        </p:nvSpPr>
        <p:spPr>
          <a:xfrm>
            <a:off x="713225" y="520925"/>
            <a:ext cx="7717500" cy="7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127" name="Google Shape;1127;p26"/>
          <p:cNvSpPr txBox="1"/>
          <p:nvPr>
            <p:ph idx="1" type="subTitle"/>
          </p:nvPr>
        </p:nvSpPr>
        <p:spPr>
          <a:xfrm>
            <a:off x="1469700" y="1583750"/>
            <a:ext cx="2865300" cy="27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28" name="Google Shape;1128;p26"/>
          <p:cNvSpPr txBox="1"/>
          <p:nvPr>
            <p:ph idx="2" type="subTitle"/>
          </p:nvPr>
        </p:nvSpPr>
        <p:spPr>
          <a:xfrm>
            <a:off x="4809054" y="1583750"/>
            <a:ext cx="2865300" cy="27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1129" name="Google Shape;1129;p26"/>
          <p:cNvGrpSpPr/>
          <p:nvPr/>
        </p:nvGrpSpPr>
        <p:grpSpPr>
          <a:xfrm rot="-5400000">
            <a:off x="7884759" y="4242264"/>
            <a:ext cx="2750618" cy="2741916"/>
            <a:chOff x="2724182" y="-1866850"/>
            <a:chExt cx="2750618" cy="2741916"/>
          </a:xfrm>
        </p:grpSpPr>
        <p:sp>
          <p:nvSpPr>
            <p:cNvPr id="1130" name="Google Shape;1130;p26"/>
            <p:cNvSpPr/>
            <p:nvPr/>
          </p:nvSpPr>
          <p:spPr>
            <a:xfrm>
              <a:off x="2822200" y="-1866850"/>
              <a:ext cx="2652600" cy="26373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131" name="Google Shape;1131;p26"/>
            <p:cNvGrpSpPr/>
            <p:nvPr/>
          </p:nvGrpSpPr>
          <p:grpSpPr>
            <a:xfrm flipH="1" rot="-5400000">
              <a:off x="2724854" y="-1701422"/>
              <a:ext cx="2575817" cy="2577160"/>
              <a:chOff x="1550275" y="1493275"/>
              <a:chExt cx="1582100" cy="1582925"/>
            </a:xfrm>
          </p:grpSpPr>
          <p:sp>
            <p:nvSpPr>
              <p:cNvPr id="1132" name="Google Shape;1132;p26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33" name="Google Shape;1133;p26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34" name="Google Shape;1134;p26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35" name="Google Shape;1135;p26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36" name="Google Shape;1136;p26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37" name="Google Shape;1137;p26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38" name="Google Shape;1138;p26"/>
              <p:cNvSpPr/>
              <p:nvPr/>
            </p:nvSpPr>
            <p:spPr>
              <a:xfrm>
                <a:off x="1735631" y="1684323"/>
                <a:ext cx="1122767" cy="1115752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39" name="Google Shape;1139;p26"/>
              <p:cNvSpPr/>
              <p:nvPr/>
            </p:nvSpPr>
            <p:spPr>
              <a:xfrm>
                <a:off x="1804016" y="1767249"/>
                <a:ext cx="1138050" cy="1120681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40" name="Google Shape;1140;p26"/>
              <p:cNvSpPr/>
              <p:nvPr/>
            </p:nvSpPr>
            <p:spPr>
              <a:xfrm>
                <a:off x="1891023" y="1863197"/>
                <a:ext cx="1121111" cy="1119801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41" name="Google Shape;1141;p26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42" name="Google Shape;1142;p26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43" name="Google Shape;1143;p26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44" name="Google Shape;1144;p26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45" name="Google Shape;1145;p26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146" name="Google Shape;1146;p26"/>
          <p:cNvGrpSpPr/>
          <p:nvPr/>
        </p:nvGrpSpPr>
        <p:grpSpPr>
          <a:xfrm rot="5400000">
            <a:off x="-821691" y="4138089"/>
            <a:ext cx="2750618" cy="2741916"/>
            <a:chOff x="2724182" y="-1866850"/>
            <a:chExt cx="2750618" cy="2741916"/>
          </a:xfrm>
        </p:grpSpPr>
        <p:sp>
          <p:nvSpPr>
            <p:cNvPr id="1147" name="Google Shape;1147;p26"/>
            <p:cNvSpPr/>
            <p:nvPr/>
          </p:nvSpPr>
          <p:spPr>
            <a:xfrm>
              <a:off x="2822200" y="-1866850"/>
              <a:ext cx="2652600" cy="26373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148" name="Google Shape;1148;p26"/>
            <p:cNvGrpSpPr/>
            <p:nvPr/>
          </p:nvGrpSpPr>
          <p:grpSpPr>
            <a:xfrm flipH="1" rot="-5400000">
              <a:off x="2724854" y="-1701422"/>
              <a:ext cx="2575817" cy="2577160"/>
              <a:chOff x="1550275" y="1493275"/>
              <a:chExt cx="1582100" cy="1582925"/>
            </a:xfrm>
          </p:grpSpPr>
          <p:sp>
            <p:nvSpPr>
              <p:cNvPr id="1149" name="Google Shape;1149;p26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50" name="Google Shape;1150;p26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51" name="Google Shape;1151;p26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52" name="Google Shape;1152;p26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53" name="Google Shape;1153;p26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54" name="Google Shape;1154;p26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55" name="Google Shape;1155;p26"/>
              <p:cNvSpPr/>
              <p:nvPr/>
            </p:nvSpPr>
            <p:spPr>
              <a:xfrm>
                <a:off x="1735631" y="1684323"/>
                <a:ext cx="1122767" cy="1115752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56" name="Google Shape;1156;p26"/>
              <p:cNvSpPr/>
              <p:nvPr/>
            </p:nvSpPr>
            <p:spPr>
              <a:xfrm>
                <a:off x="1804016" y="1767249"/>
                <a:ext cx="1138050" cy="1120681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57" name="Google Shape;1157;p26"/>
              <p:cNvSpPr/>
              <p:nvPr/>
            </p:nvSpPr>
            <p:spPr>
              <a:xfrm>
                <a:off x="1891023" y="1863197"/>
                <a:ext cx="1121111" cy="1119801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58" name="Google Shape;1158;p26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59" name="Google Shape;1159;p26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60" name="Google Shape;1160;p26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61" name="Google Shape;1161;p26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62" name="Google Shape;1162;p26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163" name="Google Shape;1163;p26"/>
          <p:cNvGrpSpPr/>
          <p:nvPr/>
        </p:nvGrpSpPr>
        <p:grpSpPr>
          <a:xfrm flipH="1" rot="10800000">
            <a:off x="-1115764" y="-1940331"/>
            <a:ext cx="2577160" cy="2638569"/>
            <a:chOff x="-1115775" y="4467744"/>
            <a:chExt cx="2577160" cy="2638569"/>
          </a:xfrm>
        </p:grpSpPr>
        <p:sp>
          <p:nvSpPr>
            <p:cNvPr id="1164" name="Google Shape;1164;p26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165" name="Google Shape;1165;p26"/>
            <p:cNvGrpSpPr/>
            <p:nvPr/>
          </p:nvGrpSpPr>
          <p:grpSpPr>
            <a:xfrm flipH="1" rot="5400000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1166" name="Google Shape;1166;p26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67" name="Google Shape;1167;p26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68" name="Google Shape;1168;p26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69" name="Google Shape;1169;p26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70" name="Google Shape;1170;p26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71" name="Google Shape;1171;p26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72" name="Google Shape;1172;p26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73" name="Google Shape;1173;p26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74" name="Google Shape;1174;p26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75" name="Google Shape;1175;p26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76" name="Google Shape;1176;p26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77" name="Google Shape;1177;p26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78" name="Google Shape;1178;p26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79" name="Google Shape;1179;p26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4">
    <p:spTree>
      <p:nvGrpSpPr>
        <p:cNvPr id="1180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p27"/>
          <p:cNvSpPr txBox="1"/>
          <p:nvPr>
            <p:ph type="title"/>
          </p:nvPr>
        </p:nvSpPr>
        <p:spPr>
          <a:xfrm>
            <a:off x="713225" y="520925"/>
            <a:ext cx="7717500" cy="7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182" name="Google Shape;1182;p27"/>
          <p:cNvSpPr txBox="1"/>
          <p:nvPr>
            <p:ph idx="1" type="subTitle"/>
          </p:nvPr>
        </p:nvSpPr>
        <p:spPr>
          <a:xfrm>
            <a:off x="827175" y="3244750"/>
            <a:ext cx="21726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83" name="Google Shape;1183;p27"/>
          <p:cNvSpPr txBox="1"/>
          <p:nvPr>
            <p:ph idx="2" type="subTitle"/>
          </p:nvPr>
        </p:nvSpPr>
        <p:spPr>
          <a:xfrm>
            <a:off x="827175" y="2775700"/>
            <a:ext cx="21726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200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1184" name="Google Shape;1184;p27"/>
          <p:cNvSpPr txBox="1"/>
          <p:nvPr>
            <p:ph idx="3" type="subTitle"/>
          </p:nvPr>
        </p:nvSpPr>
        <p:spPr>
          <a:xfrm>
            <a:off x="6144375" y="3244756"/>
            <a:ext cx="21723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85" name="Google Shape;1185;p27"/>
          <p:cNvSpPr txBox="1"/>
          <p:nvPr>
            <p:ph idx="4" type="subTitle"/>
          </p:nvPr>
        </p:nvSpPr>
        <p:spPr>
          <a:xfrm>
            <a:off x="6144375" y="2775700"/>
            <a:ext cx="21723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200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1186" name="Google Shape;1186;p27"/>
          <p:cNvSpPr txBox="1"/>
          <p:nvPr>
            <p:ph idx="5" type="subTitle"/>
          </p:nvPr>
        </p:nvSpPr>
        <p:spPr>
          <a:xfrm>
            <a:off x="3485850" y="3244754"/>
            <a:ext cx="21723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87" name="Google Shape;1187;p27"/>
          <p:cNvSpPr txBox="1"/>
          <p:nvPr>
            <p:ph idx="6" type="subTitle"/>
          </p:nvPr>
        </p:nvSpPr>
        <p:spPr>
          <a:xfrm>
            <a:off x="3485850" y="2775700"/>
            <a:ext cx="21723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200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grpSp>
        <p:nvGrpSpPr>
          <p:cNvPr id="1188" name="Google Shape;1188;p27"/>
          <p:cNvGrpSpPr/>
          <p:nvPr/>
        </p:nvGrpSpPr>
        <p:grpSpPr>
          <a:xfrm rot="10800000">
            <a:off x="7707911" y="-2002431"/>
            <a:ext cx="2577160" cy="2638569"/>
            <a:chOff x="-1115775" y="4467744"/>
            <a:chExt cx="2577160" cy="2638569"/>
          </a:xfrm>
        </p:grpSpPr>
        <p:sp>
          <p:nvSpPr>
            <p:cNvPr id="1189" name="Google Shape;1189;p27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190" name="Google Shape;1190;p27"/>
            <p:cNvGrpSpPr/>
            <p:nvPr/>
          </p:nvGrpSpPr>
          <p:grpSpPr>
            <a:xfrm flipH="1" rot="5400000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1191" name="Google Shape;1191;p27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92" name="Google Shape;1192;p27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93" name="Google Shape;1193;p27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94" name="Google Shape;1194;p27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95" name="Google Shape;1195;p27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96" name="Google Shape;1196;p27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97" name="Google Shape;1197;p27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98" name="Google Shape;1198;p27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99" name="Google Shape;1199;p27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00" name="Google Shape;1200;p27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01" name="Google Shape;1201;p27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02" name="Google Shape;1202;p27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03" name="Google Shape;1203;p27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04" name="Google Shape;1204;p27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205" name="Google Shape;1205;p27"/>
          <p:cNvGrpSpPr/>
          <p:nvPr/>
        </p:nvGrpSpPr>
        <p:grpSpPr>
          <a:xfrm>
            <a:off x="-1360989" y="4405869"/>
            <a:ext cx="2577160" cy="2638569"/>
            <a:chOff x="-1115775" y="4467744"/>
            <a:chExt cx="2577160" cy="2638569"/>
          </a:xfrm>
        </p:grpSpPr>
        <p:sp>
          <p:nvSpPr>
            <p:cNvPr id="1206" name="Google Shape;1206;p27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207" name="Google Shape;1207;p27"/>
            <p:cNvGrpSpPr/>
            <p:nvPr/>
          </p:nvGrpSpPr>
          <p:grpSpPr>
            <a:xfrm flipH="1" rot="5400000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1208" name="Google Shape;1208;p27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09" name="Google Shape;1209;p27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10" name="Google Shape;1210;p27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11" name="Google Shape;1211;p27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12" name="Google Shape;1212;p27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13" name="Google Shape;1213;p27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14" name="Google Shape;1214;p27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15" name="Google Shape;1215;p27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16" name="Google Shape;1216;p27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17" name="Google Shape;1217;p27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18" name="Google Shape;1218;p27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19" name="Google Shape;1219;p27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20" name="Google Shape;1220;p27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21" name="Google Shape;1221;p27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5">
    <p:spTree>
      <p:nvGrpSpPr>
        <p:cNvPr id="1222" name="Shape 1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" name="Google Shape;1223;p28"/>
          <p:cNvSpPr txBox="1"/>
          <p:nvPr>
            <p:ph type="title"/>
          </p:nvPr>
        </p:nvSpPr>
        <p:spPr>
          <a:xfrm>
            <a:off x="713225" y="520925"/>
            <a:ext cx="7717500" cy="7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224" name="Google Shape;1224;p28"/>
          <p:cNvSpPr txBox="1"/>
          <p:nvPr>
            <p:ph idx="1" type="subTitle"/>
          </p:nvPr>
        </p:nvSpPr>
        <p:spPr>
          <a:xfrm>
            <a:off x="713225" y="3465499"/>
            <a:ext cx="2262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25" name="Google Shape;1225;p28"/>
          <p:cNvSpPr txBox="1"/>
          <p:nvPr>
            <p:ph idx="2" type="subTitle"/>
          </p:nvPr>
        </p:nvSpPr>
        <p:spPr>
          <a:xfrm>
            <a:off x="713225" y="2996438"/>
            <a:ext cx="22626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1226" name="Google Shape;1226;p28"/>
          <p:cNvSpPr txBox="1"/>
          <p:nvPr>
            <p:ph idx="3" type="subTitle"/>
          </p:nvPr>
        </p:nvSpPr>
        <p:spPr>
          <a:xfrm>
            <a:off x="6168175" y="3465499"/>
            <a:ext cx="2262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27" name="Google Shape;1227;p28"/>
          <p:cNvSpPr txBox="1"/>
          <p:nvPr>
            <p:ph idx="4" type="subTitle"/>
          </p:nvPr>
        </p:nvSpPr>
        <p:spPr>
          <a:xfrm>
            <a:off x="6168175" y="2996438"/>
            <a:ext cx="22626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1228" name="Google Shape;1228;p28"/>
          <p:cNvSpPr txBox="1"/>
          <p:nvPr>
            <p:ph idx="5" type="subTitle"/>
          </p:nvPr>
        </p:nvSpPr>
        <p:spPr>
          <a:xfrm>
            <a:off x="3440700" y="3465499"/>
            <a:ext cx="2262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29" name="Google Shape;1229;p28"/>
          <p:cNvSpPr txBox="1"/>
          <p:nvPr>
            <p:ph idx="6" type="subTitle"/>
          </p:nvPr>
        </p:nvSpPr>
        <p:spPr>
          <a:xfrm>
            <a:off x="3440700" y="2996438"/>
            <a:ext cx="22626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grpSp>
        <p:nvGrpSpPr>
          <p:cNvPr id="1230" name="Google Shape;1230;p28"/>
          <p:cNvGrpSpPr/>
          <p:nvPr/>
        </p:nvGrpSpPr>
        <p:grpSpPr>
          <a:xfrm>
            <a:off x="-933564" y="4566019"/>
            <a:ext cx="2577160" cy="2638569"/>
            <a:chOff x="-1115775" y="4467744"/>
            <a:chExt cx="2577160" cy="2638569"/>
          </a:xfrm>
        </p:grpSpPr>
        <p:sp>
          <p:nvSpPr>
            <p:cNvPr id="1231" name="Google Shape;1231;p28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232" name="Google Shape;1232;p28"/>
            <p:cNvGrpSpPr/>
            <p:nvPr/>
          </p:nvGrpSpPr>
          <p:grpSpPr>
            <a:xfrm flipH="1" rot="5400000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1233" name="Google Shape;1233;p28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34" name="Google Shape;1234;p28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35" name="Google Shape;1235;p28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36" name="Google Shape;1236;p28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37" name="Google Shape;1237;p28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38" name="Google Shape;1238;p28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39" name="Google Shape;1239;p28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40" name="Google Shape;1240;p28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41" name="Google Shape;1241;p28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42" name="Google Shape;1242;p28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43" name="Google Shape;1243;p28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44" name="Google Shape;1244;p28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45" name="Google Shape;1245;p28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46" name="Google Shape;1246;p28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247" name="Google Shape;1247;p28"/>
          <p:cNvGrpSpPr/>
          <p:nvPr/>
        </p:nvGrpSpPr>
        <p:grpSpPr>
          <a:xfrm flipH="1">
            <a:off x="7500411" y="4566019"/>
            <a:ext cx="2577160" cy="2638569"/>
            <a:chOff x="-1115775" y="4467744"/>
            <a:chExt cx="2577160" cy="2638569"/>
          </a:xfrm>
        </p:grpSpPr>
        <p:sp>
          <p:nvSpPr>
            <p:cNvPr id="1248" name="Google Shape;1248;p28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249" name="Google Shape;1249;p28"/>
            <p:cNvGrpSpPr/>
            <p:nvPr/>
          </p:nvGrpSpPr>
          <p:grpSpPr>
            <a:xfrm flipH="1" rot="5400000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1250" name="Google Shape;1250;p28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51" name="Google Shape;1251;p28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52" name="Google Shape;1252;p28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53" name="Google Shape;1253;p28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54" name="Google Shape;1254;p28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55" name="Google Shape;1255;p28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56" name="Google Shape;1256;p28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57" name="Google Shape;1257;p28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58" name="Google Shape;1258;p28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59" name="Google Shape;1259;p28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60" name="Google Shape;1260;p28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61" name="Google Shape;1261;p28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62" name="Google Shape;1262;p28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63" name="Google Shape;1263;p28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6">
    <p:spTree>
      <p:nvGrpSpPr>
        <p:cNvPr id="1264" name="Shape 1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Google Shape;1265;p29"/>
          <p:cNvSpPr txBox="1"/>
          <p:nvPr>
            <p:ph type="title"/>
          </p:nvPr>
        </p:nvSpPr>
        <p:spPr>
          <a:xfrm>
            <a:off x="713225" y="520925"/>
            <a:ext cx="7717500" cy="7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266" name="Google Shape;1266;p29"/>
          <p:cNvSpPr txBox="1"/>
          <p:nvPr>
            <p:ph idx="1" type="subTitle"/>
          </p:nvPr>
        </p:nvSpPr>
        <p:spPr>
          <a:xfrm>
            <a:off x="1947913" y="1952524"/>
            <a:ext cx="2156100" cy="83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67" name="Google Shape;1267;p29"/>
          <p:cNvSpPr txBox="1"/>
          <p:nvPr>
            <p:ph idx="2" type="subTitle"/>
          </p:nvPr>
        </p:nvSpPr>
        <p:spPr>
          <a:xfrm>
            <a:off x="1947913" y="1477725"/>
            <a:ext cx="21561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200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1268" name="Google Shape;1268;p29"/>
          <p:cNvSpPr txBox="1"/>
          <p:nvPr>
            <p:ph idx="3" type="subTitle"/>
          </p:nvPr>
        </p:nvSpPr>
        <p:spPr>
          <a:xfrm>
            <a:off x="1947913" y="3559451"/>
            <a:ext cx="2156100" cy="83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69" name="Google Shape;1269;p29"/>
          <p:cNvSpPr txBox="1"/>
          <p:nvPr>
            <p:ph idx="4" type="subTitle"/>
          </p:nvPr>
        </p:nvSpPr>
        <p:spPr>
          <a:xfrm>
            <a:off x="1947913" y="3084652"/>
            <a:ext cx="21561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200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1270" name="Google Shape;1270;p29"/>
          <p:cNvSpPr txBox="1"/>
          <p:nvPr>
            <p:ph idx="5" type="subTitle"/>
          </p:nvPr>
        </p:nvSpPr>
        <p:spPr>
          <a:xfrm>
            <a:off x="5954138" y="1952515"/>
            <a:ext cx="2157900" cy="83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71" name="Google Shape;1271;p29"/>
          <p:cNvSpPr txBox="1"/>
          <p:nvPr>
            <p:ph idx="6" type="subTitle"/>
          </p:nvPr>
        </p:nvSpPr>
        <p:spPr>
          <a:xfrm>
            <a:off x="5954138" y="1477713"/>
            <a:ext cx="21579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200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1272" name="Google Shape;1272;p29"/>
          <p:cNvSpPr txBox="1"/>
          <p:nvPr>
            <p:ph idx="7" type="subTitle"/>
          </p:nvPr>
        </p:nvSpPr>
        <p:spPr>
          <a:xfrm>
            <a:off x="5954138" y="3559452"/>
            <a:ext cx="2157900" cy="83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73" name="Google Shape;1273;p29"/>
          <p:cNvSpPr txBox="1"/>
          <p:nvPr>
            <p:ph idx="8" type="subTitle"/>
          </p:nvPr>
        </p:nvSpPr>
        <p:spPr>
          <a:xfrm>
            <a:off x="5954138" y="3084650"/>
            <a:ext cx="21579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200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grpSp>
        <p:nvGrpSpPr>
          <p:cNvPr id="1274" name="Google Shape;1274;p29"/>
          <p:cNvGrpSpPr/>
          <p:nvPr/>
        </p:nvGrpSpPr>
        <p:grpSpPr>
          <a:xfrm flipH="1" rot="-5400000">
            <a:off x="7790196" y="-1923288"/>
            <a:ext cx="2744275" cy="2727763"/>
            <a:chOff x="5985575" y="4420825"/>
            <a:chExt cx="2744275" cy="2727763"/>
          </a:xfrm>
        </p:grpSpPr>
        <p:sp>
          <p:nvSpPr>
            <p:cNvPr id="1275" name="Google Shape;1275;p29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276" name="Google Shape;1276;p29"/>
            <p:cNvGrpSpPr/>
            <p:nvPr/>
          </p:nvGrpSpPr>
          <p:grpSpPr>
            <a:xfrm flipH="1" rot="5400000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1277" name="Google Shape;1277;p29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78" name="Google Shape;1278;p29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79" name="Google Shape;1279;p29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80" name="Google Shape;1280;p29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81" name="Google Shape;1281;p29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82" name="Google Shape;1282;p29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83" name="Google Shape;1283;p29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84" name="Google Shape;1284;p29"/>
              <p:cNvSpPr/>
              <p:nvPr/>
            </p:nvSpPr>
            <p:spPr>
              <a:xfrm>
                <a:off x="1861553" y="1767253"/>
                <a:ext cx="1080578" cy="1082004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85" name="Google Shape;1285;p29"/>
              <p:cNvSpPr/>
              <p:nvPr/>
            </p:nvSpPr>
            <p:spPr>
              <a:xfrm>
                <a:off x="1898130" y="1863198"/>
                <a:ext cx="1114002" cy="1086690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86" name="Google Shape;1286;p29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87" name="Google Shape;1287;p29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88" name="Google Shape;1288;p29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89" name="Google Shape;1289;p29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90" name="Google Shape;1290;p29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291" name="Google Shape;1291;p29"/>
          <p:cNvGrpSpPr/>
          <p:nvPr/>
        </p:nvGrpSpPr>
        <p:grpSpPr>
          <a:xfrm>
            <a:off x="-809414" y="4628619"/>
            <a:ext cx="2577160" cy="2638569"/>
            <a:chOff x="-1115775" y="4467744"/>
            <a:chExt cx="2577160" cy="2638569"/>
          </a:xfrm>
        </p:grpSpPr>
        <p:sp>
          <p:nvSpPr>
            <p:cNvPr id="1292" name="Google Shape;1292;p29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293" name="Google Shape;1293;p29"/>
            <p:cNvGrpSpPr/>
            <p:nvPr/>
          </p:nvGrpSpPr>
          <p:grpSpPr>
            <a:xfrm flipH="1" rot="5400000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1294" name="Google Shape;1294;p29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95" name="Google Shape;1295;p29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96" name="Google Shape;1296;p29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97" name="Google Shape;1297;p29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98" name="Google Shape;1298;p29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99" name="Google Shape;1299;p29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00" name="Google Shape;1300;p29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01" name="Google Shape;1301;p29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02" name="Google Shape;1302;p29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03" name="Google Shape;1303;p29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04" name="Google Shape;1304;p29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05" name="Google Shape;1305;p29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06" name="Google Shape;1306;p29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07" name="Google Shape;1307;p29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ive columns">
  <p:cSld name="CUSTOM_6_1">
    <p:spTree>
      <p:nvGrpSpPr>
        <p:cNvPr id="1308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" name="Google Shape;1309;p30"/>
          <p:cNvSpPr txBox="1"/>
          <p:nvPr>
            <p:ph type="title"/>
          </p:nvPr>
        </p:nvSpPr>
        <p:spPr>
          <a:xfrm>
            <a:off x="713225" y="520925"/>
            <a:ext cx="7717500" cy="7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310" name="Google Shape;1310;p30"/>
          <p:cNvSpPr txBox="1"/>
          <p:nvPr>
            <p:ph idx="1" type="subTitle"/>
          </p:nvPr>
        </p:nvSpPr>
        <p:spPr>
          <a:xfrm>
            <a:off x="799325" y="3559451"/>
            <a:ext cx="2228100" cy="7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11" name="Google Shape;1311;p30"/>
          <p:cNvSpPr txBox="1"/>
          <p:nvPr>
            <p:ph idx="2" type="subTitle"/>
          </p:nvPr>
        </p:nvSpPr>
        <p:spPr>
          <a:xfrm>
            <a:off x="799325" y="3084650"/>
            <a:ext cx="22281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200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1312" name="Google Shape;1312;p30"/>
          <p:cNvSpPr txBox="1"/>
          <p:nvPr>
            <p:ph idx="3" type="subTitle"/>
          </p:nvPr>
        </p:nvSpPr>
        <p:spPr>
          <a:xfrm>
            <a:off x="6116575" y="3559450"/>
            <a:ext cx="2228100" cy="7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13" name="Google Shape;1313;p30"/>
          <p:cNvSpPr txBox="1"/>
          <p:nvPr>
            <p:ph idx="4" type="subTitle"/>
          </p:nvPr>
        </p:nvSpPr>
        <p:spPr>
          <a:xfrm>
            <a:off x="6116575" y="3084650"/>
            <a:ext cx="22281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200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1314" name="Google Shape;1314;p30"/>
          <p:cNvSpPr txBox="1"/>
          <p:nvPr>
            <p:ph idx="5" type="subTitle"/>
          </p:nvPr>
        </p:nvSpPr>
        <p:spPr>
          <a:xfrm>
            <a:off x="3457950" y="3559451"/>
            <a:ext cx="2228100" cy="7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15" name="Google Shape;1315;p30"/>
          <p:cNvSpPr txBox="1"/>
          <p:nvPr>
            <p:ph idx="6" type="subTitle"/>
          </p:nvPr>
        </p:nvSpPr>
        <p:spPr>
          <a:xfrm>
            <a:off x="3457950" y="3084650"/>
            <a:ext cx="22281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200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1316" name="Google Shape;1316;p30"/>
          <p:cNvSpPr txBox="1"/>
          <p:nvPr>
            <p:ph idx="7" type="subTitle"/>
          </p:nvPr>
        </p:nvSpPr>
        <p:spPr>
          <a:xfrm>
            <a:off x="2128575" y="1952525"/>
            <a:ext cx="2228100" cy="7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17" name="Google Shape;1317;p30"/>
          <p:cNvSpPr txBox="1"/>
          <p:nvPr>
            <p:ph idx="8" type="subTitle"/>
          </p:nvPr>
        </p:nvSpPr>
        <p:spPr>
          <a:xfrm>
            <a:off x="2128575" y="1477725"/>
            <a:ext cx="22281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200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1318" name="Google Shape;1318;p30"/>
          <p:cNvSpPr txBox="1"/>
          <p:nvPr>
            <p:ph idx="9" type="subTitle"/>
          </p:nvPr>
        </p:nvSpPr>
        <p:spPr>
          <a:xfrm>
            <a:off x="4787269" y="1952525"/>
            <a:ext cx="2228100" cy="7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19" name="Google Shape;1319;p30"/>
          <p:cNvSpPr txBox="1"/>
          <p:nvPr>
            <p:ph idx="13" type="subTitle"/>
          </p:nvPr>
        </p:nvSpPr>
        <p:spPr>
          <a:xfrm>
            <a:off x="4787263" y="1477725"/>
            <a:ext cx="22281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200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grpSp>
        <p:nvGrpSpPr>
          <p:cNvPr id="1320" name="Google Shape;1320;p30"/>
          <p:cNvGrpSpPr/>
          <p:nvPr/>
        </p:nvGrpSpPr>
        <p:grpSpPr>
          <a:xfrm flipH="1">
            <a:off x="7775344" y="4479745"/>
            <a:ext cx="2744275" cy="2727763"/>
            <a:chOff x="5985575" y="4420825"/>
            <a:chExt cx="2744275" cy="2727763"/>
          </a:xfrm>
        </p:grpSpPr>
        <p:sp>
          <p:nvSpPr>
            <p:cNvPr id="1321" name="Google Shape;1321;p30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322" name="Google Shape;1322;p30"/>
            <p:cNvGrpSpPr/>
            <p:nvPr/>
          </p:nvGrpSpPr>
          <p:grpSpPr>
            <a:xfrm flipH="1" rot="5400000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1323" name="Google Shape;1323;p30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24" name="Google Shape;1324;p30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25" name="Google Shape;1325;p30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26" name="Google Shape;1326;p30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27" name="Google Shape;1327;p30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28" name="Google Shape;1328;p30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29" name="Google Shape;1329;p30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30" name="Google Shape;1330;p30"/>
              <p:cNvSpPr/>
              <p:nvPr/>
            </p:nvSpPr>
            <p:spPr>
              <a:xfrm>
                <a:off x="1861553" y="1767253"/>
                <a:ext cx="1080578" cy="1082004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31" name="Google Shape;1331;p30"/>
              <p:cNvSpPr/>
              <p:nvPr/>
            </p:nvSpPr>
            <p:spPr>
              <a:xfrm>
                <a:off x="1898130" y="1863198"/>
                <a:ext cx="1114002" cy="1086690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32" name="Google Shape;1332;p30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33" name="Google Shape;1333;p30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34" name="Google Shape;1334;p30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35" name="Google Shape;1335;p30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36" name="Google Shape;1336;p30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337" name="Google Shape;1337;p30"/>
          <p:cNvGrpSpPr/>
          <p:nvPr/>
        </p:nvGrpSpPr>
        <p:grpSpPr>
          <a:xfrm flipH="1" rot="10800000">
            <a:off x="-1521056" y="-1902030"/>
            <a:ext cx="2744275" cy="2727763"/>
            <a:chOff x="5985575" y="4420825"/>
            <a:chExt cx="2744275" cy="2727763"/>
          </a:xfrm>
        </p:grpSpPr>
        <p:sp>
          <p:nvSpPr>
            <p:cNvPr id="1338" name="Google Shape;1338;p30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339" name="Google Shape;1339;p30"/>
            <p:cNvGrpSpPr/>
            <p:nvPr/>
          </p:nvGrpSpPr>
          <p:grpSpPr>
            <a:xfrm flipH="1" rot="5400000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1340" name="Google Shape;1340;p30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41" name="Google Shape;1341;p30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42" name="Google Shape;1342;p30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43" name="Google Shape;1343;p30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44" name="Google Shape;1344;p30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45" name="Google Shape;1345;p30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46" name="Google Shape;1346;p30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47" name="Google Shape;1347;p30"/>
              <p:cNvSpPr/>
              <p:nvPr/>
            </p:nvSpPr>
            <p:spPr>
              <a:xfrm>
                <a:off x="1861553" y="1767253"/>
                <a:ext cx="1080578" cy="1082004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48" name="Google Shape;1348;p30"/>
              <p:cNvSpPr/>
              <p:nvPr/>
            </p:nvSpPr>
            <p:spPr>
              <a:xfrm>
                <a:off x="1898130" y="1863198"/>
                <a:ext cx="1114002" cy="1086690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49" name="Google Shape;1349;p30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50" name="Google Shape;1350;p30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51" name="Google Shape;1351;p30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52" name="Google Shape;1352;p30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53" name="Google Shape;1353;p30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354" name="Google Shape;1354;p30"/>
          <p:cNvGrpSpPr/>
          <p:nvPr/>
        </p:nvGrpSpPr>
        <p:grpSpPr>
          <a:xfrm>
            <a:off x="-1353939" y="4405881"/>
            <a:ext cx="2577160" cy="2638569"/>
            <a:chOff x="-1115775" y="4467744"/>
            <a:chExt cx="2577160" cy="2638569"/>
          </a:xfrm>
        </p:grpSpPr>
        <p:sp>
          <p:nvSpPr>
            <p:cNvPr id="1355" name="Google Shape;1355;p30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356" name="Google Shape;1356;p30"/>
            <p:cNvGrpSpPr/>
            <p:nvPr/>
          </p:nvGrpSpPr>
          <p:grpSpPr>
            <a:xfrm flipH="1" rot="5400000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1357" name="Google Shape;1357;p30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58" name="Google Shape;1358;p30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59" name="Google Shape;1359;p30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60" name="Google Shape;1360;p30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61" name="Google Shape;1361;p30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62" name="Google Shape;1362;p30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63" name="Google Shape;1363;p30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64" name="Google Shape;1364;p30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65" name="Google Shape;1365;p30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66" name="Google Shape;1366;p30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67" name="Google Shape;1367;p30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68" name="Google Shape;1368;p30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69" name="Google Shape;1369;p30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70" name="Google Shape;1370;p30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371" name="Google Shape;1371;p30"/>
          <p:cNvGrpSpPr/>
          <p:nvPr/>
        </p:nvGrpSpPr>
        <p:grpSpPr>
          <a:xfrm rot="10800000">
            <a:off x="7707911" y="-2002419"/>
            <a:ext cx="2577160" cy="2638569"/>
            <a:chOff x="-1115775" y="4467744"/>
            <a:chExt cx="2577160" cy="2638569"/>
          </a:xfrm>
        </p:grpSpPr>
        <p:sp>
          <p:nvSpPr>
            <p:cNvPr id="1372" name="Google Shape;1372;p30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373" name="Google Shape;1373;p30"/>
            <p:cNvGrpSpPr/>
            <p:nvPr/>
          </p:nvGrpSpPr>
          <p:grpSpPr>
            <a:xfrm flipH="1" rot="5400000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1374" name="Google Shape;1374;p30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75" name="Google Shape;1375;p30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76" name="Google Shape;1376;p30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77" name="Google Shape;1377;p30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78" name="Google Shape;1378;p30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79" name="Google Shape;1379;p30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80" name="Google Shape;1380;p30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81" name="Google Shape;1381;p30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82" name="Google Shape;1382;p30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83" name="Google Shape;1383;p30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84" name="Google Shape;1384;p30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85" name="Google Shape;1385;p30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86" name="Google Shape;1386;p30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87" name="Google Shape;1387;p30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1388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Google Shape;1389;p31"/>
          <p:cNvSpPr txBox="1"/>
          <p:nvPr>
            <p:ph type="title"/>
          </p:nvPr>
        </p:nvSpPr>
        <p:spPr>
          <a:xfrm>
            <a:off x="713225" y="520925"/>
            <a:ext cx="7717500" cy="7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390" name="Google Shape;1390;p31"/>
          <p:cNvSpPr txBox="1"/>
          <p:nvPr>
            <p:ph idx="1" type="subTitle"/>
          </p:nvPr>
        </p:nvSpPr>
        <p:spPr>
          <a:xfrm>
            <a:off x="1663725" y="1703475"/>
            <a:ext cx="25362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91" name="Google Shape;1391;p31"/>
          <p:cNvSpPr txBox="1"/>
          <p:nvPr>
            <p:ph idx="2" type="subTitle"/>
          </p:nvPr>
        </p:nvSpPr>
        <p:spPr>
          <a:xfrm>
            <a:off x="1663725" y="1254975"/>
            <a:ext cx="25362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200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1392" name="Google Shape;1392;p31"/>
          <p:cNvSpPr txBox="1"/>
          <p:nvPr>
            <p:ph idx="3" type="subTitle"/>
          </p:nvPr>
        </p:nvSpPr>
        <p:spPr>
          <a:xfrm>
            <a:off x="1663725" y="3992975"/>
            <a:ext cx="25362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93" name="Google Shape;1393;p31"/>
          <p:cNvSpPr txBox="1"/>
          <p:nvPr>
            <p:ph idx="4" type="subTitle"/>
          </p:nvPr>
        </p:nvSpPr>
        <p:spPr>
          <a:xfrm>
            <a:off x="1663725" y="3544475"/>
            <a:ext cx="25362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200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1394" name="Google Shape;1394;p31"/>
          <p:cNvSpPr txBox="1"/>
          <p:nvPr>
            <p:ph idx="5" type="subTitle"/>
          </p:nvPr>
        </p:nvSpPr>
        <p:spPr>
          <a:xfrm>
            <a:off x="1663725" y="2848225"/>
            <a:ext cx="25362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95" name="Google Shape;1395;p31"/>
          <p:cNvSpPr txBox="1"/>
          <p:nvPr>
            <p:ph idx="6" type="subTitle"/>
          </p:nvPr>
        </p:nvSpPr>
        <p:spPr>
          <a:xfrm>
            <a:off x="1663725" y="2399725"/>
            <a:ext cx="25362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200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1396" name="Google Shape;1396;p31"/>
          <p:cNvSpPr txBox="1"/>
          <p:nvPr>
            <p:ph idx="7" type="subTitle"/>
          </p:nvPr>
        </p:nvSpPr>
        <p:spPr>
          <a:xfrm>
            <a:off x="5836925" y="1703475"/>
            <a:ext cx="25362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97" name="Google Shape;1397;p31"/>
          <p:cNvSpPr txBox="1"/>
          <p:nvPr>
            <p:ph idx="8" type="subTitle"/>
          </p:nvPr>
        </p:nvSpPr>
        <p:spPr>
          <a:xfrm>
            <a:off x="5836925" y="1254975"/>
            <a:ext cx="25362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200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1398" name="Google Shape;1398;p31"/>
          <p:cNvSpPr txBox="1"/>
          <p:nvPr>
            <p:ph idx="9" type="subTitle"/>
          </p:nvPr>
        </p:nvSpPr>
        <p:spPr>
          <a:xfrm>
            <a:off x="5836925" y="3992975"/>
            <a:ext cx="25362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99" name="Google Shape;1399;p31"/>
          <p:cNvSpPr txBox="1"/>
          <p:nvPr>
            <p:ph idx="13" type="subTitle"/>
          </p:nvPr>
        </p:nvSpPr>
        <p:spPr>
          <a:xfrm>
            <a:off x="5836925" y="3544475"/>
            <a:ext cx="25362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200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1400" name="Google Shape;1400;p31"/>
          <p:cNvSpPr txBox="1"/>
          <p:nvPr>
            <p:ph idx="14" type="subTitle"/>
          </p:nvPr>
        </p:nvSpPr>
        <p:spPr>
          <a:xfrm>
            <a:off x="5836925" y="2848225"/>
            <a:ext cx="25362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401" name="Google Shape;1401;p31"/>
          <p:cNvSpPr txBox="1"/>
          <p:nvPr>
            <p:ph idx="15" type="subTitle"/>
          </p:nvPr>
        </p:nvSpPr>
        <p:spPr>
          <a:xfrm>
            <a:off x="5836925" y="2399725"/>
            <a:ext cx="25362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200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grpSp>
        <p:nvGrpSpPr>
          <p:cNvPr id="1402" name="Google Shape;1402;p31"/>
          <p:cNvGrpSpPr/>
          <p:nvPr/>
        </p:nvGrpSpPr>
        <p:grpSpPr>
          <a:xfrm flipH="1" rot="-5400000">
            <a:off x="7686014" y="-2071705"/>
            <a:ext cx="2744275" cy="2727763"/>
            <a:chOff x="5985575" y="4420825"/>
            <a:chExt cx="2744275" cy="2727763"/>
          </a:xfrm>
        </p:grpSpPr>
        <p:sp>
          <p:nvSpPr>
            <p:cNvPr id="1403" name="Google Shape;1403;p31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404" name="Google Shape;1404;p31"/>
            <p:cNvGrpSpPr/>
            <p:nvPr/>
          </p:nvGrpSpPr>
          <p:grpSpPr>
            <a:xfrm flipH="1" rot="5400000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1405" name="Google Shape;1405;p31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06" name="Google Shape;1406;p31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07" name="Google Shape;1407;p31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08" name="Google Shape;1408;p31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09" name="Google Shape;1409;p31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10" name="Google Shape;1410;p31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11" name="Google Shape;1411;p31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12" name="Google Shape;1412;p31"/>
              <p:cNvSpPr/>
              <p:nvPr/>
            </p:nvSpPr>
            <p:spPr>
              <a:xfrm>
                <a:off x="1861553" y="1767253"/>
                <a:ext cx="1080578" cy="1082004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13" name="Google Shape;1413;p31"/>
              <p:cNvSpPr/>
              <p:nvPr/>
            </p:nvSpPr>
            <p:spPr>
              <a:xfrm>
                <a:off x="1898130" y="1863198"/>
                <a:ext cx="1114002" cy="1086690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14" name="Google Shape;1414;p31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15" name="Google Shape;1415;p31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16" name="Google Shape;1416;p31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17" name="Google Shape;1417;p31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18" name="Google Shape;1418;p31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419" name="Google Shape;1419;p31"/>
          <p:cNvGrpSpPr/>
          <p:nvPr/>
        </p:nvGrpSpPr>
        <p:grpSpPr>
          <a:xfrm flipH="1" rot="10800000">
            <a:off x="-1281564" y="-2027094"/>
            <a:ext cx="2577160" cy="2638569"/>
            <a:chOff x="-1115775" y="4467744"/>
            <a:chExt cx="2577160" cy="2638569"/>
          </a:xfrm>
        </p:grpSpPr>
        <p:sp>
          <p:nvSpPr>
            <p:cNvPr id="1420" name="Google Shape;1420;p31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421" name="Google Shape;1421;p31"/>
            <p:cNvGrpSpPr/>
            <p:nvPr/>
          </p:nvGrpSpPr>
          <p:grpSpPr>
            <a:xfrm flipH="1" rot="5400000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1422" name="Google Shape;1422;p31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23" name="Google Shape;1423;p31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24" name="Google Shape;1424;p31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25" name="Google Shape;1425;p31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26" name="Google Shape;1426;p31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27" name="Google Shape;1427;p31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28" name="Google Shape;1428;p31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29" name="Google Shape;1429;p31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30" name="Google Shape;1430;p31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31" name="Google Shape;1431;p31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32" name="Google Shape;1432;p31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33" name="Google Shape;1433;p31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34" name="Google Shape;1434;p31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35" name="Google Shape;1435;p31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8">
    <p:spTree>
      <p:nvGrpSpPr>
        <p:cNvPr id="1436" name="Shape 1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7" name="Google Shape;1437;p32"/>
          <p:cNvSpPr txBox="1"/>
          <p:nvPr>
            <p:ph type="title"/>
          </p:nvPr>
        </p:nvSpPr>
        <p:spPr>
          <a:xfrm>
            <a:off x="4248763" y="567050"/>
            <a:ext cx="3815100" cy="110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2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1438" name="Google Shape;1438;p32"/>
          <p:cNvSpPr txBox="1"/>
          <p:nvPr>
            <p:ph idx="1" type="subTitle"/>
          </p:nvPr>
        </p:nvSpPr>
        <p:spPr>
          <a:xfrm>
            <a:off x="4248775" y="2577351"/>
            <a:ext cx="3815100" cy="7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b="1" sz="165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b="1" sz="165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b="1" sz="165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b="1" sz="165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b="1" sz="165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b="1" sz="165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b="1" sz="165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b="1" sz="165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b="1" sz="1650"/>
            </a:lvl9pPr>
          </a:lstStyle>
          <a:p/>
        </p:txBody>
      </p:sp>
      <p:sp>
        <p:nvSpPr>
          <p:cNvPr id="1439" name="Google Shape;1439;p32"/>
          <p:cNvSpPr txBox="1"/>
          <p:nvPr>
            <p:ph idx="2" type="subTitle"/>
          </p:nvPr>
        </p:nvSpPr>
        <p:spPr>
          <a:xfrm>
            <a:off x="4248763" y="4069175"/>
            <a:ext cx="38151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9pPr>
          </a:lstStyle>
          <a:p/>
        </p:txBody>
      </p:sp>
      <p:sp>
        <p:nvSpPr>
          <p:cNvPr id="1440" name="Google Shape;1440;p32"/>
          <p:cNvSpPr txBox="1"/>
          <p:nvPr/>
        </p:nvSpPr>
        <p:spPr>
          <a:xfrm>
            <a:off x="4248775" y="3419624"/>
            <a:ext cx="3815100" cy="6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Credits: This presentation template was created by </a:t>
            </a:r>
            <a:r>
              <a:rPr b="1" lang="en" sz="1000">
                <a:solidFill>
                  <a:schemeClr val="dk1"/>
                </a:solidFill>
                <a:uFill>
                  <a:noFill/>
                </a:uFill>
                <a:latin typeface="Inter"/>
                <a:ea typeface="Inter"/>
                <a:cs typeface="Inter"/>
                <a:sym typeface="Inter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, and includes icons by </a:t>
            </a:r>
            <a:r>
              <a:rPr b="1" lang="en" sz="1000">
                <a:solidFill>
                  <a:schemeClr val="dk1"/>
                </a:solidFill>
                <a:uFill>
                  <a:noFill/>
                </a:u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, and infographics &amp; images by </a:t>
            </a:r>
            <a:r>
              <a:rPr b="1" lang="en" sz="1000">
                <a:solidFill>
                  <a:schemeClr val="dk1"/>
                </a:solidFill>
                <a:uFill>
                  <a:noFill/>
                </a:uFill>
                <a:latin typeface="Inter"/>
                <a:ea typeface="Inter"/>
                <a:cs typeface="Inter"/>
                <a:sym typeface="Inter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441" name="Google Shape;1441;p32"/>
          <p:cNvGrpSpPr/>
          <p:nvPr/>
        </p:nvGrpSpPr>
        <p:grpSpPr>
          <a:xfrm flipH="1" rot="-5400000">
            <a:off x="-1219409" y="4501328"/>
            <a:ext cx="2744275" cy="2727763"/>
            <a:chOff x="5985575" y="4420825"/>
            <a:chExt cx="2744275" cy="2727763"/>
          </a:xfrm>
        </p:grpSpPr>
        <p:sp>
          <p:nvSpPr>
            <p:cNvPr id="1442" name="Google Shape;1442;p32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443" name="Google Shape;1443;p32"/>
            <p:cNvGrpSpPr/>
            <p:nvPr/>
          </p:nvGrpSpPr>
          <p:grpSpPr>
            <a:xfrm flipH="1" rot="5400000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1444" name="Google Shape;1444;p32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45" name="Google Shape;1445;p32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46" name="Google Shape;1446;p32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47" name="Google Shape;1447;p32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48" name="Google Shape;1448;p32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49" name="Google Shape;1449;p32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50" name="Google Shape;1450;p32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51" name="Google Shape;1451;p32"/>
              <p:cNvSpPr/>
              <p:nvPr/>
            </p:nvSpPr>
            <p:spPr>
              <a:xfrm>
                <a:off x="1802230" y="1767248"/>
                <a:ext cx="1139947" cy="1128455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52" name="Google Shape;1452;p32"/>
              <p:cNvSpPr/>
              <p:nvPr/>
            </p:nvSpPr>
            <p:spPr>
              <a:xfrm>
                <a:off x="1902777" y="1863204"/>
                <a:ext cx="1109325" cy="1105584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53" name="Google Shape;1453;p32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54" name="Google Shape;1454;p32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55" name="Google Shape;1455;p32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56" name="Google Shape;1456;p32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57" name="Google Shape;1457;p32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458" name="Google Shape;1458;p32"/>
          <p:cNvGrpSpPr/>
          <p:nvPr/>
        </p:nvGrpSpPr>
        <p:grpSpPr>
          <a:xfrm flipH="1" rot="-5400000">
            <a:off x="8002500" y="-1925674"/>
            <a:ext cx="2744275" cy="2727763"/>
            <a:chOff x="5985575" y="4420825"/>
            <a:chExt cx="2744275" cy="2727763"/>
          </a:xfrm>
        </p:grpSpPr>
        <p:sp>
          <p:nvSpPr>
            <p:cNvPr id="1459" name="Google Shape;1459;p32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460" name="Google Shape;1460;p32"/>
            <p:cNvGrpSpPr/>
            <p:nvPr/>
          </p:nvGrpSpPr>
          <p:grpSpPr>
            <a:xfrm flipH="1" rot="5400000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1461" name="Google Shape;1461;p32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62" name="Google Shape;1462;p32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63" name="Google Shape;1463;p32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64" name="Google Shape;1464;p32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65" name="Google Shape;1465;p32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66" name="Google Shape;1466;p32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67" name="Google Shape;1467;p32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68" name="Google Shape;1468;p32"/>
              <p:cNvSpPr/>
              <p:nvPr/>
            </p:nvSpPr>
            <p:spPr>
              <a:xfrm>
                <a:off x="1802230" y="1767248"/>
                <a:ext cx="1139947" cy="1128455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69" name="Google Shape;1469;p32"/>
              <p:cNvSpPr/>
              <p:nvPr/>
            </p:nvSpPr>
            <p:spPr>
              <a:xfrm>
                <a:off x="1902777" y="1863204"/>
                <a:ext cx="1109325" cy="1105584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70" name="Google Shape;1470;p32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71" name="Google Shape;1471;p32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72" name="Google Shape;1472;p32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73" name="Google Shape;1473;p32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74" name="Google Shape;1474;p32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475" name="Google Shape;1475;p32"/>
          <p:cNvGrpSpPr/>
          <p:nvPr/>
        </p:nvGrpSpPr>
        <p:grpSpPr>
          <a:xfrm flipH="1" rot="10800000">
            <a:off x="-890039" y="-1952456"/>
            <a:ext cx="2577160" cy="2638569"/>
            <a:chOff x="-1115775" y="4467744"/>
            <a:chExt cx="2577160" cy="2638569"/>
          </a:xfrm>
        </p:grpSpPr>
        <p:sp>
          <p:nvSpPr>
            <p:cNvPr id="1476" name="Google Shape;1476;p32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477" name="Google Shape;1477;p32"/>
            <p:cNvGrpSpPr/>
            <p:nvPr/>
          </p:nvGrpSpPr>
          <p:grpSpPr>
            <a:xfrm flipH="1" rot="5400000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1478" name="Google Shape;1478;p32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79" name="Google Shape;1479;p32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80" name="Google Shape;1480;p32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81" name="Google Shape;1481;p32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82" name="Google Shape;1482;p32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83" name="Google Shape;1483;p32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84" name="Google Shape;1484;p32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85" name="Google Shape;1485;p32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86" name="Google Shape;1486;p32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87" name="Google Shape;1487;p32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88" name="Google Shape;1488;p32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89" name="Google Shape;1489;p32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90" name="Google Shape;1490;p32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91" name="Google Shape;1491;p32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1492" name="Shape 1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3" name="Google Shape;1493;p33"/>
          <p:cNvGrpSpPr/>
          <p:nvPr/>
        </p:nvGrpSpPr>
        <p:grpSpPr>
          <a:xfrm flipH="1" rot="-5400000">
            <a:off x="3437125" y="4622176"/>
            <a:ext cx="2744275" cy="2727763"/>
            <a:chOff x="5985575" y="4420825"/>
            <a:chExt cx="2744275" cy="2727763"/>
          </a:xfrm>
        </p:grpSpPr>
        <p:sp>
          <p:nvSpPr>
            <p:cNvPr id="1494" name="Google Shape;1494;p33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495" name="Google Shape;1495;p33"/>
            <p:cNvGrpSpPr/>
            <p:nvPr/>
          </p:nvGrpSpPr>
          <p:grpSpPr>
            <a:xfrm flipH="1" rot="5400000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1496" name="Google Shape;1496;p33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97" name="Google Shape;1497;p33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98" name="Google Shape;1498;p33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99" name="Google Shape;1499;p33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00" name="Google Shape;1500;p33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01" name="Google Shape;1501;p33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02" name="Google Shape;1502;p33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03" name="Google Shape;1503;p33"/>
              <p:cNvSpPr/>
              <p:nvPr/>
            </p:nvSpPr>
            <p:spPr>
              <a:xfrm>
                <a:off x="1802230" y="1767248"/>
                <a:ext cx="1139947" cy="1128455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04" name="Google Shape;1504;p33"/>
              <p:cNvSpPr/>
              <p:nvPr/>
            </p:nvSpPr>
            <p:spPr>
              <a:xfrm>
                <a:off x="1902777" y="1863204"/>
                <a:ext cx="1109325" cy="1105584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05" name="Google Shape;1505;p33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06" name="Google Shape;1506;p33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07" name="Google Shape;1507;p33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08" name="Google Shape;1508;p33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09" name="Google Shape;1509;p33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510" name="Google Shape;1510;p33"/>
          <p:cNvGrpSpPr/>
          <p:nvPr/>
        </p:nvGrpSpPr>
        <p:grpSpPr>
          <a:xfrm flipH="1">
            <a:off x="-1281575" y="-2213574"/>
            <a:ext cx="2744275" cy="2727763"/>
            <a:chOff x="5985575" y="4420825"/>
            <a:chExt cx="2744275" cy="2727763"/>
          </a:xfrm>
        </p:grpSpPr>
        <p:sp>
          <p:nvSpPr>
            <p:cNvPr id="1511" name="Google Shape;1511;p33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512" name="Google Shape;1512;p33"/>
            <p:cNvGrpSpPr/>
            <p:nvPr/>
          </p:nvGrpSpPr>
          <p:grpSpPr>
            <a:xfrm flipH="1" rot="5400000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1513" name="Google Shape;1513;p33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14" name="Google Shape;1514;p33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15" name="Google Shape;1515;p33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16" name="Google Shape;1516;p33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17" name="Google Shape;1517;p33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18" name="Google Shape;1518;p33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19" name="Google Shape;1519;p33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20" name="Google Shape;1520;p33"/>
              <p:cNvSpPr/>
              <p:nvPr/>
            </p:nvSpPr>
            <p:spPr>
              <a:xfrm>
                <a:off x="1802230" y="1767248"/>
                <a:ext cx="1139947" cy="1128455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21" name="Google Shape;1521;p33"/>
              <p:cNvSpPr/>
              <p:nvPr/>
            </p:nvSpPr>
            <p:spPr>
              <a:xfrm>
                <a:off x="1902777" y="1863204"/>
                <a:ext cx="1109325" cy="1105584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22" name="Google Shape;1522;p33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23" name="Google Shape;1523;p33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24" name="Google Shape;1524;p33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25" name="Google Shape;1525;p33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26" name="Google Shape;1526;p33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527" name="Google Shape;1527;p33"/>
          <p:cNvGrpSpPr/>
          <p:nvPr/>
        </p:nvGrpSpPr>
        <p:grpSpPr>
          <a:xfrm rot="10800000">
            <a:off x="7848411" y="-1968494"/>
            <a:ext cx="2577160" cy="2638569"/>
            <a:chOff x="-1115775" y="4467744"/>
            <a:chExt cx="2577160" cy="2638569"/>
          </a:xfrm>
        </p:grpSpPr>
        <p:sp>
          <p:nvSpPr>
            <p:cNvPr id="1528" name="Google Shape;1528;p33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529" name="Google Shape;1529;p33"/>
            <p:cNvGrpSpPr/>
            <p:nvPr/>
          </p:nvGrpSpPr>
          <p:grpSpPr>
            <a:xfrm flipH="1" rot="5400000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1530" name="Google Shape;1530;p33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31" name="Google Shape;1531;p33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32" name="Google Shape;1532;p33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33" name="Google Shape;1533;p33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34" name="Google Shape;1534;p33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35" name="Google Shape;1535;p33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36" name="Google Shape;1536;p33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37" name="Google Shape;1537;p33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38" name="Google Shape;1538;p33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39" name="Google Shape;1539;p33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40" name="Google Shape;1540;p33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41" name="Google Shape;1541;p33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42" name="Google Shape;1542;p33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43" name="Google Shape;1543;p33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10">
    <p:spTree>
      <p:nvGrpSpPr>
        <p:cNvPr id="1544" name="Shape 1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5" name="Google Shape;1545;p34"/>
          <p:cNvGrpSpPr/>
          <p:nvPr/>
        </p:nvGrpSpPr>
        <p:grpSpPr>
          <a:xfrm flipH="1" rot="-5400000">
            <a:off x="-1377025" y="4468676"/>
            <a:ext cx="2744275" cy="2727763"/>
            <a:chOff x="5985575" y="4420825"/>
            <a:chExt cx="2744275" cy="2727763"/>
          </a:xfrm>
        </p:grpSpPr>
        <p:sp>
          <p:nvSpPr>
            <p:cNvPr id="1546" name="Google Shape;1546;p34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547" name="Google Shape;1547;p34"/>
            <p:cNvGrpSpPr/>
            <p:nvPr/>
          </p:nvGrpSpPr>
          <p:grpSpPr>
            <a:xfrm flipH="1" rot="5400000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1548" name="Google Shape;1548;p34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49" name="Google Shape;1549;p34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50" name="Google Shape;1550;p34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51" name="Google Shape;1551;p34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52" name="Google Shape;1552;p34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53" name="Google Shape;1553;p34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54" name="Google Shape;1554;p34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55" name="Google Shape;1555;p34"/>
              <p:cNvSpPr/>
              <p:nvPr/>
            </p:nvSpPr>
            <p:spPr>
              <a:xfrm>
                <a:off x="1802230" y="1767248"/>
                <a:ext cx="1139947" cy="1128455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56" name="Google Shape;1556;p34"/>
              <p:cNvSpPr/>
              <p:nvPr/>
            </p:nvSpPr>
            <p:spPr>
              <a:xfrm>
                <a:off x="1902777" y="1863204"/>
                <a:ext cx="1109325" cy="1105584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57" name="Google Shape;1557;p34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58" name="Google Shape;1558;p34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59" name="Google Shape;1559;p34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60" name="Google Shape;1560;p34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61" name="Google Shape;1561;p34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562" name="Google Shape;1562;p34"/>
          <p:cNvGrpSpPr/>
          <p:nvPr/>
        </p:nvGrpSpPr>
        <p:grpSpPr>
          <a:xfrm flipH="1" rot="5400000">
            <a:off x="7919575" y="-2205474"/>
            <a:ext cx="2744275" cy="2727763"/>
            <a:chOff x="5985575" y="4420825"/>
            <a:chExt cx="2744275" cy="2727763"/>
          </a:xfrm>
        </p:grpSpPr>
        <p:sp>
          <p:nvSpPr>
            <p:cNvPr id="1563" name="Google Shape;1563;p34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564" name="Google Shape;1564;p34"/>
            <p:cNvGrpSpPr/>
            <p:nvPr/>
          </p:nvGrpSpPr>
          <p:grpSpPr>
            <a:xfrm flipH="1" rot="5400000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1565" name="Google Shape;1565;p34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66" name="Google Shape;1566;p34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67" name="Google Shape;1567;p34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68" name="Google Shape;1568;p34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69" name="Google Shape;1569;p34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70" name="Google Shape;1570;p34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71" name="Google Shape;1571;p34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72" name="Google Shape;1572;p34"/>
              <p:cNvSpPr/>
              <p:nvPr/>
            </p:nvSpPr>
            <p:spPr>
              <a:xfrm>
                <a:off x="1802230" y="1767248"/>
                <a:ext cx="1139947" cy="1128455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73" name="Google Shape;1573;p34"/>
              <p:cNvSpPr/>
              <p:nvPr/>
            </p:nvSpPr>
            <p:spPr>
              <a:xfrm>
                <a:off x="1902777" y="1863204"/>
                <a:ext cx="1109325" cy="1105584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74" name="Google Shape;1574;p34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75" name="Google Shape;1575;p34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76" name="Google Shape;1576;p34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77" name="Google Shape;1577;p34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78" name="Google Shape;1578;p34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579" name="Google Shape;1579;p34"/>
          <p:cNvGrpSpPr/>
          <p:nvPr/>
        </p:nvGrpSpPr>
        <p:grpSpPr>
          <a:xfrm flipH="1">
            <a:off x="7927836" y="4405881"/>
            <a:ext cx="2577160" cy="2638569"/>
            <a:chOff x="-1115775" y="4467744"/>
            <a:chExt cx="2577160" cy="2638569"/>
          </a:xfrm>
        </p:grpSpPr>
        <p:sp>
          <p:nvSpPr>
            <p:cNvPr id="1580" name="Google Shape;1580;p34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581" name="Google Shape;1581;p34"/>
            <p:cNvGrpSpPr/>
            <p:nvPr/>
          </p:nvGrpSpPr>
          <p:grpSpPr>
            <a:xfrm flipH="1" rot="5400000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1582" name="Google Shape;1582;p34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83" name="Google Shape;1583;p34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84" name="Google Shape;1584;p34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85" name="Google Shape;1585;p34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86" name="Google Shape;1586;p34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87" name="Google Shape;1587;p34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88" name="Google Shape;1588;p34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89" name="Google Shape;1589;p34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90" name="Google Shape;1590;p34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91" name="Google Shape;1591;p34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92" name="Google Shape;1592;p34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93" name="Google Shape;1593;p34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94" name="Google Shape;1594;p34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95" name="Google Shape;1595;p34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596" name="Google Shape;1596;p34"/>
          <p:cNvGrpSpPr/>
          <p:nvPr/>
        </p:nvGrpSpPr>
        <p:grpSpPr>
          <a:xfrm flipH="1" rot="10800000">
            <a:off x="-1141064" y="-2002419"/>
            <a:ext cx="2577160" cy="2638569"/>
            <a:chOff x="-1115775" y="4467744"/>
            <a:chExt cx="2577160" cy="2638569"/>
          </a:xfrm>
        </p:grpSpPr>
        <p:sp>
          <p:nvSpPr>
            <p:cNvPr id="1597" name="Google Shape;1597;p34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598" name="Google Shape;1598;p34"/>
            <p:cNvGrpSpPr/>
            <p:nvPr/>
          </p:nvGrpSpPr>
          <p:grpSpPr>
            <a:xfrm flipH="1" rot="5400000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1599" name="Google Shape;1599;p34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00" name="Google Shape;1600;p34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01" name="Google Shape;1601;p34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02" name="Google Shape;1602;p34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03" name="Google Shape;1603;p34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04" name="Google Shape;1604;p34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05" name="Google Shape;1605;p34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06" name="Google Shape;1606;p34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07" name="Google Shape;1607;p34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08" name="Google Shape;1608;p34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09" name="Google Shape;1609;p34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10" name="Google Shape;1610;p34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11" name="Google Shape;1611;p34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12" name="Google Shape;1612;p34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34" Type="http://schemas.openxmlformats.org/officeDocument/2006/relationships/theme" Target="../theme/theme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520925"/>
            <a:ext cx="77175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nrope Medium"/>
              <a:buNone/>
              <a:defRPr sz="32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nrope Medium"/>
              <a:buNone/>
              <a:defRPr sz="32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nrope Medium"/>
              <a:buNone/>
              <a:defRPr sz="32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nrope Medium"/>
              <a:buNone/>
              <a:defRPr sz="32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nrope Medium"/>
              <a:buNone/>
              <a:defRPr sz="32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nrope Medium"/>
              <a:buNone/>
              <a:defRPr sz="32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nrope Medium"/>
              <a:buNone/>
              <a:defRPr sz="32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nrope Medium"/>
              <a:buNone/>
              <a:defRPr sz="32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nrope Medium"/>
              <a:buNone/>
              <a:defRPr sz="32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297400"/>
            <a:ext cx="7717500" cy="33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Inter"/>
              <a:buChar char="■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8.png"/><Relationship Id="rId4" Type="http://schemas.openxmlformats.org/officeDocument/2006/relationships/image" Target="../media/image1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6" name="Shape 1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7" name="Google Shape;1617;p35"/>
          <p:cNvGrpSpPr/>
          <p:nvPr/>
        </p:nvGrpSpPr>
        <p:grpSpPr>
          <a:xfrm>
            <a:off x="2724182" y="-1866850"/>
            <a:ext cx="2750618" cy="2741916"/>
            <a:chOff x="2724182" y="-1866850"/>
            <a:chExt cx="2750618" cy="2741916"/>
          </a:xfrm>
        </p:grpSpPr>
        <p:sp>
          <p:nvSpPr>
            <p:cNvPr id="1618" name="Google Shape;1618;p35"/>
            <p:cNvSpPr/>
            <p:nvPr/>
          </p:nvSpPr>
          <p:spPr>
            <a:xfrm>
              <a:off x="2822200" y="-1866850"/>
              <a:ext cx="2652600" cy="26373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19" name="Google Shape;1619;p35"/>
            <p:cNvGrpSpPr/>
            <p:nvPr/>
          </p:nvGrpSpPr>
          <p:grpSpPr>
            <a:xfrm flipH="1" rot="-5400000">
              <a:off x="2724854" y="-1701422"/>
              <a:ext cx="2575817" cy="2577160"/>
              <a:chOff x="1550275" y="1493275"/>
              <a:chExt cx="1582100" cy="1582925"/>
            </a:xfrm>
          </p:grpSpPr>
          <p:sp>
            <p:nvSpPr>
              <p:cNvPr id="1620" name="Google Shape;1620;p35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1" name="Google Shape;1621;p35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2" name="Google Shape;1622;p35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3" name="Google Shape;1623;p35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4" name="Google Shape;1624;p35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5" name="Google Shape;1625;p35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6" name="Google Shape;1626;p35"/>
              <p:cNvSpPr/>
              <p:nvPr/>
            </p:nvSpPr>
            <p:spPr>
              <a:xfrm>
                <a:off x="1735631" y="1684323"/>
                <a:ext cx="1122767" cy="1115752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7" name="Google Shape;1627;p35"/>
              <p:cNvSpPr/>
              <p:nvPr/>
            </p:nvSpPr>
            <p:spPr>
              <a:xfrm>
                <a:off x="1781330" y="1767253"/>
                <a:ext cx="1160811" cy="1151585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8" name="Google Shape;1628;p35"/>
              <p:cNvSpPr/>
              <p:nvPr/>
            </p:nvSpPr>
            <p:spPr>
              <a:xfrm>
                <a:off x="1891023" y="1863197"/>
                <a:ext cx="1121111" cy="1119801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9" name="Google Shape;1629;p35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0" name="Google Shape;1630;p35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1" name="Google Shape;1631;p35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2" name="Google Shape;1632;p35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3" name="Google Shape;1633;p35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634" name="Google Shape;1634;p35"/>
          <p:cNvSpPr txBox="1"/>
          <p:nvPr>
            <p:ph type="ctrTitle"/>
          </p:nvPr>
        </p:nvSpPr>
        <p:spPr>
          <a:xfrm>
            <a:off x="646675" y="1733575"/>
            <a:ext cx="4211100" cy="135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 VALUE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OF MONEY</a:t>
            </a:r>
            <a:endParaRPr>
              <a:solidFill>
                <a:schemeClr val="lt2"/>
              </a:solidFill>
            </a:endParaRPr>
          </a:p>
        </p:txBody>
      </p:sp>
      <p:cxnSp>
        <p:nvCxnSpPr>
          <p:cNvPr id="1635" name="Google Shape;1635;p35"/>
          <p:cNvCxnSpPr/>
          <p:nvPr/>
        </p:nvCxnSpPr>
        <p:spPr>
          <a:xfrm>
            <a:off x="766825" y="3143247"/>
            <a:ext cx="380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636" name="Google Shape;1636;p35"/>
          <p:cNvGrpSpPr/>
          <p:nvPr/>
        </p:nvGrpSpPr>
        <p:grpSpPr>
          <a:xfrm>
            <a:off x="5322392" y="1681199"/>
            <a:ext cx="3363014" cy="1933501"/>
            <a:chOff x="5067767" y="1625852"/>
            <a:chExt cx="3363014" cy="1933501"/>
          </a:xfrm>
        </p:grpSpPr>
        <p:sp>
          <p:nvSpPr>
            <p:cNvPr id="1637" name="Google Shape;1637;p35"/>
            <p:cNvSpPr/>
            <p:nvPr/>
          </p:nvSpPr>
          <p:spPr>
            <a:xfrm>
              <a:off x="8012284" y="2267957"/>
              <a:ext cx="15484" cy="15482"/>
            </a:xfrm>
            <a:custGeom>
              <a:rect b="b" l="l" r="r" t="t"/>
              <a:pathLst>
                <a:path extrusionOk="0" h="243" w="243">
                  <a:moveTo>
                    <a:pt x="121" y="1"/>
                  </a:moveTo>
                  <a:cubicBezTo>
                    <a:pt x="55" y="1"/>
                    <a:pt x="0" y="56"/>
                    <a:pt x="0" y="122"/>
                  </a:cubicBezTo>
                  <a:cubicBezTo>
                    <a:pt x="0" y="188"/>
                    <a:pt x="55" y="243"/>
                    <a:pt x="121" y="243"/>
                  </a:cubicBezTo>
                  <a:cubicBezTo>
                    <a:pt x="187" y="243"/>
                    <a:pt x="242" y="188"/>
                    <a:pt x="242" y="122"/>
                  </a:cubicBezTo>
                  <a:cubicBezTo>
                    <a:pt x="242" y="56"/>
                    <a:pt x="187" y="1"/>
                    <a:pt x="121" y="1"/>
                  </a:cubicBezTo>
                  <a:close/>
                </a:path>
              </a:pathLst>
            </a:custGeom>
            <a:solidFill>
              <a:srgbClr val="000D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8" name="Google Shape;1638;p35"/>
            <p:cNvSpPr/>
            <p:nvPr/>
          </p:nvSpPr>
          <p:spPr>
            <a:xfrm>
              <a:off x="7831446" y="2267957"/>
              <a:ext cx="15484" cy="15482"/>
            </a:xfrm>
            <a:custGeom>
              <a:rect b="b" l="l" r="r" t="t"/>
              <a:pathLst>
                <a:path extrusionOk="0" h="243" w="243">
                  <a:moveTo>
                    <a:pt x="122" y="1"/>
                  </a:moveTo>
                  <a:cubicBezTo>
                    <a:pt x="56" y="1"/>
                    <a:pt x="1" y="56"/>
                    <a:pt x="1" y="122"/>
                  </a:cubicBezTo>
                  <a:cubicBezTo>
                    <a:pt x="1" y="188"/>
                    <a:pt x="56" y="243"/>
                    <a:pt x="122" y="243"/>
                  </a:cubicBezTo>
                  <a:cubicBezTo>
                    <a:pt x="188" y="243"/>
                    <a:pt x="243" y="188"/>
                    <a:pt x="243" y="122"/>
                  </a:cubicBezTo>
                  <a:cubicBezTo>
                    <a:pt x="243" y="56"/>
                    <a:pt x="188" y="1"/>
                    <a:pt x="122" y="1"/>
                  </a:cubicBezTo>
                  <a:close/>
                </a:path>
              </a:pathLst>
            </a:custGeom>
            <a:solidFill>
              <a:srgbClr val="000D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9" name="Google Shape;1639;p35"/>
            <p:cNvSpPr/>
            <p:nvPr/>
          </p:nvSpPr>
          <p:spPr>
            <a:xfrm>
              <a:off x="7860184" y="2274264"/>
              <a:ext cx="138145" cy="2867"/>
            </a:xfrm>
            <a:custGeom>
              <a:rect b="b" l="l" r="r" t="t"/>
              <a:pathLst>
                <a:path extrusionOk="0" h="45" w="2168">
                  <a:moveTo>
                    <a:pt x="23" y="1"/>
                  </a:moveTo>
                  <a:cubicBezTo>
                    <a:pt x="12" y="1"/>
                    <a:pt x="1" y="12"/>
                    <a:pt x="1" y="23"/>
                  </a:cubicBezTo>
                  <a:cubicBezTo>
                    <a:pt x="1" y="34"/>
                    <a:pt x="12" y="45"/>
                    <a:pt x="23" y="45"/>
                  </a:cubicBezTo>
                  <a:lnTo>
                    <a:pt x="2156" y="45"/>
                  </a:lnTo>
                  <a:cubicBezTo>
                    <a:pt x="2167" y="45"/>
                    <a:pt x="2167" y="34"/>
                    <a:pt x="2167" y="23"/>
                  </a:cubicBezTo>
                  <a:cubicBezTo>
                    <a:pt x="2167" y="12"/>
                    <a:pt x="2167" y="1"/>
                    <a:pt x="2156" y="1"/>
                  </a:cubicBezTo>
                  <a:close/>
                </a:path>
              </a:pathLst>
            </a:custGeom>
            <a:solidFill>
              <a:srgbClr val="000D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0" name="Google Shape;1640;p35"/>
            <p:cNvSpPr/>
            <p:nvPr/>
          </p:nvSpPr>
          <p:spPr>
            <a:xfrm>
              <a:off x="7831446" y="2448712"/>
              <a:ext cx="15484" cy="15482"/>
            </a:xfrm>
            <a:custGeom>
              <a:rect b="b" l="l" r="r" t="t"/>
              <a:pathLst>
                <a:path extrusionOk="0" h="243" w="243">
                  <a:moveTo>
                    <a:pt x="122" y="1"/>
                  </a:moveTo>
                  <a:cubicBezTo>
                    <a:pt x="56" y="1"/>
                    <a:pt x="1" y="56"/>
                    <a:pt x="1" y="122"/>
                  </a:cubicBezTo>
                  <a:cubicBezTo>
                    <a:pt x="1" y="188"/>
                    <a:pt x="56" y="243"/>
                    <a:pt x="122" y="243"/>
                  </a:cubicBezTo>
                  <a:cubicBezTo>
                    <a:pt x="188" y="243"/>
                    <a:pt x="243" y="188"/>
                    <a:pt x="243" y="122"/>
                  </a:cubicBezTo>
                  <a:cubicBezTo>
                    <a:pt x="243" y="56"/>
                    <a:pt x="188" y="1"/>
                    <a:pt x="122" y="1"/>
                  </a:cubicBezTo>
                  <a:close/>
                </a:path>
              </a:pathLst>
            </a:custGeom>
            <a:solidFill>
              <a:srgbClr val="000D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1" name="Google Shape;1641;p35"/>
            <p:cNvSpPr/>
            <p:nvPr/>
          </p:nvSpPr>
          <p:spPr>
            <a:xfrm>
              <a:off x="7837754" y="2296692"/>
              <a:ext cx="2867" cy="138766"/>
            </a:xfrm>
            <a:custGeom>
              <a:rect b="b" l="l" r="r" t="t"/>
              <a:pathLst>
                <a:path extrusionOk="0" h="2178" w="45">
                  <a:moveTo>
                    <a:pt x="23" y="1"/>
                  </a:moveTo>
                  <a:cubicBezTo>
                    <a:pt x="12" y="1"/>
                    <a:pt x="1" y="12"/>
                    <a:pt x="1" y="23"/>
                  </a:cubicBezTo>
                  <a:lnTo>
                    <a:pt x="1" y="2156"/>
                  </a:lnTo>
                  <a:cubicBezTo>
                    <a:pt x="1" y="2167"/>
                    <a:pt x="12" y="2178"/>
                    <a:pt x="23" y="2178"/>
                  </a:cubicBezTo>
                  <a:cubicBezTo>
                    <a:pt x="34" y="2178"/>
                    <a:pt x="45" y="2167"/>
                    <a:pt x="45" y="2156"/>
                  </a:cubicBezTo>
                  <a:lnTo>
                    <a:pt x="45" y="23"/>
                  </a:lnTo>
                  <a:cubicBezTo>
                    <a:pt x="45" y="12"/>
                    <a:pt x="34" y="1"/>
                    <a:pt x="23" y="1"/>
                  </a:cubicBezTo>
                  <a:close/>
                </a:path>
              </a:pathLst>
            </a:custGeom>
            <a:solidFill>
              <a:srgbClr val="000D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2" name="Google Shape;1642;p35"/>
            <p:cNvSpPr/>
            <p:nvPr/>
          </p:nvSpPr>
          <p:spPr>
            <a:xfrm>
              <a:off x="7650671" y="2448712"/>
              <a:ext cx="15484" cy="15482"/>
            </a:xfrm>
            <a:custGeom>
              <a:rect b="b" l="l" r="r" t="t"/>
              <a:pathLst>
                <a:path extrusionOk="0" h="243" w="243">
                  <a:moveTo>
                    <a:pt x="122" y="1"/>
                  </a:moveTo>
                  <a:cubicBezTo>
                    <a:pt x="56" y="1"/>
                    <a:pt x="1" y="56"/>
                    <a:pt x="1" y="122"/>
                  </a:cubicBezTo>
                  <a:cubicBezTo>
                    <a:pt x="1" y="188"/>
                    <a:pt x="56" y="243"/>
                    <a:pt x="122" y="243"/>
                  </a:cubicBezTo>
                  <a:cubicBezTo>
                    <a:pt x="199" y="243"/>
                    <a:pt x="243" y="188"/>
                    <a:pt x="243" y="122"/>
                  </a:cubicBezTo>
                  <a:cubicBezTo>
                    <a:pt x="243" y="56"/>
                    <a:pt x="199" y="1"/>
                    <a:pt x="122" y="1"/>
                  </a:cubicBezTo>
                  <a:close/>
                </a:path>
              </a:pathLst>
            </a:custGeom>
            <a:solidFill>
              <a:srgbClr val="000D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3" name="Google Shape;1643;p35"/>
            <p:cNvSpPr/>
            <p:nvPr/>
          </p:nvSpPr>
          <p:spPr>
            <a:xfrm>
              <a:off x="7680110" y="2455020"/>
              <a:ext cx="138081" cy="2867"/>
            </a:xfrm>
            <a:custGeom>
              <a:rect b="b" l="l" r="r" t="t"/>
              <a:pathLst>
                <a:path extrusionOk="0" h="45" w="2167">
                  <a:moveTo>
                    <a:pt x="11" y="1"/>
                  </a:moveTo>
                  <a:cubicBezTo>
                    <a:pt x="0" y="1"/>
                    <a:pt x="0" y="12"/>
                    <a:pt x="0" y="23"/>
                  </a:cubicBezTo>
                  <a:cubicBezTo>
                    <a:pt x="0" y="34"/>
                    <a:pt x="0" y="45"/>
                    <a:pt x="11" y="45"/>
                  </a:cubicBezTo>
                  <a:lnTo>
                    <a:pt x="2145" y="45"/>
                  </a:lnTo>
                  <a:cubicBezTo>
                    <a:pt x="2156" y="45"/>
                    <a:pt x="2167" y="34"/>
                    <a:pt x="2167" y="23"/>
                  </a:cubicBezTo>
                  <a:cubicBezTo>
                    <a:pt x="2167" y="12"/>
                    <a:pt x="2156" y="1"/>
                    <a:pt x="2145" y="1"/>
                  </a:cubicBezTo>
                  <a:close/>
                </a:path>
              </a:pathLst>
            </a:custGeom>
            <a:solidFill>
              <a:srgbClr val="000D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4" name="Google Shape;1644;p35"/>
            <p:cNvSpPr/>
            <p:nvPr/>
          </p:nvSpPr>
          <p:spPr>
            <a:xfrm>
              <a:off x="7650671" y="2628830"/>
              <a:ext cx="15484" cy="15482"/>
            </a:xfrm>
            <a:custGeom>
              <a:rect b="b" l="l" r="r" t="t"/>
              <a:pathLst>
                <a:path extrusionOk="0" h="243" w="243">
                  <a:moveTo>
                    <a:pt x="122" y="0"/>
                  </a:moveTo>
                  <a:cubicBezTo>
                    <a:pt x="56" y="0"/>
                    <a:pt x="1" y="55"/>
                    <a:pt x="1" y="121"/>
                  </a:cubicBezTo>
                  <a:cubicBezTo>
                    <a:pt x="1" y="198"/>
                    <a:pt x="56" y="242"/>
                    <a:pt x="122" y="242"/>
                  </a:cubicBezTo>
                  <a:cubicBezTo>
                    <a:pt x="199" y="242"/>
                    <a:pt x="243" y="198"/>
                    <a:pt x="243" y="121"/>
                  </a:cubicBezTo>
                  <a:cubicBezTo>
                    <a:pt x="243" y="55"/>
                    <a:pt x="199" y="0"/>
                    <a:pt x="122" y="0"/>
                  </a:cubicBezTo>
                  <a:close/>
                </a:path>
              </a:pathLst>
            </a:custGeom>
            <a:solidFill>
              <a:srgbClr val="000D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5" name="Google Shape;1645;p35"/>
            <p:cNvSpPr/>
            <p:nvPr/>
          </p:nvSpPr>
          <p:spPr>
            <a:xfrm>
              <a:off x="7657681" y="2477447"/>
              <a:ext cx="2166" cy="138129"/>
            </a:xfrm>
            <a:custGeom>
              <a:rect b="b" l="l" r="r" t="t"/>
              <a:pathLst>
                <a:path extrusionOk="0" h="2168" w="34">
                  <a:moveTo>
                    <a:pt x="12" y="1"/>
                  </a:moveTo>
                  <a:cubicBezTo>
                    <a:pt x="1" y="1"/>
                    <a:pt x="1" y="12"/>
                    <a:pt x="1" y="23"/>
                  </a:cubicBezTo>
                  <a:lnTo>
                    <a:pt x="1" y="2145"/>
                  </a:lnTo>
                  <a:cubicBezTo>
                    <a:pt x="1" y="2156"/>
                    <a:pt x="1" y="2167"/>
                    <a:pt x="12" y="2167"/>
                  </a:cubicBezTo>
                  <a:cubicBezTo>
                    <a:pt x="23" y="2167"/>
                    <a:pt x="34" y="2156"/>
                    <a:pt x="34" y="2145"/>
                  </a:cubicBezTo>
                  <a:lnTo>
                    <a:pt x="34" y="23"/>
                  </a:lnTo>
                  <a:cubicBezTo>
                    <a:pt x="34" y="12"/>
                    <a:pt x="23" y="1"/>
                    <a:pt x="12" y="1"/>
                  </a:cubicBezTo>
                  <a:close/>
                </a:path>
              </a:pathLst>
            </a:custGeom>
            <a:solidFill>
              <a:srgbClr val="000D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6" name="Google Shape;1646;p35"/>
            <p:cNvSpPr/>
            <p:nvPr/>
          </p:nvSpPr>
          <p:spPr>
            <a:xfrm>
              <a:off x="7470598" y="2628830"/>
              <a:ext cx="15484" cy="15482"/>
            </a:xfrm>
            <a:custGeom>
              <a:rect b="b" l="l" r="r" t="t"/>
              <a:pathLst>
                <a:path extrusionOk="0" h="243" w="243">
                  <a:moveTo>
                    <a:pt x="121" y="0"/>
                  </a:moveTo>
                  <a:cubicBezTo>
                    <a:pt x="55" y="0"/>
                    <a:pt x="0" y="55"/>
                    <a:pt x="0" y="121"/>
                  </a:cubicBezTo>
                  <a:cubicBezTo>
                    <a:pt x="0" y="198"/>
                    <a:pt x="55" y="242"/>
                    <a:pt x="121" y="242"/>
                  </a:cubicBezTo>
                  <a:cubicBezTo>
                    <a:pt x="187" y="242"/>
                    <a:pt x="242" y="198"/>
                    <a:pt x="242" y="121"/>
                  </a:cubicBezTo>
                  <a:cubicBezTo>
                    <a:pt x="242" y="55"/>
                    <a:pt x="187" y="0"/>
                    <a:pt x="121" y="0"/>
                  </a:cubicBezTo>
                  <a:close/>
                </a:path>
              </a:pathLst>
            </a:custGeom>
            <a:solidFill>
              <a:srgbClr val="000D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7" name="Google Shape;1647;p35"/>
            <p:cNvSpPr/>
            <p:nvPr/>
          </p:nvSpPr>
          <p:spPr>
            <a:xfrm>
              <a:off x="7499336" y="2635838"/>
              <a:ext cx="138081" cy="2166"/>
            </a:xfrm>
            <a:custGeom>
              <a:rect b="b" l="l" r="r" t="t"/>
              <a:pathLst>
                <a:path extrusionOk="0" h="34" w="2167">
                  <a:moveTo>
                    <a:pt x="22" y="0"/>
                  </a:moveTo>
                  <a:cubicBezTo>
                    <a:pt x="11" y="0"/>
                    <a:pt x="0" y="0"/>
                    <a:pt x="0" y="11"/>
                  </a:cubicBezTo>
                  <a:cubicBezTo>
                    <a:pt x="0" y="22"/>
                    <a:pt x="11" y="33"/>
                    <a:pt x="22" y="33"/>
                  </a:cubicBezTo>
                  <a:lnTo>
                    <a:pt x="2145" y="33"/>
                  </a:lnTo>
                  <a:cubicBezTo>
                    <a:pt x="2156" y="33"/>
                    <a:pt x="2167" y="22"/>
                    <a:pt x="2167" y="11"/>
                  </a:cubicBezTo>
                  <a:cubicBezTo>
                    <a:pt x="2167" y="0"/>
                    <a:pt x="2156" y="0"/>
                    <a:pt x="2145" y="0"/>
                  </a:cubicBezTo>
                  <a:close/>
                </a:path>
              </a:pathLst>
            </a:custGeom>
            <a:solidFill>
              <a:srgbClr val="000D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8" name="Google Shape;1648;p35"/>
            <p:cNvSpPr/>
            <p:nvPr/>
          </p:nvSpPr>
          <p:spPr>
            <a:xfrm>
              <a:off x="7470598" y="2809585"/>
              <a:ext cx="15484" cy="15482"/>
            </a:xfrm>
            <a:custGeom>
              <a:rect b="b" l="l" r="r" t="t"/>
              <a:pathLst>
                <a:path extrusionOk="0" h="243" w="243">
                  <a:moveTo>
                    <a:pt x="121" y="0"/>
                  </a:moveTo>
                  <a:cubicBezTo>
                    <a:pt x="55" y="0"/>
                    <a:pt x="0" y="55"/>
                    <a:pt x="0" y="121"/>
                  </a:cubicBezTo>
                  <a:cubicBezTo>
                    <a:pt x="0" y="187"/>
                    <a:pt x="55" y="242"/>
                    <a:pt x="121" y="242"/>
                  </a:cubicBezTo>
                  <a:cubicBezTo>
                    <a:pt x="187" y="242"/>
                    <a:pt x="242" y="187"/>
                    <a:pt x="242" y="121"/>
                  </a:cubicBezTo>
                  <a:cubicBezTo>
                    <a:pt x="242" y="55"/>
                    <a:pt x="187" y="0"/>
                    <a:pt x="121" y="0"/>
                  </a:cubicBezTo>
                  <a:close/>
                </a:path>
              </a:pathLst>
            </a:custGeom>
            <a:solidFill>
              <a:srgbClr val="000D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9" name="Google Shape;1649;p35"/>
            <p:cNvSpPr/>
            <p:nvPr/>
          </p:nvSpPr>
          <p:spPr>
            <a:xfrm>
              <a:off x="7476906" y="2658266"/>
              <a:ext cx="2867" cy="138065"/>
            </a:xfrm>
            <a:custGeom>
              <a:rect b="b" l="l" r="r" t="t"/>
              <a:pathLst>
                <a:path extrusionOk="0" h="2167" w="45">
                  <a:moveTo>
                    <a:pt x="22" y="0"/>
                  </a:moveTo>
                  <a:cubicBezTo>
                    <a:pt x="11" y="0"/>
                    <a:pt x="0" y="0"/>
                    <a:pt x="0" y="11"/>
                  </a:cubicBezTo>
                  <a:lnTo>
                    <a:pt x="0" y="2144"/>
                  </a:lnTo>
                  <a:cubicBezTo>
                    <a:pt x="0" y="2155"/>
                    <a:pt x="11" y="2166"/>
                    <a:pt x="22" y="2166"/>
                  </a:cubicBezTo>
                  <a:cubicBezTo>
                    <a:pt x="33" y="2166"/>
                    <a:pt x="44" y="2155"/>
                    <a:pt x="44" y="2144"/>
                  </a:cubicBezTo>
                  <a:lnTo>
                    <a:pt x="44" y="11"/>
                  </a:lnTo>
                  <a:cubicBezTo>
                    <a:pt x="44" y="0"/>
                    <a:pt x="33" y="0"/>
                    <a:pt x="22" y="0"/>
                  </a:cubicBezTo>
                  <a:close/>
                </a:path>
              </a:pathLst>
            </a:custGeom>
            <a:solidFill>
              <a:srgbClr val="000D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0" name="Google Shape;1650;p35"/>
            <p:cNvSpPr/>
            <p:nvPr/>
          </p:nvSpPr>
          <p:spPr>
            <a:xfrm>
              <a:off x="7289823" y="2809585"/>
              <a:ext cx="15420" cy="15482"/>
            </a:xfrm>
            <a:custGeom>
              <a:rect b="b" l="l" r="r" t="t"/>
              <a:pathLst>
                <a:path extrusionOk="0" h="243" w="242">
                  <a:moveTo>
                    <a:pt x="121" y="0"/>
                  </a:moveTo>
                  <a:cubicBezTo>
                    <a:pt x="55" y="0"/>
                    <a:pt x="0" y="55"/>
                    <a:pt x="0" y="121"/>
                  </a:cubicBezTo>
                  <a:cubicBezTo>
                    <a:pt x="0" y="187"/>
                    <a:pt x="55" y="242"/>
                    <a:pt x="121" y="242"/>
                  </a:cubicBezTo>
                  <a:cubicBezTo>
                    <a:pt x="187" y="242"/>
                    <a:pt x="242" y="187"/>
                    <a:pt x="242" y="121"/>
                  </a:cubicBezTo>
                  <a:cubicBezTo>
                    <a:pt x="242" y="55"/>
                    <a:pt x="187" y="0"/>
                    <a:pt x="121" y="0"/>
                  </a:cubicBezTo>
                  <a:close/>
                </a:path>
              </a:pathLst>
            </a:custGeom>
            <a:solidFill>
              <a:srgbClr val="000D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1" name="Google Shape;1651;p35"/>
            <p:cNvSpPr/>
            <p:nvPr/>
          </p:nvSpPr>
          <p:spPr>
            <a:xfrm>
              <a:off x="7318497" y="2815893"/>
              <a:ext cx="138846" cy="2867"/>
            </a:xfrm>
            <a:custGeom>
              <a:rect b="b" l="l" r="r" t="t"/>
              <a:pathLst>
                <a:path extrusionOk="0" h="45" w="2179">
                  <a:moveTo>
                    <a:pt x="23" y="0"/>
                  </a:moveTo>
                  <a:cubicBezTo>
                    <a:pt x="12" y="0"/>
                    <a:pt x="1" y="11"/>
                    <a:pt x="1" y="22"/>
                  </a:cubicBezTo>
                  <a:cubicBezTo>
                    <a:pt x="1" y="33"/>
                    <a:pt x="12" y="44"/>
                    <a:pt x="23" y="44"/>
                  </a:cubicBezTo>
                  <a:lnTo>
                    <a:pt x="2156" y="44"/>
                  </a:lnTo>
                  <a:cubicBezTo>
                    <a:pt x="2167" y="44"/>
                    <a:pt x="2178" y="33"/>
                    <a:pt x="2178" y="22"/>
                  </a:cubicBezTo>
                  <a:cubicBezTo>
                    <a:pt x="2178" y="11"/>
                    <a:pt x="2167" y="0"/>
                    <a:pt x="2156" y="0"/>
                  </a:cubicBezTo>
                  <a:close/>
                </a:path>
              </a:pathLst>
            </a:custGeom>
            <a:solidFill>
              <a:srgbClr val="000D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2" name="Google Shape;1652;p35"/>
            <p:cNvSpPr/>
            <p:nvPr/>
          </p:nvSpPr>
          <p:spPr>
            <a:xfrm>
              <a:off x="7289823" y="2990340"/>
              <a:ext cx="15420" cy="15482"/>
            </a:xfrm>
            <a:custGeom>
              <a:rect b="b" l="l" r="r" t="t"/>
              <a:pathLst>
                <a:path extrusionOk="0" h="243" w="242">
                  <a:moveTo>
                    <a:pt x="121" y="1"/>
                  </a:moveTo>
                  <a:cubicBezTo>
                    <a:pt x="55" y="1"/>
                    <a:pt x="0" y="45"/>
                    <a:pt x="0" y="122"/>
                  </a:cubicBezTo>
                  <a:cubicBezTo>
                    <a:pt x="0" y="188"/>
                    <a:pt x="55" y="243"/>
                    <a:pt x="121" y="243"/>
                  </a:cubicBezTo>
                  <a:cubicBezTo>
                    <a:pt x="187" y="243"/>
                    <a:pt x="242" y="188"/>
                    <a:pt x="242" y="122"/>
                  </a:cubicBezTo>
                  <a:cubicBezTo>
                    <a:pt x="242" y="45"/>
                    <a:pt x="187" y="1"/>
                    <a:pt x="121" y="1"/>
                  </a:cubicBezTo>
                  <a:close/>
                </a:path>
              </a:pathLst>
            </a:custGeom>
            <a:solidFill>
              <a:srgbClr val="000D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3" name="Google Shape;1653;p35"/>
            <p:cNvSpPr/>
            <p:nvPr/>
          </p:nvSpPr>
          <p:spPr>
            <a:xfrm>
              <a:off x="7296131" y="2838320"/>
              <a:ext cx="2867" cy="138065"/>
            </a:xfrm>
            <a:custGeom>
              <a:rect b="b" l="l" r="r" t="t"/>
              <a:pathLst>
                <a:path extrusionOk="0" h="2167" w="45">
                  <a:moveTo>
                    <a:pt x="22" y="0"/>
                  </a:moveTo>
                  <a:cubicBezTo>
                    <a:pt x="11" y="0"/>
                    <a:pt x="0" y="11"/>
                    <a:pt x="0" y="22"/>
                  </a:cubicBezTo>
                  <a:lnTo>
                    <a:pt x="0" y="2156"/>
                  </a:lnTo>
                  <a:cubicBezTo>
                    <a:pt x="0" y="2156"/>
                    <a:pt x="11" y="2167"/>
                    <a:pt x="22" y="2167"/>
                  </a:cubicBezTo>
                  <a:cubicBezTo>
                    <a:pt x="33" y="2167"/>
                    <a:pt x="44" y="2156"/>
                    <a:pt x="44" y="2156"/>
                  </a:cubicBezTo>
                  <a:lnTo>
                    <a:pt x="44" y="22"/>
                  </a:lnTo>
                  <a:cubicBezTo>
                    <a:pt x="44" y="11"/>
                    <a:pt x="33" y="0"/>
                    <a:pt x="22" y="0"/>
                  </a:cubicBezTo>
                  <a:close/>
                </a:path>
              </a:pathLst>
            </a:custGeom>
            <a:solidFill>
              <a:srgbClr val="000D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4" name="Google Shape;1654;p35"/>
            <p:cNvSpPr/>
            <p:nvPr/>
          </p:nvSpPr>
          <p:spPr>
            <a:xfrm>
              <a:off x="7289823" y="3170395"/>
              <a:ext cx="15420" cy="15482"/>
            </a:xfrm>
            <a:custGeom>
              <a:rect b="b" l="l" r="r" t="t"/>
              <a:pathLst>
                <a:path extrusionOk="0" h="243" w="242">
                  <a:moveTo>
                    <a:pt x="121" y="1"/>
                  </a:moveTo>
                  <a:cubicBezTo>
                    <a:pt x="55" y="1"/>
                    <a:pt x="0" y="56"/>
                    <a:pt x="0" y="122"/>
                  </a:cubicBezTo>
                  <a:cubicBezTo>
                    <a:pt x="0" y="188"/>
                    <a:pt x="55" y="243"/>
                    <a:pt x="121" y="243"/>
                  </a:cubicBezTo>
                  <a:cubicBezTo>
                    <a:pt x="187" y="243"/>
                    <a:pt x="242" y="188"/>
                    <a:pt x="242" y="122"/>
                  </a:cubicBezTo>
                  <a:cubicBezTo>
                    <a:pt x="242" y="56"/>
                    <a:pt x="187" y="1"/>
                    <a:pt x="121" y="1"/>
                  </a:cubicBezTo>
                  <a:close/>
                </a:path>
              </a:pathLst>
            </a:custGeom>
            <a:solidFill>
              <a:srgbClr val="000D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5" name="Google Shape;1655;p35"/>
            <p:cNvSpPr/>
            <p:nvPr/>
          </p:nvSpPr>
          <p:spPr>
            <a:xfrm>
              <a:off x="7296131" y="3019075"/>
              <a:ext cx="2867" cy="138065"/>
            </a:xfrm>
            <a:custGeom>
              <a:rect b="b" l="l" r="r" t="t"/>
              <a:pathLst>
                <a:path extrusionOk="0" h="2167" w="45">
                  <a:moveTo>
                    <a:pt x="22" y="1"/>
                  </a:moveTo>
                  <a:cubicBezTo>
                    <a:pt x="11" y="1"/>
                    <a:pt x="0" y="12"/>
                    <a:pt x="0" y="23"/>
                  </a:cubicBezTo>
                  <a:lnTo>
                    <a:pt x="0" y="2145"/>
                  </a:lnTo>
                  <a:cubicBezTo>
                    <a:pt x="0" y="2156"/>
                    <a:pt x="11" y="2167"/>
                    <a:pt x="22" y="2167"/>
                  </a:cubicBezTo>
                  <a:cubicBezTo>
                    <a:pt x="33" y="2167"/>
                    <a:pt x="44" y="2156"/>
                    <a:pt x="44" y="2145"/>
                  </a:cubicBezTo>
                  <a:lnTo>
                    <a:pt x="44" y="23"/>
                  </a:lnTo>
                  <a:cubicBezTo>
                    <a:pt x="44" y="12"/>
                    <a:pt x="33" y="1"/>
                    <a:pt x="22" y="1"/>
                  </a:cubicBezTo>
                  <a:close/>
                </a:path>
              </a:pathLst>
            </a:custGeom>
            <a:solidFill>
              <a:srgbClr val="000D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6" name="Google Shape;1656;p35"/>
            <p:cNvSpPr/>
            <p:nvPr/>
          </p:nvSpPr>
          <p:spPr>
            <a:xfrm>
              <a:off x="7109686" y="3170395"/>
              <a:ext cx="15484" cy="15482"/>
            </a:xfrm>
            <a:custGeom>
              <a:rect b="b" l="l" r="r" t="t"/>
              <a:pathLst>
                <a:path extrusionOk="0" h="243" w="243">
                  <a:moveTo>
                    <a:pt x="122" y="1"/>
                  </a:moveTo>
                  <a:cubicBezTo>
                    <a:pt x="45" y="1"/>
                    <a:pt x="1" y="56"/>
                    <a:pt x="1" y="122"/>
                  </a:cubicBezTo>
                  <a:cubicBezTo>
                    <a:pt x="1" y="188"/>
                    <a:pt x="45" y="243"/>
                    <a:pt x="122" y="243"/>
                  </a:cubicBezTo>
                  <a:cubicBezTo>
                    <a:pt x="188" y="243"/>
                    <a:pt x="243" y="188"/>
                    <a:pt x="243" y="122"/>
                  </a:cubicBezTo>
                  <a:cubicBezTo>
                    <a:pt x="243" y="56"/>
                    <a:pt x="188" y="1"/>
                    <a:pt x="122" y="1"/>
                  </a:cubicBezTo>
                  <a:close/>
                </a:path>
              </a:pathLst>
            </a:custGeom>
            <a:solidFill>
              <a:srgbClr val="000D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7" name="Google Shape;1657;p35"/>
            <p:cNvSpPr/>
            <p:nvPr/>
          </p:nvSpPr>
          <p:spPr>
            <a:xfrm>
              <a:off x="7138424" y="3176702"/>
              <a:ext cx="138145" cy="2867"/>
            </a:xfrm>
            <a:custGeom>
              <a:rect b="b" l="l" r="r" t="t"/>
              <a:pathLst>
                <a:path extrusionOk="0" h="45" w="2168">
                  <a:moveTo>
                    <a:pt x="12" y="1"/>
                  </a:moveTo>
                  <a:cubicBezTo>
                    <a:pt x="12" y="1"/>
                    <a:pt x="1" y="12"/>
                    <a:pt x="1" y="23"/>
                  </a:cubicBezTo>
                  <a:cubicBezTo>
                    <a:pt x="1" y="34"/>
                    <a:pt x="12" y="45"/>
                    <a:pt x="12" y="45"/>
                  </a:cubicBezTo>
                  <a:lnTo>
                    <a:pt x="2145" y="45"/>
                  </a:lnTo>
                  <a:cubicBezTo>
                    <a:pt x="2156" y="45"/>
                    <a:pt x="2167" y="34"/>
                    <a:pt x="2167" y="23"/>
                  </a:cubicBezTo>
                  <a:cubicBezTo>
                    <a:pt x="2167" y="12"/>
                    <a:pt x="2156" y="1"/>
                    <a:pt x="2145" y="1"/>
                  </a:cubicBezTo>
                  <a:close/>
                </a:path>
              </a:pathLst>
            </a:custGeom>
            <a:solidFill>
              <a:srgbClr val="000D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8" name="Google Shape;1658;p35"/>
            <p:cNvSpPr/>
            <p:nvPr/>
          </p:nvSpPr>
          <p:spPr>
            <a:xfrm>
              <a:off x="6928911" y="3170395"/>
              <a:ext cx="15484" cy="15482"/>
            </a:xfrm>
            <a:custGeom>
              <a:rect b="b" l="l" r="r" t="t"/>
              <a:pathLst>
                <a:path extrusionOk="0" h="243" w="243">
                  <a:moveTo>
                    <a:pt x="121" y="1"/>
                  </a:moveTo>
                  <a:cubicBezTo>
                    <a:pt x="56" y="1"/>
                    <a:pt x="1" y="56"/>
                    <a:pt x="1" y="122"/>
                  </a:cubicBezTo>
                  <a:cubicBezTo>
                    <a:pt x="1" y="188"/>
                    <a:pt x="56" y="243"/>
                    <a:pt x="121" y="243"/>
                  </a:cubicBezTo>
                  <a:cubicBezTo>
                    <a:pt x="187" y="243"/>
                    <a:pt x="242" y="188"/>
                    <a:pt x="242" y="122"/>
                  </a:cubicBezTo>
                  <a:cubicBezTo>
                    <a:pt x="242" y="56"/>
                    <a:pt x="187" y="1"/>
                    <a:pt x="121" y="1"/>
                  </a:cubicBezTo>
                  <a:close/>
                </a:path>
              </a:pathLst>
            </a:custGeom>
            <a:solidFill>
              <a:srgbClr val="000D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9" name="Google Shape;1659;p35"/>
            <p:cNvSpPr/>
            <p:nvPr/>
          </p:nvSpPr>
          <p:spPr>
            <a:xfrm>
              <a:off x="6957649" y="3176702"/>
              <a:ext cx="138081" cy="2867"/>
            </a:xfrm>
            <a:custGeom>
              <a:rect b="b" l="l" r="r" t="t"/>
              <a:pathLst>
                <a:path extrusionOk="0" h="45" w="2167">
                  <a:moveTo>
                    <a:pt x="22" y="1"/>
                  </a:moveTo>
                  <a:cubicBezTo>
                    <a:pt x="11" y="1"/>
                    <a:pt x="0" y="12"/>
                    <a:pt x="0" y="23"/>
                  </a:cubicBezTo>
                  <a:cubicBezTo>
                    <a:pt x="0" y="34"/>
                    <a:pt x="11" y="45"/>
                    <a:pt x="22" y="45"/>
                  </a:cubicBezTo>
                  <a:lnTo>
                    <a:pt x="2145" y="45"/>
                  </a:lnTo>
                  <a:cubicBezTo>
                    <a:pt x="2156" y="45"/>
                    <a:pt x="2167" y="34"/>
                    <a:pt x="2167" y="23"/>
                  </a:cubicBezTo>
                  <a:cubicBezTo>
                    <a:pt x="2167" y="12"/>
                    <a:pt x="2156" y="1"/>
                    <a:pt x="2145" y="1"/>
                  </a:cubicBezTo>
                  <a:close/>
                </a:path>
              </a:pathLst>
            </a:custGeom>
            <a:solidFill>
              <a:srgbClr val="000D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0" name="Google Shape;1660;p35"/>
            <p:cNvSpPr/>
            <p:nvPr/>
          </p:nvSpPr>
          <p:spPr>
            <a:xfrm>
              <a:off x="6748136" y="3170395"/>
              <a:ext cx="15484" cy="15482"/>
            </a:xfrm>
            <a:custGeom>
              <a:rect b="b" l="l" r="r" t="t"/>
              <a:pathLst>
                <a:path extrusionOk="0" h="243" w="243">
                  <a:moveTo>
                    <a:pt x="121" y="1"/>
                  </a:moveTo>
                  <a:cubicBezTo>
                    <a:pt x="55" y="1"/>
                    <a:pt x="0" y="56"/>
                    <a:pt x="0" y="122"/>
                  </a:cubicBezTo>
                  <a:cubicBezTo>
                    <a:pt x="0" y="188"/>
                    <a:pt x="55" y="243"/>
                    <a:pt x="121" y="243"/>
                  </a:cubicBezTo>
                  <a:cubicBezTo>
                    <a:pt x="187" y="243"/>
                    <a:pt x="242" y="188"/>
                    <a:pt x="242" y="122"/>
                  </a:cubicBezTo>
                  <a:cubicBezTo>
                    <a:pt x="242" y="56"/>
                    <a:pt x="187" y="1"/>
                    <a:pt x="121" y="1"/>
                  </a:cubicBezTo>
                  <a:close/>
                </a:path>
              </a:pathLst>
            </a:custGeom>
            <a:solidFill>
              <a:srgbClr val="000D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1" name="Google Shape;1661;p35"/>
            <p:cNvSpPr/>
            <p:nvPr/>
          </p:nvSpPr>
          <p:spPr>
            <a:xfrm>
              <a:off x="6567999" y="3170395"/>
              <a:ext cx="15484" cy="15482"/>
            </a:xfrm>
            <a:custGeom>
              <a:rect b="b" l="l" r="r" t="t"/>
              <a:pathLst>
                <a:path extrusionOk="0" h="243" w="243">
                  <a:moveTo>
                    <a:pt x="122" y="1"/>
                  </a:moveTo>
                  <a:cubicBezTo>
                    <a:pt x="56" y="1"/>
                    <a:pt x="1" y="56"/>
                    <a:pt x="1" y="122"/>
                  </a:cubicBezTo>
                  <a:cubicBezTo>
                    <a:pt x="1" y="188"/>
                    <a:pt x="56" y="243"/>
                    <a:pt x="122" y="243"/>
                  </a:cubicBezTo>
                  <a:cubicBezTo>
                    <a:pt x="188" y="243"/>
                    <a:pt x="243" y="188"/>
                    <a:pt x="243" y="122"/>
                  </a:cubicBezTo>
                  <a:cubicBezTo>
                    <a:pt x="243" y="56"/>
                    <a:pt x="188" y="1"/>
                    <a:pt x="122" y="1"/>
                  </a:cubicBezTo>
                  <a:close/>
                </a:path>
              </a:pathLst>
            </a:custGeom>
            <a:solidFill>
              <a:srgbClr val="000D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2" name="Google Shape;1662;p35"/>
            <p:cNvSpPr/>
            <p:nvPr/>
          </p:nvSpPr>
          <p:spPr>
            <a:xfrm>
              <a:off x="6596737" y="3176702"/>
              <a:ext cx="138145" cy="2867"/>
            </a:xfrm>
            <a:custGeom>
              <a:rect b="b" l="l" r="r" t="t"/>
              <a:pathLst>
                <a:path extrusionOk="0" h="45" w="2168">
                  <a:moveTo>
                    <a:pt x="23" y="1"/>
                  </a:moveTo>
                  <a:cubicBezTo>
                    <a:pt x="12" y="1"/>
                    <a:pt x="1" y="12"/>
                    <a:pt x="1" y="23"/>
                  </a:cubicBezTo>
                  <a:cubicBezTo>
                    <a:pt x="1" y="34"/>
                    <a:pt x="12" y="45"/>
                    <a:pt x="23" y="45"/>
                  </a:cubicBezTo>
                  <a:lnTo>
                    <a:pt x="2145" y="45"/>
                  </a:lnTo>
                  <a:cubicBezTo>
                    <a:pt x="2156" y="45"/>
                    <a:pt x="2167" y="34"/>
                    <a:pt x="2167" y="23"/>
                  </a:cubicBezTo>
                  <a:cubicBezTo>
                    <a:pt x="2167" y="12"/>
                    <a:pt x="2156" y="1"/>
                    <a:pt x="2145" y="1"/>
                  </a:cubicBezTo>
                  <a:close/>
                </a:path>
              </a:pathLst>
            </a:custGeom>
            <a:solidFill>
              <a:srgbClr val="000D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3" name="Google Shape;1663;p35"/>
            <p:cNvSpPr/>
            <p:nvPr/>
          </p:nvSpPr>
          <p:spPr>
            <a:xfrm>
              <a:off x="7650671" y="3351213"/>
              <a:ext cx="15484" cy="15482"/>
            </a:xfrm>
            <a:custGeom>
              <a:rect b="b" l="l" r="r" t="t"/>
              <a:pathLst>
                <a:path extrusionOk="0" h="243" w="243">
                  <a:moveTo>
                    <a:pt x="122" y="0"/>
                  </a:moveTo>
                  <a:cubicBezTo>
                    <a:pt x="56" y="0"/>
                    <a:pt x="1" y="55"/>
                    <a:pt x="1" y="121"/>
                  </a:cubicBezTo>
                  <a:cubicBezTo>
                    <a:pt x="1" y="187"/>
                    <a:pt x="56" y="242"/>
                    <a:pt x="122" y="242"/>
                  </a:cubicBezTo>
                  <a:cubicBezTo>
                    <a:pt x="199" y="242"/>
                    <a:pt x="243" y="187"/>
                    <a:pt x="243" y="121"/>
                  </a:cubicBezTo>
                  <a:cubicBezTo>
                    <a:pt x="243" y="55"/>
                    <a:pt x="199" y="0"/>
                    <a:pt x="122" y="0"/>
                  </a:cubicBezTo>
                  <a:close/>
                </a:path>
              </a:pathLst>
            </a:custGeom>
            <a:solidFill>
              <a:srgbClr val="000D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4" name="Google Shape;1664;p35"/>
            <p:cNvSpPr/>
            <p:nvPr/>
          </p:nvSpPr>
          <p:spPr>
            <a:xfrm>
              <a:off x="7470598" y="3351213"/>
              <a:ext cx="15484" cy="15482"/>
            </a:xfrm>
            <a:custGeom>
              <a:rect b="b" l="l" r="r" t="t"/>
              <a:pathLst>
                <a:path extrusionOk="0" h="243" w="243">
                  <a:moveTo>
                    <a:pt x="121" y="0"/>
                  </a:moveTo>
                  <a:cubicBezTo>
                    <a:pt x="55" y="0"/>
                    <a:pt x="0" y="55"/>
                    <a:pt x="0" y="121"/>
                  </a:cubicBezTo>
                  <a:cubicBezTo>
                    <a:pt x="0" y="187"/>
                    <a:pt x="55" y="242"/>
                    <a:pt x="121" y="242"/>
                  </a:cubicBezTo>
                  <a:cubicBezTo>
                    <a:pt x="187" y="242"/>
                    <a:pt x="242" y="187"/>
                    <a:pt x="242" y="121"/>
                  </a:cubicBezTo>
                  <a:cubicBezTo>
                    <a:pt x="242" y="55"/>
                    <a:pt x="187" y="0"/>
                    <a:pt x="121" y="0"/>
                  </a:cubicBezTo>
                  <a:close/>
                </a:path>
              </a:pathLst>
            </a:custGeom>
            <a:solidFill>
              <a:srgbClr val="000D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5" name="Google Shape;1665;p35"/>
            <p:cNvSpPr/>
            <p:nvPr/>
          </p:nvSpPr>
          <p:spPr>
            <a:xfrm>
              <a:off x="7499336" y="3357521"/>
              <a:ext cx="138081" cy="2867"/>
            </a:xfrm>
            <a:custGeom>
              <a:rect b="b" l="l" r="r" t="t"/>
              <a:pathLst>
                <a:path extrusionOk="0" h="45" w="2167">
                  <a:moveTo>
                    <a:pt x="22" y="0"/>
                  </a:moveTo>
                  <a:cubicBezTo>
                    <a:pt x="11" y="0"/>
                    <a:pt x="0" y="11"/>
                    <a:pt x="0" y="22"/>
                  </a:cubicBezTo>
                  <a:cubicBezTo>
                    <a:pt x="0" y="33"/>
                    <a:pt x="11" y="44"/>
                    <a:pt x="22" y="44"/>
                  </a:cubicBezTo>
                  <a:lnTo>
                    <a:pt x="2145" y="44"/>
                  </a:lnTo>
                  <a:cubicBezTo>
                    <a:pt x="2156" y="44"/>
                    <a:pt x="2167" y="33"/>
                    <a:pt x="2167" y="22"/>
                  </a:cubicBezTo>
                  <a:cubicBezTo>
                    <a:pt x="2167" y="11"/>
                    <a:pt x="2156" y="0"/>
                    <a:pt x="2145" y="0"/>
                  </a:cubicBezTo>
                  <a:close/>
                </a:path>
              </a:pathLst>
            </a:custGeom>
            <a:solidFill>
              <a:srgbClr val="000D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6" name="Google Shape;1666;p35"/>
            <p:cNvSpPr/>
            <p:nvPr/>
          </p:nvSpPr>
          <p:spPr>
            <a:xfrm>
              <a:off x="7289823" y="3351213"/>
              <a:ext cx="15420" cy="15482"/>
            </a:xfrm>
            <a:custGeom>
              <a:rect b="b" l="l" r="r" t="t"/>
              <a:pathLst>
                <a:path extrusionOk="0" h="243" w="242">
                  <a:moveTo>
                    <a:pt x="121" y="0"/>
                  </a:moveTo>
                  <a:cubicBezTo>
                    <a:pt x="55" y="0"/>
                    <a:pt x="0" y="55"/>
                    <a:pt x="0" y="121"/>
                  </a:cubicBezTo>
                  <a:cubicBezTo>
                    <a:pt x="0" y="187"/>
                    <a:pt x="55" y="242"/>
                    <a:pt x="121" y="242"/>
                  </a:cubicBezTo>
                  <a:cubicBezTo>
                    <a:pt x="187" y="242"/>
                    <a:pt x="242" y="187"/>
                    <a:pt x="242" y="121"/>
                  </a:cubicBezTo>
                  <a:cubicBezTo>
                    <a:pt x="242" y="55"/>
                    <a:pt x="187" y="0"/>
                    <a:pt x="121" y="0"/>
                  </a:cubicBezTo>
                  <a:close/>
                </a:path>
              </a:pathLst>
            </a:custGeom>
            <a:solidFill>
              <a:srgbClr val="000D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7" name="Google Shape;1667;p35"/>
            <p:cNvSpPr/>
            <p:nvPr/>
          </p:nvSpPr>
          <p:spPr>
            <a:xfrm>
              <a:off x="7318497" y="3357521"/>
              <a:ext cx="138846" cy="2867"/>
            </a:xfrm>
            <a:custGeom>
              <a:rect b="b" l="l" r="r" t="t"/>
              <a:pathLst>
                <a:path extrusionOk="0" h="45" w="2179">
                  <a:moveTo>
                    <a:pt x="23" y="0"/>
                  </a:moveTo>
                  <a:cubicBezTo>
                    <a:pt x="12" y="0"/>
                    <a:pt x="1" y="11"/>
                    <a:pt x="1" y="22"/>
                  </a:cubicBezTo>
                  <a:cubicBezTo>
                    <a:pt x="1" y="33"/>
                    <a:pt x="12" y="44"/>
                    <a:pt x="23" y="44"/>
                  </a:cubicBezTo>
                  <a:lnTo>
                    <a:pt x="2156" y="44"/>
                  </a:lnTo>
                  <a:cubicBezTo>
                    <a:pt x="2167" y="44"/>
                    <a:pt x="2178" y="33"/>
                    <a:pt x="2178" y="22"/>
                  </a:cubicBezTo>
                  <a:cubicBezTo>
                    <a:pt x="2178" y="11"/>
                    <a:pt x="2167" y="0"/>
                    <a:pt x="2156" y="0"/>
                  </a:cubicBezTo>
                  <a:close/>
                </a:path>
              </a:pathLst>
            </a:custGeom>
            <a:solidFill>
              <a:srgbClr val="000D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8" name="Google Shape;1668;p35"/>
            <p:cNvSpPr/>
            <p:nvPr/>
          </p:nvSpPr>
          <p:spPr>
            <a:xfrm>
              <a:off x="7109686" y="3351213"/>
              <a:ext cx="15484" cy="15482"/>
            </a:xfrm>
            <a:custGeom>
              <a:rect b="b" l="l" r="r" t="t"/>
              <a:pathLst>
                <a:path extrusionOk="0" h="243" w="243">
                  <a:moveTo>
                    <a:pt x="122" y="0"/>
                  </a:moveTo>
                  <a:cubicBezTo>
                    <a:pt x="45" y="0"/>
                    <a:pt x="1" y="55"/>
                    <a:pt x="1" y="121"/>
                  </a:cubicBezTo>
                  <a:cubicBezTo>
                    <a:pt x="1" y="187"/>
                    <a:pt x="45" y="242"/>
                    <a:pt x="122" y="242"/>
                  </a:cubicBezTo>
                  <a:cubicBezTo>
                    <a:pt x="188" y="242"/>
                    <a:pt x="243" y="187"/>
                    <a:pt x="243" y="121"/>
                  </a:cubicBezTo>
                  <a:cubicBezTo>
                    <a:pt x="243" y="55"/>
                    <a:pt x="188" y="0"/>
                    <a:pt x="122" y="0"/>
                  </a:cubicBezTo>
                  <a:close/>
                </a:path>
              </a:pathLst>
            </a:custGeom>
            <a:solidFill>
              <a:srgbClr val="000D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9" name="Google Shape;1669;p35"/>
            <p:cNvSpPr/>
            <p:nvPr/>
          </p:nvSpPr>
          <p:spPr>
            <a:xfrm>
              <a:off x="7138424" y="3357521"/>
              <a:ext cx="138145" cy="2867"/>
            </a:xfrm>
            <a:custGeom>
              <a:rect b="b" l="l" r="r" t="t"/>
              <a:pathLst>
                <a:path extrusionOk="0" h="45" w="2168">
                  <a:moveTo>
                    <a:pt x="12" y="0"/>
                  </a:moveTo>
                  <a:cubicBezTo>
                    <a:pt x="12" y="0"/>
                    <a:pt x="1" y="11"/>
                    <a:pt x="1" y="22"/>
                  </a:cubicBezTo>
                  <a:cubicBezTo>
                    <a:pt x="1" y="33"/>
                    <a:pt x="12" y="44"/>
                    <a:pt x="12" y="44"/>
                  </a:cubicBezTo>
                  <a:lnTo>
                    <a:pt x="2145" y="44"/>
                  </a:lnTo>
                  <a:cubicBezTo>
                    <a:pt x="2156" y="44"/>
                    <a:pt x="2167" y="33"/>
                    <a:pt x="2167" y="22"/>
                  </a:cubicBezTo>
                  <a:cubicBezTo>
                    <a:pt x="2167" y="11"/>
                    <a:pt x="2156" y="0"/>
                    <a:pt x="2145" y="0"/>
                  </a:cubicBezTo>
                  <a:close/>
                </a:path>
              </a:pathLst>
            </a:custGeom>
            <a:solidFill>
              <a:srgbClr val="000D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0" name="Google Shape;1670;p35"/>
            <p:cNvSpPr/>
            <p:nvPr/>
          </p:nvSpPr>
          <p:spPr>
            <a:xfrm>
              <a:off x="7115994" y="3199129"/>
              <a:ext cx="2166" cy="138129"/>
            </a:xfrm>
            <a:custGeom>
              <a:rect b="b" l="l" r="r" t="t"/>
              <a:pathLst>
                <a:path extrusionOk="0" h="2168" w="34">
                  <a:moveTo>
                    <a:pt x="23" y="1"/>
                  </a:moveTo>
                  <a:cubicBezTo>
                    <a:pt x="12" y="1"/>
                    <a:pt x="1" y="12"/>
                    <a:pt x="1" y="23"/>
                  </a:cubicBezTo>
                  <a:lnTo>
                    <a:pt x="1" y="2156"/>
                  </a:lnTo>
                  <a:cubicBezTo>
                    <a:pt x="1" y="2167"/>
                    <a:pt x="12" y="2167"/>
                    <a:pt x="23" y="2167"/>
                  </a:cubicBezTo>
                  <a:cubicBezTo>
                    <a:pt x="34" y="2167"/>
                    <a:pt x="34" y="2167"/>
                    <a:pt x="34" y="2156"/>
                  </a:cubicBezTo>
                  <a:lnTo>
                    <a:pt x="34" y="23"/>
                  </a:lnTo>
                  <a:cubicBezTo>
                    <a:pt x="34" y="12"/>
                    <a:pt x="34" y="1"/>
                    <a:pt x="23" y="1"/>
                  </a:cubicBezTo>
                  <a:close/>
                </a:path>
              </a:pathLst>
            </a:custGeom>
            <a:solidFill>
              <a:srgbClr val="000D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1" name="Google Shape;1671;p35"/>
            <p:cNvSpPr/>
            <p:nvPr/>
          </p:nvSpPr>
          <p:spPr>
            <a:xfrm>
              <a:off x="6928911" y="3351213"/>
              <a:ext cx="15484" cy="15482"/>
            </a:xfrm>
            <a:custGeom>
              <a:rect b="b" l="l" r="r" t="t"/>
              <a:pathLst>
                <a:path extrusionOk="0" h="243" w="243">
                  <a:moveTo>
                    <a:pt x="121" y="0"/>
                  </a:moveTo>
                  <a:cubicBezTo>
                    <a:pt x="56" y="0"/>
                    <a:pt x="1" y="55"/>
                    <a:pt x="1" y="121"/>
                  </a:cubicBezTo>
                  <a:cubicBezTo>
                    <a:pt x="1" y="187"/>
                    <a:pt x="56" y="242"/>
                    <a:pt x="121" y="242"/>
                  </a:cubicBezTo>
                  <a:cubicBezTo>
                    <a:pt x="187" y="242"/>
                    <a:pt x="242" y="187"/>
                    <a:pt x="242" y="121"/>
                  </a:cubicBezTo>
                  <a:cubicBezTo>
                    <a:pt x="242" y="55"/>
                    <a:pt x="187" y="0"/>
                    <a:pt x="121" y="0"/>
                  </a:cubicBezTo>
                  <a:close/>
                </a:path>
              </a:pathLst>
            </a:custGeom>
            <a:solidFill>
              <a:srgbClr val="000D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2" name="Google Shape;1672;p35"/>
            <p:cNvSpPr/>
            <p:nvPr/>
          </p:nvSpPr>
          <p:spPr>
            <a:xfrm>
              <a:off x="6957649" y="3357521"/>
              <a:ext cx="138081" cy="2867"/>
            </a:xfrm>
            <a:custGeom>
              <a:rect b="b" l="l" r="r" t="t"/>
              <a:pathLst>
                <a:path extrusionOk="0" h="45" w="2167">
                  <a:moveTo>
                    <a:pt x="22" y="0"/>
                  </a:moveTo>
                  <a:cubicBezTo>
                    <a:pt x="11" y="0"/>
                    <a:pt x="0" y="11"/>
                    <a:pt x="0" y="22"/>
                  </a:cubicBezTo>
                  <a:cubicBezTo>
                    <a:pt x="0" y="33"/>
                    <a:pt x="11" y="44"/>
                    <a:pt x="22" y="44"/>
                  </a:cubicBezTo>
                  <a:lnTo>
                    <a:pt x="2145" y="44"/>
                  </a:lnTo>
                  <a:cubicBezTo>
                    <a:pt x="2156" y="44"/>
                    <a:pt x="2167" y="33"/>
                    <a:pt x="2167" y="22"/>
                  </a:cubicBezTo>
                  <a:cubicBezTo>
                    <a:pt x="2167" y="11"/>
                    <a:pt x="2156" y="0"/>
                    <a:pt x="2145" y="0"/>
                  </a:cubicBezTo>
                  <a:close/>
                </a:path>
              </a:pathLst>
            </a:custGeom>
            <a:solidFill>
              <a:srgbClr val="000D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3" name="Google Shape;1673;p35"/>
            <p:cNvSpPr/>
            <p:nvPr/>
          </p:nvSpPr>
          <p:spPr>
            <a:xfrm>
              <a:off x="6935219" y="3199129"/>
              <a:ext cx="2867" cy="138129"/>
            </a:xfrm>
            <a:custGeom>
              <a:rect b="b" l="l" r="r" t="t"/>
              <a:pathLst>
                <a:path extrusionOk="0" h="2168" w="45">
                  <a:moveTo>
                    <a:pt x="22" y="1"/>
                  </a:moveTo>
                  <a:cubicBezTo>
                    <a:pt x="11" y="1"/>
                    <a:pt x="0" y="12"/>
                    <a:pt x="0" y="23"/>
                  </a:cubicBezTo>
                  <a:lnTo>
                    <a:pt x="0" y="2156"/>
                  </a:lnTo>
                  <a:cubicBezTo>
                    <a:pt x="0" y="2167"/>
                    <a:pt x="11" y="2167"/>
                    <a:pt x="22" y="2167"/>
                  </a:cubicBezTo>
                  <a:cubicBezTo>
                    <a:pt x="33" y="2167"/>
                    <a:pt x="44" y="2167"/>
                    <a:pt x="44" y="2156"/>
                  </a:cubicBezTo>
                  <a:lnTo>
                    <a:pt x="44" y="23"/>
                  </a:lnTo>
                  <a:cubicBezTo>
                    <a:pt x="44" y="12"/>
                    <a:pt x="33" y="1"/>
                    <a:pt x="22" y="1"/>
                  </a:cubicBezTo>
                  <a:close/>
                </a:path>
              </a:pathLst>
            </a:custGeom>
            <a:solidFill>
              <a:srgbClr val="000D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4" name="Google Shape;1674;p35"/>
            <p:cNvSpPr/>
            <p:nvPr/>
          </p:nvSpPr>
          <p:spPr>
            <a:xfrm>
              <a:off x="6748136" y="3351213"/>
              <a:ext cx="15484" cy="15482"/>
            </a:xfrm>
            <a:custGeom>
              <a:rect b="b" l="l" r="r" t="t"/>
              <a:pathLst>
                <a:path extrusionOk="0" h="243" w="243">
                  <a:moveTo>
                    <a:pt x="121" y="0"/>
                  </a:moveTo>
                  <a:cubicBezTo>
                    <a:pt x="55" y="0"/>
                    <a:pt x="0" y="55"/>
                    <a:pt x="0" y="121"/>
                  </a:cubicBezTo>
                  <a:cubicBezTo>
                    <a:pt x="0" y="187"/>
                    <a:pt x="55" y="242"/>
                    <a:pt x="121" y="242"/>
                  </a:cubicBezTo>
                  <a:cubicBezTo>
                    <a:pt x="187" y="242"/>
                    <a:pt x="242" y="187"/>
                    <a:pt x="242" y="121"/>
                  </a:cubicBezTo>
                  <a:cubicBezTo>
                    <a:pt x="242" y="55"/>
                    <a:pt x="187" y="0"/>
                    <a:pt x="121" y="0"/>
                  </a:cubicBezTo>
                  <a:close/>
                </a:path>
              </a:pathLst>
            </a:custGeom>
            <a:solidFill>
              <a:srgbClr val="000D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5" name="Google Shape;1675;p35"/>
            <p:cNvSpPr/>
            <p:nvPr/>
          </p:nvSpPr>
          <p:spPr>
            <a:xfrm>
              <a:off x="6776874" y="3357521"/>
              <a:ext cx="138782" cy="2867"/>
            </a:xfrm>
            <a:custGeom>
              <a:rect b="b" l="l" r="r" t="t"/>
              <a:pathLst>
                <a:path extrusionOk="0" h="45" w="2178">
                  <a:moveTo>
                    <a:pt x="22" y="0"/>
                  </a:moveTo>
                  <a:cubicBezTo>
                    <a:pt x="11" y="0"/>
                    <a:pt x="0" y="11"/>
                    <a:pt x="0" y="22"/>
                  </a:cubicBezTo>
                  <a:cubicBezTo>
                    <a:pt x="0" y="33"/>
                    <a:pt x="11" y="44"/>
                    <a:pt x="22" y="44"/>
                  </a:cubicBezTo>
                  <a:lnTo>
                    <a:pt x="2156" y="44"/>
                  </a:lnTo>
                  <a:cubicBezTo>
                    <a:pt x="2167" y="44"/>
                    <a:pt x="2178" y="33"/>
                    <a:pt x="2178" y="22"/>
                  </a:cubicBezTo>
                  <a:cubicBezTo>
                    <a:pt x="2178" y="11"/>
                    <a:pt x="2167" y="0"/>
                    <a:pt x="2156" y="0"/>
                  </a:cubicBezTo>
                  <a:close/>
                </a:path>
              </a:pathLst>
            </a:custGeom>
            <a:solidFill>
              <a:srgbClr val="000D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6" name="Google Shape;1676;p35"/>
            <p:cNvSpPr/>
            <p:nvPr/>
          </p:nvSpPr>
          <p:spPr>
            <a:xfrm>
              <a:off x="6754445" y="3199129"/>
              <a:ext cx="2867" cy="138129"/>
            </a:xfrm>
            <a:custGeom>
              <a:rect b="b" l="l" r="r" t="t"/>
              <a:pathLst>
                <a:path extrusionOk="0" h="2168" w="45">
                  <a:moveTo>
                    <a:pt x="22" y="1"/>
                  </a:moveTo>
                  <a:cubicBezTo>
                    <a:pt x="11" y="1"/>
                    <a:pt x="0" y="12"/>
                    <a:pt x="0" y="23"/>
                  </a:cubicBezTo>
                  <a:lnTo>
                    <a:pt x="0" y="2156"/>
                  </a:lnTo>
                  <a:cubicBezTo>
                    <a:pt x="0" y="2167"/>
                    <a:pt x="11" y="2167"/>
                    <a:pt x="22" y="2167"/>
                  </a:cubicBezTo>
                  <a:cubicBezTo>
                    <a:pt x="33" y="2167"/>
                    <a:pt x="44" y="2167"/>
                    <a:pt x="44" y="2156"/>
                  </a:cubicBezTo>
                  <a:lnTo>
                    <a:pt x="44" y="23"/>
                  </a:lnTo>
                  <a:cubicBezTo>
                    <a:pt x="44" y="12"/>
                    <a:pt x="33" y="1"/>
                    <a:pt x="22" y="1"/>
                  </a:cubicBezTo>
                  <a:close/>
                </a:path>
              </a:pathLst>
            </a:custGeom>
            <a:solidFill>
              <a:srgbClr val="000D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7" name="Google Shape;1677;p35"/>
            <p:cNvSpPr/>
            <p:nvPr/>
          </p:nvSpPr>
          <p:spPr>
            <a:xfrm>
              <a:off x="5067767" y="1625852"/>
              <a:ext cx="3363014" cy="1880220"/>
            </a:xfrm>
            <a:custGeom>
              <a:rect b="b" l="l" r="r" t="t"/>
              <a:pathLst>
                <a:path extrusionOk="0" h="29511" w="52778">
                  <a:moveTo>
                    <a:pt x="51865" y="0"/>
                  </a:moveTo>
                  <a:cubicBezTo>
                    <a:pt x="51839" y="0"/>
                    <a:pt x="51812" y="2"/>
                    <a:pt x="51786" y="5"/>
                  </a:cubicBezTo>
                  <a:lnTo>
                    <a:pt x="48091" y="522"/>
                  </a:lnTo>
                  <a:cubicBezTo>
                    <a:pt x="47563" y="588"/>
                    <a:pt x="47376" y="1259"/>
                    <a:pt x="47794" y="1600"/>
                  </a:cubicBezTo>
                  <a:lnTo>
                    <a:pt x="48157" y="1897"/>
                  </a:lnTo>
                  <a:cubicBezTo>
                    <a:pt x="48245" y="1963"/>
                    <a:pt x="48256" y="2095"/>
                    <a:pt x="48190" y="2183"/>
                  </a:cubicBezTo>
                  <a:lnTo>
                    <a:pt x="29044" y="25892"/>
                  </a:lnTo>
                  <a:cubicBezTo>
                    <a:pt x="28923" y="26041"/>
                    <a:pt x="28747" y="26115"/>
                    <a:pt x="28571" y="26115"/>
                  </a:cubicBezTo>
                  <a:cubicBezTo>
                    <a:pt x="28395" y="26115"/>
                    <a:pt x="28219" y="26041"/>
                    <a:pt x="28098" y="25892"/>
                  </a:cubicBezTo>
                  <a:lnTo>
                    <a:pt x="16727" y="11816"/>
                  </a:lnTo>
                  <a:cubicBezTo>
                    <a:pt x="16413" y="11426"/>
                    <a:pt x="15960" y="11231"/>
                    <a:pt x="15506" y="11231"/>
                  </a:cubicBezTo>
                  <a:cubicBezTo>
                    <a:pt x="15052" y="11231"/>
                    <a:pt x="14599" y="11426"/>
                    <a:pt x="14285" y="11816"/>
                  </a:cubicBezTo>
                  <a:lnTo>
                    <a:pt x="0" y="29511"/>
                  </a:lnTo>
                  <a:lnTo>
                    <a:pt x="4894" y="29511"/>
                  </a:lnTo>
                  <a:lnTo>
                    <a:pt x="15033" y="16952"/>
                  </a:lnTo>
                  <a:cubicBezTo>
                    <a:pt x="15154" y="16803"/>
                    <a:pt x="15330" y="16729"/>
                    <a:pt x="15507" y="16729"/>
                  </a:cubicBezTo>
                  <a:cubicBezTo>
                    <a:pt x="15685" y="16729"/>
                    <a:pt x="15863" y="16803"/>
                    <a:pt x="15990" y="16952"/>
                  </a:cubicBezTo>
                  <a:lnTo>
                    <a:pt x="26129" y="29511"/>
                  </a:lnTo>
                  <a:lnTo>
                    <a:pt x="31023" y="29511"/>
                  </a:lnTo>
                  <a:lnTo>
                    <a:pt x="51159" y="4580"/>
                  </a:lnTo>
                  <a:cubicBezTo>
                    <a:pt x="51197" y="4530"/>
                    <a:pt x="51252" y="4505"/>
                    <a:pt x="51309" y="4505"/>
                  </a:cubicBezTo>
                  <a:cubicBezTo>
                    <a:pt x="51352" y="4505"/>
                    <a:pt x="51396" y="4519"/>
                    <a:pt x="51434" y="4547"/>
                  </a:cubicBezTo>
                  <a:lnTo>
                    <a:pt x="51753" y="4811"/>
                  </a:lnTo>
                  <a:cubicBezTo>
                    <a:pt x="51870" y="4904"/>
                    <a:pt x="52003" y="4945"/>
                    <a:pt x="52133" y="4945"/>
                  </a:cubicBezTo>
                  <a:cubicBezTo>
                    <a:pt x="52465" y="4945"/>
                    <a:pt x="52777" y="4674"/>
                    <a:pt x="52753" y="4294"/>
                  </a:cubicBezTo>
                  <a:lnTo>
                    <a:pt x="52478" y="566"/>
                  </a:lnTo>
                  <a:cubicBezTo>
                    <a:pt x="52458" y="241"/>
                    <a:pt x="52184" y="0"/>
                    <a:pt x="518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8" name="Google Shape;1678;p35"/>
            <p:cNvSpPr/>
            <p:nvPr/>
          </p:nvSpPr>
          <p:spPr>
            <a:xfrm>
              <a:off x="5260457" y="2566582"/>
              <a:ext cx="641214" cy="775572"/>
            </a:xfrm>
            <a:custGeom>
              <a:rect b="b" l="l" r="r" t="t"/>
              <a:pathLst>
                <a:path extrusionOk="0" h="12173" w="10063">
                  <a:moveTo>
                    <a:pt x="9632" y="1"/>
                  </a:moveTo>
                  <a:cubicBezTo>
                    <a:pt x="9521" y="1"/>
                    <a:pt x="9411" y="48"/>
                    <a:pt x="9337" y="141"/>
                  </a:cubicBezTo>
                  <a:lnTo>
                    <a:pt x="132" y="11556"/>
                  </a:lnTo>
                  <a:cubicBezTo>
                    <a:pt x="0" y="11710"/>
                    <a:pt x="22" y="11952"/>
                    <a:pt x="187" y="12084"/>
                  </a:cubicBezTo>
                  <a:cubicBezTo>
                    <a:pt x="253" y="12150"/>
                    <a:pt x="341" y="12172"/>
                    <a:pt x="429" y="12172"/>
                  </a:cubicBezTo>
                  <a:cubicBezTo>
                    <a:pt x="539" y="12172"/>
                    <a:pt x="649" y="12128"/>
                    <a:pt x="726" y="12029"/>
                  </a:cubicBezTo>
                  <a:lnTo>
                    <a:pt x="9931" y="625"/>
                  </a:lnTo>
                  <a:cubicBezTo>
                    <a:pt x="10063" y="460"/>
                    <a:pt x="10041" y="218"/>
                    <a:pt x="9876" y="86"/>
                  </a:cubicBezTo>
                  <a:cubicBezTo>
                    <a:pt x="9804" y="29"/>
                    <a:pt x="9718" y="1"/>
                    <a:pt x="9632" y="1"/>
                  </a:cubicBezTo>
                  <a:close/>
                </a:path>
              </a:pathLst>
            </a:custGeom>
            <a:solidFill>
              <a:srgbClr val="FFFFFF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9" name="Google Shape;1679;p35"/>
            <p:cNvSpPr/>
            <p:nvPr/>
          </p:nvSpPr>
          <p:spPr>
            <a:xfrm>
              <a:off x="7518261" y="1829098"/>
              <a:ext cx="641915" cy="775955"/>
            </a:xfrm>
            <a:custGeom>
              <a:rect b="b" l="l" r="r" t="t"/>
              <a:pathLst>
                <a:path extrusionOk="0" h="12179" w="10074">
                  <a:moveTo>
                    <a:pt x="9653" y="0"/>
                  </a:moveTo>
                  <a:cubicBezTo>
                    <a:pt x="9539" y="0"/>
                    <a:pt x="9425" y="51"/>
                    <a:pt x="9348" y="147"/>
                  </a:cubicBezTo>
                  <a:lnTo>
                    <a:pt x="132" y="11551"/>
                  </a:lnTo>
                  <a:cubicBezTo>
                    <a:pt x="0" y="11716"/>
                    <a:pt x="33" y="11958"/>
                    <a:pt x="198" y="12090"/>
                  </a:cubicBezTo>
                  <a:cubicBezTo>
                    <a:pt x="264" y="12145"/>
                    <a:pt x="352" y="12178"/>
                    <a:pt x="429" y="12178"/>
                  </a:cubicBezTo>
                  <a:cubicBezTo>
                    <a:pt x="539" y="12178"/>
                    <a:pt x="649" y="12123"/>
                    <a:pt x="726" y="12035"/>
                  </a:cubicBezTo>
                  <a:lnTo>
                    <a:pt x="9942" y="620"/>
                  </a:lnTo>
                  <a:cubicBezTo>
                    <a:pt x="10074" y="455"/>
                    <a:pt x="10041" y="213"/>
                    <a:pt x="9887" y="81"/>
                  </a:cubicBezTo>
                  <a:cubicBezTo>
                    <a:pt x="9818" y="26"/>
                    <a:pt x="9735" y="0"/>
                    <a:pt x="9653" y="0"/>
                  </a:cubicBezTo>
                  <a:close/>
                </a:path>
              </a:pathLst>
            </a:custGeom>
            <a:solidFill>
              <a:srgbClr val="FFFFFF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0" name="Google Shape;1680;p35"/>
            <p:cNvSpPr/>
            <p:nvPr/>
          </p:nvSpPr>
          <p:spPr>
            <a:xfrm>
              <a:off x="6171874" y="3467495"/>
              <a:ext cx="2113997" cy="91859"/>
            </a:xfrm>
            <a:custGeom>
              <a:rect b="b" l="l" r="r" t="t"/>
              <a:pathLst>
                <a:path extrusionOk="0" h="1442" w="27153">
                  <a:moveTo>
                    <a:pt x="13571" y="1"/>
                  </a:moveTo>
                  <a:cubicBezTo>
                    <a:pt x="6082" y="1"/>
                    <a:pt x="1" y="320"/>
                    <a:pt x="1" y="716"/>
                  </a:cubicBezTo>
                  <a:cubicBezTo>
                    <a:pt x="1" y="1111"/>
                    <a:pt x="6082" y="1441"/>
                    <a:pt x="13571" y="1441"/>
                  </a:cubicBezTo>
                  <a:cubicBezTo>
                    <a:pt x="21071" y="1441"/>
                    <a:pt x="27153" y="1111"/>
                    <a:pt x="27153" y="716"/>
                  </a:cubicBezTo>
                  <a:cubicBezTo>
                    <a:pt x="27153" y="320"/>
                    <a:pt x="21071" y="1"/>
                    <a:pt x="13571" y="1"/>
                  </a:cubicBezTo>
                  <a:close/>
                </a:path>
              </a:pathLst>
            </a:custGeom>
            <a:solidFill>
              <a:srgbClr val="000000">
                <a:alpha val="119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1" name="Google Shape;1681;p35"/>
            <p:cNvSpPr/>
            <p:nvPr/>
          </p:nvSpPr>
          <p:spPr>
            <a:xfrm>
              <a:off x="6511288" y="2098415"/>
              <a:ext cx="1392409" cy="1409766"/>
            </a:xfrm>
            <a:custGeom>
              <a:rect b="b" l="l" r="r" t="t"/>
              <a:pathLst>
                <a:path extrusionOk="0" h="22127" w="21852">
                  <a:moveTo>
                    <a:pt x="7390" y="0"/>
                  </a:moveTo>
                  <a:cubicBezTo>
                    <a:pt x="3090" y="1826"/>
                    <a:pt x="0" y="6918"/>
                    <a:pt x="0" y="12911"/>
                  </a:cubicBezTo>
                  <a:cubicBezTo>
                    <a:pt x="0" y="15506"/>
                    <a:pt x="572" y="17926"/>
                    <a:pt x="1584" y="19993"/>
                  </a:cubicBezTo>
                  <a:cubicBezTo>
                    <a:pt x="2222" y="21302"/>
                    <a:pt x="3563" y="22127"/>
                    <a:pt x="5026" y="22127"/>
                  </a:cubicBezTo>
                  <a:lnTo>
                    <a:pt x="16826" y="22127"/>
                  </a:lnTo>
                  <a:cubicBezTo>
                    <a:pt x="18288" y="22127"/>
                    <a:pt x="19630" y="21302"/>
                    <a:pt x="20268" y="19993"/>
                  </a:cubicBezTo>
                  <a:cubicBezTo>
                    <a:pt x="21269" y="17926"/>
                    <a:pt x="21852" y="15506"/>
                    <a:pt x="21852" y="12911"/>
                  </a:cubicBezTo>
                  <a:cubicBezTo>
                    <a:pt x="21852" y="6918"/>
                    <a:pt x="18761" y="1826"/>
                    <a:pt x="144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2" name="Google Shape;1682;p35"/>
            <p:cNvSpPr/>
            <p:nvPr/>
          </p:nvSpPr>
          <p:spPr>
            <a:xfrm>
              <a:off x="7006714" y="2543155"/>
              <a:ext cx="393152" cy="645408"/>
            </a:xfrm>
            <a:custGeom>
              <a:rect b="b" l="l" r="r" t="t"/>
              <a:pathLst>
                <a:path extrusionOk="0" h="10130" w="6170">
                  <a:moveTo>
                    <a:pt x="2925" y="1"/>
                  </a:moveTo>
                  <a:cubicBezTo>
                    <a:pt x="2618" y="1"/>
                    <a:pt x="2376" y="254"/>
                    <a:pt x="2376" y="551"/>
                  </a:cubicBezTo>
                  <a:lnTo>
                    <a:pt x="2376" y="562"/>
                  </a:lnTo>
                  <a:cubicBezTo>
                    <a:pt x="2376" y="804"/>
                    <a:pt x="2200" y="1024"/>
                    <a:pt x="1958" y="1090"/>
                  </a:cubicBezTo>
                  <a:cubicBezTo>
                    <a:pt x="1826" y="1123"/>
                    <a:pt x="1705" y="1167"/>
                    <a:pt x="1584" y="1221"/>
                  </a:cubicBezTo>
                  <a:cubicBezTo>
                    <a:pt x="1166" y="1419"/>
                    <a:pt x="836" y="1694"/>
                    <a:pt x="605" y="2046"/>
                  </a:cubicBezTo>
                  <a:cubicBezTo>
                    <a:pt x="374" y="2409"/>
                    <a:pt x="264" y="2827"/>
                    <a:pt x="264" y="3311"/>
                  </a:cubicBezTo>
                  <a:cubicBezTo>
                    <a:pt x="264" y="4345"/>
                    <a:pt x="825" y="5037"/>
                    <a:pt x="1969" y="5378"/>
                  </a:cubicBezTo>
                  <a:lnTo>
                    <a:pt x="3937" y="5983"/>
                  </a:lnTo>
                  <a:cubicBezTo>
                    <a:pt x="4190" y="6071"/>
                    <a:pt x="4377" y="6170"/>
                    <a:pt x="4498" y="6302"/>
                  </a:cubicBezTo>
                  <a:cubicBezTo>
                    <a:pt x="4619" y="6423"/>
                    <a:pt x="4674" y="6588"/>
                    <a:pt x="4674" y="6786"/>
                  </a:cubicBezTo>
                  <a:cubicBezTo>
                    <a:pt x="4674" y="7072"/>
                    <a:pt x="4542" y="7314"/>
                    <a:pt x="4267" y="7501"/>
                  </a:cubicBezTo>
                  <a:cubicBezTo>
                    <a:pt x="3992" y="7699"/>
                    <a:pt x="3640" y="7798"/>
                    <a:pt x="3222" y="7798"/>
                  </a:cubicBezTo>
                  <a:cubicBezTo>
                    <a:pt x="2782" y="7798"/>
                    <a:pt x="2398" y="7666"/>
                    <a:pt x="2079" y="7413"/>
                  </a:cubicBezTo>
                  <a:cubicBezTo>
                    <a:pt x="1859" y="7226"/>
                    <a:pt x="1694" y="7006"/>
                    <a:pt x="1584" y="6753"/>
                  </a:cubicBezTo>
                  <a:cubicBezTo>
                    <a:pt x="1496" y="6557"/>
                    <a:pt x="1294" y="6440"/>
                    <a:pt x="1080" y="6440"/>
                  </a:cubicBezTo>
                  <a:cubicBezTo>
                    <a:pt x="1054" y="6440"/>
                    <a:pt x="1027" y="6442"/>
                    <a:pt x="1001" y="6445"/>
                  </a:cubicBezTo>
                  <a:lnTo>
                    <a:pt x="550" y="6511"/>
                  </a:lnTo>
                  <a:cubicBezTo>
                    <a:pt x="220" y="6566"/>
                    <a:pt x="0" y="6907"/>
                    <a:pt x="110" y="7215"/>
                  </a:cubicBezTo>
                  <a:cubicBezTo>
                    <a:pt x="209" y="7501"/>
                    <a:pt x="341" y="7754"/>
                    <a:pt x="506" y="7985"/>
                  </a:cubicBezTo>
                  <a:cubicBezTo>
                    <a:pt x="792" y="8370"/>
                    <a:pt x="1155" y="8667"/>
                    <a:pt x="1606" y="8875"/>
                  </a:cubicBezTo>
                  <a:cubicBezTo>
                    <a:pt x="1727" y="8930"/>
                    <a:pt x="1848" y="8985"/>
                    <a:pt x="1980" y="9018"/>
                  </a:cubicBezTo>
                  <a:cubicBezTo>
                    <a:pt x="2211" y="9095"/>
                    <a:pt x="2376" y="9304"/>
                    <a:pt x="2376" y="9546"/>
                  </a:cubicBezTo>
                  <a:lnTo>
                    <a:pt x="2376" y="9590"/>
                  </a:lnTo>
                  <a:cubicBezTo>
                    <a:pt x="2376" y="9887"/>
                    <a:pt x="2618" y="10129"/>
                    <a:pt x="2925" y="10129"/>
                  </a:cubicBezTo>
                  <a:lnTo>
                    <a:pt x="3332" y="10129"/>
                  </a:lnTo>
                  <a:cubicBezTo>
                    <a:pt x="3640" y="10129"/>
                    <a:pt x="3882" y="9887"/>
                    <a:pt x="3882" y="9590"/>
                  </a:cubicBezTo>
                  <a:lnTo>
                    <a:pt x="3882" y="9568"/>
                  </a:lnTo>
                  <a:cubicBezTo>
                    <a:pt x="3882" y="9315"/>
                    <a:pt x="4047" y="9106"/>
                    <a:pt x="4289" y="9040"/>
                  </a:cubicBezTo>
                  <a:cubicBezTo>
                    <a:pt x="4443" y="8996"/>
                    <a:pt x="4586" y="8941"/>
                    <a:pt x="4729" y="8875"/>
                  </a:cubicBezTo>
                  <a:cubicBezTo>
                    <a:pt x="5180" y="8667"/>
                    <a:pt x="5532" y="8370"/>
                    <a:pt x="5785" y="7985"/>
                  </a:cubicBezTo>
                  <a:cubicBezTo>
                    <a:pt x="6038" y="7611"/>
                    <a:pt x="6170" y="7171"/>
                    <a:pt x="6170" y="6676"/>
                  </a:cubicBezTo>
                  <a:cubicBezTo>
                    <a:pt x="6170" y="6104"/>
                    <a:pt x="6016" y="5642"/>
                    <a:pt x="5708" y="5301"/>
                  </a:cubicBezTo>
                  <a:lnTo>
                    <a:pt x="5697" y="5301"/>
                  </a:lnTo>
                  <a:cubicBezTo>
                    <a:pt x="5389" y="4961"/>
                    <a:pt x="4883" y="4686"/>
                    <a:pt x="4179" y="4477"/>
                  </a:cubicBezTo>
                  <a:lnTo>
                    <a:pt x="2771" y="4081"/>
                  </a:lnTo>
                  <a:cubicBezTo>
                    <a:pt x="2420" y="3982"/>
                    <a:pt x="2156" y="3872"/>
                    <a:pt x="1991" y="3729"/>
                  </a:cubicBezTo>
                  <a:cubicBezTo>
                    <a:pt x="1837" y="3586"/>
                    <a:pt x="1749" y="3421"/>
                    <a:pt x="1749" y="3234"/>
                  </a:cubicBezTo>
                  <a:cubicBezTo>
                    <a:pt x="1749" y="3058"/>
                    <a:pt x="1815" y="2904"/>
                    <a:pt x="1925" y="2772"/>
                  </a:cubicBezTo>
                  <a:cubicBezTo>
                    <a:pt x="2046" y="2629"/>
                    <a:pt x="2200" y="2519"/>
                    <a:pt x="2398" y="2442"/>
                  </a:cubicBezTo>
                  <a:cubicBezTo>
                    <a:pt x="2571" y="2375"/>
                    <a:pt x="2761" y="2341"/>
                    <a:pt x="2968" y="2341"/>
                  </a:cubicBezTo>
                  <a:cubicBezTo>
                    <a:pt x="2997" y="2341"/>
                    <a:pt x="3027" y="2342"/>
                    <a:pt x="3057" y="2343"/>
                  </a:cubicBezTo>
                  <a:cubicBezTo>
                    <a:pt x="3310" y="2343"/>
                    <a:pt x="3541" y="2398"/>
                    <a:pt x="3750" y="2508"/>
                  </a:cubicBezTo>
                  <a:cubicBezTo>
                    <a:pt x="3959" y="2607"/>
                    <a:pt x="4135" y="2739"/>
                    <a:pt x="4278" y="2926"/>
                  </a:cubicBezTo>
                  <a:cubicBezTo>
                    <a:pt x="4333" y="2992"/>
                    <a:pt x="4388" y="3069"/>
                    <a:pt x="4421" y="3157"/>
                  </a:cubicBezTo>
                  <a:cubicBezTo>
                    <a:pt x="4526" y="3349"/>
                    <a:pt x="4715" y="3473"/>
                    <a:pt x="4922" y="3473"/>
                  </a:cubicBezTo>
                  <a:cubicBezTo>
                    <a:pt x="4953" y="3473"/>
                    <a:pt x="4984" y="3471"/>
                    <a:pt x="5015" y="3465"/>
                  </a:cubicBezTo>
                  <a:lnTo>
                    <a:pt x="5477" y="3377"/>
                  </a:lnTo>
                  <a:cubicBezTo>
                    <a:pt x="5829" y="3322"/>
                    <a:pt x="6038" y="2948"/>
                    <a:pt x="5884" y="2618"/>
                  </a:cubicBezTo>
                  <a:cubicBezTo>
                    <a:pt x="5785" y="2398"/>
                    <a:pt x="5653" y="2200"/>
                    <a:pt x="5510" y="2013"/>
                  </a:cubicBezTo>
                  <a:cubicBezTo>
                    <a:pt x="5235" y="1672"/>
                    <a:pt x="4894" y="1408"/>
                    <a:pt x="4487" y="1221"/>
                  </a:cubicBezTo>
                  <a:cubicBezTo>
                    <a:pt x="4410" y="1188"/>
                    <a:pt x="4333" y="1167"/>
                    <a:pt x="4256" y="1134"/>
                  </a:cubicBezTo>
                  <a:cubicBezTo>
                    <a:pt x="4036" y="1057"/>
                    <a:pt x="3882" y="859"/>
                    <a:pt x="3882" y="617"/>
                  </a:cubicBezTo>
                  <a:lnTo>
                    <a:pt x="3882" y="551"/>
                  </a:lnTo>
                  <a:cubicBezTo>
                    <a:pt x="3882" y="254"/>
                    <a:pt x="3629" y="1"/>
                    <a:pt x="333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3" name="Google Shape;1683;p35"/>
            <p:cNvSpPr/>
            <p:nvPr/>
          </p:nvSpPr>
          <p:spPr>
            <a:xfrm>
              <a:off x="6554044" y="2208321"/>
              <a:ext cx="395255" cy="961422"/>
            </a:xfrm>
            <a:custGeom>
              <a:rect b="b" l="l" r="r" t="t"/>
              <a:pathLst>
                <a:path extrusionOk="0" h="15090" w="6203">
                  <a:moveTo>
                    <a:pt x="5322" y="1"/>
                  </a:moveTo>
                  <a:cubicBezTo>
                    <a:pt x="5153" y="1"/>
                    <a:pt x="4983" y="55"/>
                    <a:pt x="4839" y="167"/>
                  </a:cubicBezTo>
                  <a:cubicBezTo>
                    <a:pt x="3739" y="1036"/>
                    <a:pt x="2771" y="2157"/>
                    <a:pt x="1991" y="3510"/>
                  </a:cubicBezTo>
                  <a:cubicBezTo>
                    <a:pt x="693" y="5742"/>
                    <a:pt x="0" y="8404"/>
                    <a:pt x="0" y="11186"/>
                  </a:cubicBezTo>
                  <a:cubicBezTo>
                    <a:pt x="0" y="12297"/>
                    <a:pt x="110" y="13396"/>
                    <a:pt x="330" y="14474"/>
                  </a:cubicBezTo>
                  <a:cubicBezTo>
                    <a:pt x="407" y="14837"/>
                    <a:pt x="737" y="15090"/>
                    <a:pt x="1089" y="15090"/>
                  </a:cubicBezTo>
                  <a:cubicBezTo>
                    <a:pt x="1144" y="15090"/>
                    <a:pt x="1199" y="15079"/>
                    <a:pt x="1254" y="15068"/>
                  </a:cubicBezTo>
                  <a:cubicBezTo>
                    <a:pt x="1672" y="14980"/>
                    <a:pt x="1936" y="14573"/>
                    <a:pt x="1848" y="14155"/>
                  </a:cubicBezTo>
                  <a:cubicBezTo>
                    <a:pt x="1650" y="13187"/>
                    <a:pt x="1551" y="12187"/>
                    <a:pt x="1551" y="11186"/>
                  </a:cubicBezTo>
                  <a:cubicBezTo>
                    <a:pt x="1551" y="8679"/>
                    <a:pt x="2166" y="6292"/>
                    <a:pt x="3332" y="4291"/>
                  </a:cubicBezTo>
                  <a:cubicBezTo>
                    <a:pt x="4014" y="3114"/>
                    <a:pt x="4850" y="2135"/>
                    <a:pt x="5807" y="1388"/>
                  </a:cubicBezTo>
                  <a:cubicBezTo>
                    <a:pt x="6136" y="1124"/>
                    <a:pt x="6202" y="640"/>
                    <a:pt x="5939" y="299"/>
                  </a:cubicBezTo>
                  <a:cubicBezTo>
                    <a:pt x="5780" y="102"/>
                    <a:pt x="5552" y="1"/>
                    <a:pt x="5322" y="1"/>
                  </a:cubicBezTo>
                  <a:close/>
                </a:path>
              </a:pathLst>
            </a:custGeom>
            <a:solidFill>
              <a:srgbClr val="FFFFFF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4" name="Google Shape;1684;p35"/>
            <p:cNvSpPr/>
            <p:nvPr/>
          </p:nvSpPr>
          <p:spPr>
            <a:xfrm>
              <a:off x="6858819" y="1644393"/>
              <a:ext cx="697288" cy="454079"/>
            </a:xfrm>
            <a:custGeom>
              <a:rect b="b" l="l" r="r" t="t"/>
              <a:pathLst>
                <a:path extrusionOk="0" h="7127" w="10943">
                  <a:moveTo>
                    <a:pt x="1826" y="0"/>
                  </a:moveTo>
                  <a:cubicBezTo>
                    <a:pt x="914" y="0"/>
                    <a:pt x="914" y="407"/>
                    <a:pt x="1" y="407"/>
                  </a:cubicBezTo>
                  <a:lnTo>
                    <a:pt x="1936" y="7126"/>
                  </a:lnTo>
                  <a:lnTo>
                    <a:pt x="8996" y="7126"/>
                  </a:lnTo>
                  <a:lnTo>
                    <a:pt x="10943" y="407"/>
                  </a:lnTo>
                  <a:cubicBezTo>
                    <a:pt x="10030" y="407"/>
                    <a:pt x="10030" y="0"/>
                    <a:pt x="9117" y="0"/>
                  </a:cubicBezTo>
                  <a:cubicBezTo>
                    <a:pt x="8205" y="0"/>
                    <a:pt x="8205" y="407"/>
                    <a:pt x="7292" y="407"/>
                  </a:cubicBezTo>
                  <a:cubicBezTo>
                    <a:pt x="6379" y="407"/>
                    <a:pt x="6379" y="0"/>
                    <a:pt x="5466" y="0"/>
                  </a:cubicBezTo>
                  <a:cubicBezTo>
                    <a:pt x="4565" y="0"/>
                    <a:pt x="4565" y="407"/>
                    <a:pt x="3652" y="407"/>
                  </a:cubicBezTo>
                  <a:cubicBezTo>
                    <a:pt x="2739" y="407"/>
                    <a:pt x="2739" y="0"/>
                    <a:pt x="18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5" name="Google Shape;1685;p35"/>
            <p:cNvSpPr/>
            <p:nvPr/>
          </p:nvSpPr>
          <p:spPr>
            <a:xfrm>
              <a:off x="6678745" y="3408237"/>
              <a:ext cx="1057497" cy="99965"/>
            </a:xfrm>
            <a:custGeom>
              <a:rect b="b" l="l" r="r" t="t"/>
              <a:pathLst>
                <a:path extrusionOk="0" h="1569" w="16596">
                  <a:moveTo>
                    <a:pt x="599" y="1"/>
                  </a:moveTo>
                  <a:cubicBezTo>
                    <a:pt x="448" y="1"/>
                    <a:pt x="299" y="67"/>
                    <a:pt x="198" y="194"/>
                  </a:cubicBezTo>
                  <a:cubicBezTo>
                    <a:pt x="1" y="425"/>
                    <a:pt x="56" y="788"/>
                    <a:pt x="308" y="953"/>
                  </a:cubicBezTo>
                  <a:cubicBezTo>
                    <a:pt x="924" y="1349"/>
                    <a:pt x="1639" y="1569"/>
                    <a:pt x="2398" y="1569"/>
                  </a:cubicBezTo>
                  <a:lnTo>
                    <a:pt x="14198" y="1569"/>
                  </a:lnTo>
                  <a:cubicBezTo>
                    <a:pt x="14957" y="1569"/>
                    <a:pt x="15671" y="1349"/>
                    <a:pt x="16287" y="953"/>
                  </a:cubicBezTo>
                  <a:cubicBezTo>
                    <a:pt x="16540" y="788"/>
                    <a:pt x="16595" y="425"/>
                    <a:pt x="16397" y="194"/>
                  </a:cubicBezTo>
                  <a:cubicBezTo>
                    <a:pt x="16290" y="67"/>
                    <a:pt x="16142" y="1"/>
                    <a:pt x="15993" y="1"/>
                  </a:cubicBezTo>
                  <a:cubicBezTo>
                    <a:pt x="15898" y="1"/>
                    <a:pt x="15802" y="28"/>
                    <a:pt x="15715" y="84"/>
                  </a:cubicBezTo>
                  <a:cubicBezTo>
                    <a:pt x="15265" y="370"/>
                    <a:pt x="14748" y="535"/>
                    <a:pt x="14198" y="535"/>
                  </a:cubicBezTo>
                  <a:lnTo>
                    <a:pt x="2398" y="535"/>
                  </a:lnTo>
                  <a:cubicBezTo>
                    <a:pt x="1848" y="535"/>
                    <a:pt x="1320" y="370"/>
                    <a:pt x="880" y="84"/>
                  </a:cubicBezTo>
                  <a:cubicBezTo>
                    <a:pt x="794" y="28"/>
                    <a:pt x="696" y="1"/>
                    <a:pt x="599" y="1"/>
                  </a:cubicBezTo>
                  <a:close/>
                </a:path>
              </a:pathLst>
            </a:custGeom>
            <a:solidFill>
              <a:srgbClr val="000000">
                <a:alpha val="264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6" name="Google Shape;1686;p35"/>
            <p:cNvSpPr/>
            <p:nvPr/>
          </p:nvSpPr>
          <p:spPr>
            <a:xfrm>
              <a:off x="7255478" y="1666119"/>
              <a:ext cx="96026" cy="327482"/>
            </a:xfrm>
            <a:custGeom>
              <a:rect b="b" l="l" r="r" t="t"/>
              <a:pathLst>
                <a:path extrusionOk="0" h="5140" w="1507">
                  <a:moveTo>
                    <a:pt x="506" y="0"/>
                  </a:moveTo>
                  <a:lnTo>
                    <a:pt x="22" y="4586"/>
                  </a:lnTo>
                  <a:cubicBezTo>
                    <a:pt x="0" y="4861"/>
                    <a:pt x="198" y="5103"/>
                    <a:pt x="473" y="5136"/>
                  </a:cubicBezTo>
                  <a:cubicBezTo>
                    <a:pt x="493" y="5138"/>
                    <a:pt x="513" y="5139"/>
                    <a:pt x="533" y="5139"/>
                  </a:cubicBezTo>
                  <a:cubicBezTo>
                    <a:pt x="782" y="5139"/>
                    <a:pt x="992" y="4951"/>
                    <a:pt x="1023" y="4696"/>
                  </a:cubicBezTo>
                  <a:lnTo>
                    <a:pt x="1507" y="33"/>
                  </a:lnTo>
                  <a:lnTo>
                    <a:pt x="1507" y="33"/>
                  </a:lnTo>
                  <a:cubicBezTo>
                    <a:pt x="1386" y="55"/>
                    <a:pt x="1243" y="77"/>
                    <a:pt x="1067" y="77"/>
                  </a:cubicBezTo>
                  <a:lnTo>
                    <a:pt x="1067" y="66"/>
                  </a:lnTo>
                  <a:cubicBezTo>
                    <a:pt x="825" y="66"/>
                    <a:pt x="660" y="44"/>
                    <a:pt x="506" y="0"/>
                  </a:cubicBezTo>
                  <a:close/>
                </a:path>
              </a:pathLst>
            </a:custGeom>
            <a:solidFill>
              <a:srgbClr val="000000">
                <a:alpha val="264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7" name="Google Shape;1687;p35"/>
            <p:cNvSpPr/>
            <p:nvPr/>
          </p:nvSpPr>
          <p:spPr>
            <a:xfrm>
              <a:off x="7063425" y="1666119"/>
              <a:ext cx="96090" cy="327482"/>
            </a:xfrm>
            <a:custGeom>
              <a:rect b="b" l="l" r="r" t="t"/>
              <a:pathLst>
                <a:path extrusionOk="0" h="5140" w="1508">
                  <a:moveTo>
                    <a:pt x="1002" y="0"/>
                  </a:moveTo>
                  <a:cubicBezTo>
                    <a:pt x="848" y="44"/>
                    <a:pt x="672" y="66"/>
                    <a:pt x="441" y="66"/>
                  </a:cubicBezTo>
                  <a:cubicBezTo>
                    <a:pt x="265" y="66"/>
                    <a:pt x="122" y="55"/>
                    <a:pt x="1" y="22"/>
                  </a:cubicBezTo>
                  <a:lnTo>
                    <a:pt x="1" y="33"/>
                  </a:lnTo>
                  <a:lnTo>
                    <a:pt x="485" y="4696"/>
                  </a:lnTo>
                  <a:cubicBezTo>
                    <a:pt x="516" y="4941"/>
                    <a:pt x="727" y="5139"/>
                    <a:pt x="977" y="5139"/>
                  </a:cubicBezTo>
                  <a:cubicBezTo>
                    <a:pt x="996" y="5139"/>
                    <a:pt x="1015" y="5138"/>
                    <a:pt x="1035" y="5136"/>
                  </a:cubicBezTo>
                  <a:cubicBezTo>
                    <a:pt x="1310" y="5103"/>
                    <a:pt x="1508" y="4861"/>
                    <a:pt x="1486" y="4586"/>
                  </a:cubicBezTo>
                  <a:lnTo>
                    <a:pt x="1002" y="0"/>
                  </a:lnTo>
                  <a:close/>
                </a:path>
              </a:pathLst>
            </a:custGeom>
            <a:solidFill>
              <a:srgbClr val="000000">
                <a:alpha val="264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8" name="Google Shape;1688;p35"/>
            <p:cNvSpPr/>
            <p:nvPr/>
          </p:nvSpPr>
          <p:spPr>
            <a:xfrm>
              <a:off x="6958350" y="1673128"/>
              <a:ext cx="497589" cy="59571"/>
            </a:xfrm>
            <a:custGeom>
              <a:rect b="b" l="l" r="r" t="t"/>
              <a:pathLst>
                <a:path extrusionOk="0" h="935" w="7809">
                  <a:moveTo>
                    <a:pt x="264" y="0"/>
                  </a:moveTo>
                  <a:cubicBezTo>
                    <a:pt x="121" y="0"/>
                    <a:pt x="0" y="121"/>
                    <a:pt x="0" y="264"/>
                  </a:cubicBezTo>
                  <a:cubicBezTo>
                    <a:pt x="0" y="407"/>
                    <a:pt x="121" y="517"/>
                    <a:pt x="264" y="517"/>
                  </a:cubicBezTo>
                  <a:cubicBezTo>
                    <a:pt x="660" y="517"/>
                    <a:pt x="847" y="605"/>
                    <a:pt x="1067" y="704"/>
                  </a:cubicBezTo>
                  <a:cubicBezTo>
                    <a:pt x="1309" y="814"/>
                    <a:pt x="1573" y="935"/>
                    <a:pt x="2090" y="935"/>
                  </a:cubicBezTo>
                  <a:cubicBezTo>
                    <a:pt x="2596" y="935"/>
                    <a:pt x="2871" y="814"/>
                    <a:pt x="3102" y="704"/>
                  </a:cubicBezTo>
                  <a:cubicBezTo>
                    <a:pt x="3322" y="605"/>
                    <a:pt x="3508" y="517"/>
                    <a:pt x="3904" y="517"/>
                  </a:cubicBezTo>
                  <a:cubicBezTo>
                    <a:pt x="4311" y="517"/>
                    <a:pt x="4498" y="605"/>
                    <a:pt x="4718" y="704"/>
                  </a:cubicBezTo>
                  <a:cubicBezTo>
                    <a:pt x="4949" y="814"/>
                    <a:pt x="5224" y="935"/>
                    <a:pt x="5730" y="935"/>
                  </a:cubicBezTo>
                  <a:cubicBezTo>
                    <a:pt x="6247" y="935"/>
                    <a:pt x="6511" y="814"/>
                    <a:pt x="6753" y="704"/>
                  </a:cubicBezTo>
                  <a:cubicBezTo>
                    <a:pt x="6973" y="605"/>
                    <a:pt x="7160" y="517"/>
                    <a:pt x="7555" y="517"/>
                  </a:cubicBezTo>
                  <a:cubicBezTo>
                    <a:pt x="7698" y="517"/>
                    <a:pt x="7808" y="407"/>
                    <a:pt x="7808" y="264"/>
                  </a:cubicBezTo>
                  <a:cubicBezTo>
                    <a:pt x="7808" y="121"/>
                    <a:pt x="7698" y="0"/>
                    <a:pt x="7555" y="0"/>
                  </a:cubicBezTo>
                  <a:cubicBezTo>
                    <a:pt x="7039" y="0"/>
                    <a:pt x="6775" y="121"/>
                    <a:pt x="6533" y="231"/>
                  </a:cubicBezTo>
                  <a:cubicBezTo>
                    <a:pt x="6324" y="330"/>
                    <a:pt x="6137" y="418"/>
                    <a:pt x="5730" y="418"/>
                  </a:cubicBezTo>
                  <a:cubicBezTo>
                    <a:pt x="5334" y="418"/>
                    <a:pt x="5147" y="330"/>
                    <a:pt x="4927" y="231"/>
                  </a:cubicBezTo>
                  <a:cubicBezTo>
                    <a:pt x="4685" y="121"/>
                    <a:pt x="4421" y="0"/>
                    <a:pt x="3904" y="0"/>
                  </a:cubicBezTo>
                  <a:cubicBezTo>
                    <a:pt x="3399" y="0"/>
                    <a:pt x="3124" y="121"/>
                    <a:pt x="2893" y="231"/>
                  </a:cubicBezTo>
                  <a:cubicBezTo>
                    <a:pt x="2673" y="330"/>
                    <a:pt x="2486" y="418"/>
                    <a:pt x="2090" y="418"/>
                  </a:cubicBezTo>
                  <a:cubicBezTo>
                    <a:pt x="1683" y="418"/>
                    <a:pt x="1496" y="330"/>
                    <a:pt x="1276" y="231"/>
                  </a:cubicBezTo>
                  <a:cubicBezTo>
                    <a:pt x="1045" y="121"/>
                    <a:pt x="770" y="0"/>
                    <a:pt x="264" y="0"/>
                  </a:cubicBezTo>
                  <a:close/>
                </a:path>
              </a:pathLst>
            </a:custGeom>
            <a:solidFill>
              <a:srgbClr val="FFFFFF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9" name="Google Shape;1689;p35"/>
            <p:cNvSpPr/>
            <p:nvPr/>
          </p:nvSpPr>
          <p:spPr>
            <a:xfrm>
              <a:off x="6909285" y="2098415"/>
              <a:ext cx="597120" cy="52627"/>
            </a:xfrm>
            <a:custGeom>
              <a:rect b="b" l="l" r="r" t="t"/>
              <a:pathLst>
                <a:path extrusionOk="0" h="826" w="9371">
                  <a:moveTo>
                    <a:pt x="1144" y="0"/>
                  </a:moveTo>
                  <a:cubicBezTo>
                    <a:pt x="759" y="165"/>
                    <a:pt x="374" y="363"/>
                    <a:pt x="1" y="583"/>
                  </a:cubicBezTo>
                  <a:cubicBezTo>
                    <a:pt x="89" y="726"/>
                    <a:pt x="254" y="825"/>
                    <a:pt x="440" y="825"/>
                  </a:cubicBezTo>
                  <a:lnTo>
                    <a:pt x="506" y="825"/>
                  </a:lnTo>
                  <a:lnTo>
                    <a:pt x="4685" y="308"/>
                  </a:lnTo>
                  <a:lnTo>
                    <a:pt x="8864" y="825"/>
                  </a:lnTo>
                  <a:lnTo>
                    <a:pt x="8930" y="825"/>
                  </a:lnTo>
                  <a:cubicBezTo>
                    <a:pt x="9117" y="825"/>
                    <a:pt x="9271" y="737"/>
                    <a:pt x="9370" y="583"/>
                  </a:cubicBezTo>
                  <a:cubicBezTo>
                    <a:pt x="8996" y="363"/>
                    <a:pt x="8611" y="165"/>
                    <a:pt x="8215" y="0"/>
                  </a:cubicBezTo>
                  <a:close/>
                </a:path>
              </a:pathLst>
            </a:custGeom>
            <a:solidFill>
              <a:srgbClr val="000000">
                <a:alpha val="264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0" name="Google Shape;1690;p35"/>
            <p:cNvSpPr/>
            <p:nvPr/>
          </p:nvSpPr>
          <p:spPr>
            <a:xfrm>
              <a:off x="6902276" y="2003610"/>
              <a:ext cx="611139" cy="132713"/>
            </a:xfrm>
            <a:custGeom>
              <a:rect b="b" l="l" r="r" t="t"/>
              <a:pathLst>
                <a:path extrusionOk="0" h="2083" w="9591">
                  <a:moveTo>
                    <a:pt x="9036" y="0"/>
                  </a:moveTo>
                  <a:cubicBezTo>
                    <a:pt x="9016" y="0"/>
                    <a:pt x="8995" y="1"/>
                    <a:pt x="8974" y="4"/>
                  </a:cubicBezTo>
                  <a:lnTo>
                    <a:pt x="484" y="1059"/>
                  </a:lnTo>
                  <a:cubicBezTo>
                    <a:pt x="199" y="1092"/>
                    <a:pt x="1" y="1345"/>
                    <a:pt x="34" y="1631"/>
                  </a:cubicBezTo>
                  <a:cubicBezTo>
                    <a:pt x="67" y="1895"/>
                    <a:pt x="298" y="2082"/>
                    <a:pt x="550" y="2082"/>
                  </a:cubicBezTo>
                  <a:lnTo>
                    <a:pt x="616" y="2082"/>
                  </a:lnTo>
                  <a:lnTo>
                    <a:pt x="9106" y="1026"/>
                  </a:lnTo>
                  <a:cubicBezTo>
                    <a:pt x="9392" y="993"/>
                    <a:pt x="9590" y="741"/>
                    <a:pt x="9557" y="455"/>
                  </a:cubicBezTo>
                  <a:cubicBezTo>
                    <a:pt x="9516" y="190"/>
                    <a:pt x="9296" y="0"/>
                    <a:pt x="90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1" name="Google Shape;1691;p35"/>
            <p:cNvSpPr/>
            <p:nvPr/>
          </p:nvSpPr>
          <p:spPr>
            <a:xfrm>
              <a:off x="7099172" y="2051777"/>
              <a:ext cx="132538" cy="572903"/>
            </a:xfrm>
            <a:custGeom>
              <a:rect b="b" l="l" r="r" t="t"/>
              <a:pathLst>
                <a:path extrusionOk="0" h="8992" w="2080">
                  <a:moveTo>
                    <a:pt x="1492" y="1"/>
                  </a:moveTo>
                  <a:cubicBezTo>
                    <a:pt x="1316" y="1"/>
                    <a:pt x="1147" y="89"/>
                    <a:pt x="1046" y="248"/>
                  </a:cubicBezTo>
                  <a:cubicBezTo>
                    <a:pt x="1002" y="325"/>
                    <a:pt x="1" y="2041"/>
                    <a:pt x="408" y="4284"/>
                  </a:cubicBezTo>
                  <a:cubicBezTo>
                    <a:pt x="848" y="6671"/>
                    <a:pt x="276" y="8276"/>
                    <a:pt x="265" y="8287"/>
                  </a:cubicBezTo>
                  <a:cubicBezTo>
                    <a:pt x="166" y="8551"/>
                    <a:pt x="298" y="8859"/>
                    <a:pt x="573" y="8958"/>
                  </a:cubicBezTo>
                  <a:cubicBezTo>
                    <a:pt x="628" y="8980"/>
                    <a:pt x="694" y="8991"/>
                    <a:pt x="749" y="8991"/>
                  </a:cubicBezTo>
                  <a:cubicBezTo>
                    <a:pt x="958" y="8991"/>
                    <a:pt x="1156" y="8859"/>
                    <a:pt x="1233" y="8650"/>
                  </a:cubicBezTo>
                  <a:cubicBezTo>
                    <a:pt x="1265" y="8573"/>
                    <a:pt x="1914" y="6792"/>
                    <a:pt x="1430" y="4097"/>
                  </a:cubicBezTo>
                  <a:cubicBezTo>
                    <a:pt x="1090" y="2250"/>
                    <a:pt x="1936" y="798"/>
                    <a:pt x="1936" y="776"/>
                  </a:cubicBezTo>
                  <a:cubicBezTo>
                    <a:pt x="2079" y="534"/>
                    <a:pt x="2002" y="215"/>
                    <a:pt x="1760" y="73"/>
                  </a:cubicBezTo>
                  <a:cubicBezTo>
                    <a:pt x="1675" y="24"/>
                    <a:pt x="1582" y="1"/>
                    <a:pt x="1492" y="1"/>
                  </a:cubicBezTo>
                  <a:close/>
                </a:path>
              </a:pathLst>
            </a:custGeom>
            <a:solidFill>
              <a:srgbClr val="000000">
                <a:alpha val="264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2" name="Google Shape;1692;p35"/>
            <p:cNvSpPr/>
            <p:nvPr/>
          </p:nvSpPr>
          <p:spPr>
            <a:xfrm>
              <a:off x="7160853" y="2052159"/>
              <a:ext cx="136042" cy="487719"/>
            </a:xfrm>
            <a:custGeom>
              <a:rect b="b" l="l" r="r" t="t"/>
              <a:pathLst>
                <a:path extrusionOk="0" h="7655" w="2135">
                  <a:moveTo>
                    <a:pt x="517" y="1"/>
                  </a:moveTo>
                  <a:cubicBezTo>
                    <a:pt x="232" y="1"/>
                    <a:pt x="1" y="231"/>
                    <a:pt x="12" y="517"/>
                  </a:cubicBezTo>
                  <a:cubicBezTo>
                    <a:pt x="12" y="594"/>
                    <a:pt x="45" y="2420"/>
                    <a:pt x="594" y="4091"/>
                  </a:cubicBezTo>
                  <a:cubicBezTo>
                    <a:pt x="1078" y="5576"/>
                    <a:pt x="990" y="7083"/>
                    <a:pt x="990" y="7094"/>
                  </a:cubicBezTo>
                  <a:cubicBezTo>
                    <a:pt x="968" y="7380"/>
                    <a:pt x="1188" y="7633"/>
                    <a:pt x="1474" y="7644"/>
                  </a:cubicBezTo>
                  <a:lnTo>
                    <a:pt x="1507" y="7644"/>
                  </a:lnTo>
                  <a:lnTo>
                    <a:pt x="1507" y="7655"/>
                  </a:lnTo>
                  <a:cubicBezTo>
                    <a:pt x="1782" y="7655"/>
                    <a:pt x="2002" y="7446"/>
                    <a:pt x="2024" y="7171"/>
                  </a:cubicBezTo>
                  <a:cubicBezTo>
                    <a:pt x="2024" y="7094"/>
                    <a:pt x="2134" y="5444"/>
                    <a:pt x="1573" y="3762"/>
                  </a:cubicBezTo>
                  <a:cubicBezTo>
                    <a:pt x="1078" y="2255"/>
                    <a:pt x="1045" y="539"/>
                    <a:pt x="1045" y="506"/>
                  </a:cubicBezTo>
                  <a:cubicBezTo>
                    <a:pt x="1045" y="220"/>
                    <a:pt x="814" y="1"/>
                    <a:pt x="528" y="1"/>
                  </a:cubicBezTo>
                  <a:close/>
                </a:path>
              </a:pathLst>
            </a:custGeom>
            <a:solidFill>
              <a:srgbClr val="000000">
                <a:alpha val="264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3" name="Google Shape;1693;p35"/>
            <p:cNvSpPr/>
            <p:nvPr/>
          </p:nvSpPr>
          <p:spPr>
            <a:xfrm>
              <a:off x="7099172" y="2037123"/>
              <a:ext cx="132538" cy="572839"/>
            </a:xfrm>
            <a:custGeom>
              <a:rect b="b" l="l" r="r" t="t"/>
              <a:pathLst>
                <a:path extrusionOk="0" h="8991" w="2080">
                  <a:moveTo>
                    <a:pt x="1494" y="0"/>
                  </a:moveTo>
                  <a:cubicBezTo>
                    <a:pt x="1318" y="0"/>
                    <a:pt x="1148" y="91"/>
                    <a:pt x="1046" y="259"/>
                  </a:cubicBezTo>
                  <a:cubicBezTo>
                    <a:pt x="1002" y="325"/>
                    <a:pt x="1" y="2040"/>
                    <a:pt x="408" y="4283"/>
                  </a:cubicBezTo>
                  <a:cubicBezTo>
                    <a:pt x="848" y="6681"/>
                    <a:pt x="276" y="8275"/>
                    <a:pt x="265" y="8286"/>
                  </a:cubicBezTo>
                  <a:cubicBezTo>
                    <a:pt x="166" y="8561"/>
                    <a:pt x="298" y="8858"/>
                    <a:pt x="573" y="8957"/>
                  </a:cubicBezTo>
                  <a:cubicBezTo>
                    <a:pt x="628" y="8979"/>
                    <a:pt x="694" y="8990"/>
                    <a:pt x="749" y="8990"/>
                  </a:cubicBezTo>
                  <a:cubicBezTo>
                    <a:pt x="958" y="8990"/>
                    <a:pt x="1156" y="8858"/>
                    <a:pt x="1233" y="8649"/>
                  </a:cubicBezTo>
                  <a:cubicBezTo>
                    <a:pt x="1265" y="8583"/>
                    <a:pt x="1914" y="6791"/>
                    <a:pt x="1430" y="4097"/>
                  </a:cubicBezTo>
                  <a:cubicBezTo>
                    <a:pt x="1090" y="2249"/>
                    <a:pt x="1936" y="797"/>
                    <a:pt x="1936" y="786"/>
                  </a:cubicBezTo>
                  <a:cubicBezTo>
                    <a:pt x="2079" y="533"/>
                    <a:pt x="2002" y="215"/>
                    <a:pt x="1760" y="72"/>
                  </a:cubicBezTo>
                  <a:cubicBezTo>
                    <a:pt x="1675" y="24"/>
                    <a:pt x="1584" y="0"/>
                    <a:pt x="149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4" name="Google Shape;1694;p35"/>
            <p:cNvSpPr/>
            <p:nvPr/>
          </p:nvSpPr>
          <p:spPr>
            <a:xfrm>
              <a:off x="7160853" y="2037441"/>
              <a:ext cx="136042" cy="487719"/>
            </a:xfrm>
            <a:custGeom>
              <a:rect b="b" l="l" r="r" t="t"/>
              <a:pathLst>
                <a:path extrusionOk="0" h="7655" w="2135">
                  <a:moveTo>
                    <a:pt x="517" y="1"/>
                  </a:moveTo>
                  <a:cubicBezTo>
                    <a:pt x="232" y="1"/>
                    <a:pt x="1" y="232"/>
                    <a:pt x="12" y="517"/>
                  </a:cubicBezTo>
                  <a:cubicBezTo>
                    <a:pt x="12" y="594"/>
                    <a:pt x="45" y="2420"/>
                    <a:pt x="594" y="4092"/>
                  </a:cubicBezTo>
                  <a:cubicBezTo>
                    <a:pt x="1078" y="5576"/>
                    <a:pt x="990" y="7083"/>
                    <a:pt x="990" y="7094"/>
                  </a:cubicBezTo>
                  <a:cubicBezTo>
                    <a:pt x="968" y="7380"/>
                    <a:pt x="1188" y="7633"/>
                    <a:pt x="1474" y="7644"/>
                  </a:cubicBezTo>
                  <a:lnTo>
                    <a:pt x="1507" y="7644"/>
                  </a:lnTo>
                  <a:lnTo>
                    <a:pt x="1507" y="7655"/>
                  </a:lnTo>
                  <a:cubicBezTo>
                    <a:pt x="1782" y="7655"/>
                    <a:pt x="2002" y="7446"/>
                    <a:pt x="2024" y="7171"/>
                  </a:cubicBezTo>
                  <a:cubicBezTo>
                    <a:pt x="2024" y="7094"/>
                    <a:pt x="2134" y="5444"/>
                    <a:pt x="1573" y="3762"/>
                  </a:cubicBezTo>
                  <a:cubicBezTo>
                    <a:pt x="1078" y="2255"/>
                    <a:pt x="1045" y="539"/>
                    <a:pt x="1045" y="506"/>
                  </a:cubicBezTo>
                  <a:cubicBezTo>
                    <a:pt x="1045" y="221"/>
                    <a:pt x="814" y="1"/>
                    <a:pt x="5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5" name="Google Shape;1695;p35"/>
            <p:cNvSpPr/>
            <p:nvPr/>
          </p:nvSpPr>
          <p:spPr>
            <a:xfrm>
              <a:off x="7096368" y="3391162"/>
              <a:ext cx="802426" cy="128954"/>
            </a:xfrm>
            <a:custGeom>
              <a:rect b="b" l="l" r="r" t="t"/>
              <a:pathLst>
                <a:path extrusionOk="0" h="2024" w="12593">
                  <a:moveTo>
                    <a:pt x="1024" y="0"/>
                  </a:moveTo>
                  <a:cubicBezTo>
                    <a:pt x="463" y="0"/>
                    <a:pt x="1" y="451"/>
                    <a:pt x="1" y="1012"/>
                  </a:cubicBezTo>
                  <a:cubicBezTo>
                    <a:pt x="1" y="1573"/>
                    <a:pt x="463" y="2023"/>
                    <a:pt x="1024" y="2023"/>
                  </a:cubicBezTo>
                  <a:lnTo>
                    <a:pt x="11581" y="2023"/>
                  </a:lnTo>
                  <a:cubicBezTo>
                    <a:pt x="12142" y="2023"/>
                    <a:pt x="12593" y="1573"/>
                    <a:pt x="12593" y="1012"/>
                  </a:cubicBezTo>
                  <a:cubicBezTo>
                    <a:pt x="12593" y="451"/>
                    <a:pt x="12142" y="0"/>
                    <a:pt x="1158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6" name="Google Shape;1696;p35"/>
            <p:cNvSpPr/>
            <p:nvPr/>
          </p:nvSpPr>
          <p:spPr>
            <a:xfrm>
              <a:off x="7511251" y="3391162"/>
              <a:ext cx="253733" cy="128954"/>
            </a:xfrm>
            <a:custGeom>
              <a:rect b="b" l="l" r="r" t="t"/>
              <a:pathLst>
                <a:path extrusionOk="0" h="2024" w="3982">
                  <a:moveTo>
                    <a:pt x="0" y="0"/>
                  </a:moveTo>
                  <a:lnTo>
                    <a:pt x="0" y="2023"/>
                  </a:lnTo>
                  <a:lnTo>
                    <a:pt x="3981" y="2023"/>
                  </a:lnTo>
                  <a:lnTo>
                    <a:pt x="398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7" name="Google Shape;1697;p35"/>
            <p:cNvSpPr/>
            <p:nvPr/>
          </p:nvSpPr>
          <p:spPr>
            <a:xfrm>
              <a:off x="7794998" y="3391162"/>
              <a:ext cx="52633" cy="128954"/>
            </a:xfrm>
            <a:custGeom>
              <a:rect b="b" l="l" r="r" t="t"/>
              <a:pathLst>
                <a:path extrusionOk="0" h="2024" w="826">
                  <a:moveTo>
                    <a:pt x="1" y="0"/>
                  </a:moveTo>
                  <a:lnTo>
                    <a:pt x="1" y="2023"/>
                  </a:lnTo>
                  <a:lnTo>
                    <a:pt x="826" y="2023"/>
                  </a:lnTo>
                  <a:lnTo>
                    <a:pt x="8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8" name="Google Shape;1698;p35"/>
            <p:cNvSpPr/>
            <p:nvPr/>
          </p:nvSpPr>
          <p:spPr>
            <a:xfrm>
              <a:off x="7147536" y="3391162"/>
              <a:ext cx="52633" cy="128954"/>
            </a:xfrm>
            <a:custGeom>
              <a:rect b="b" l="l" r="r" t="t"/>
              <a:pathLst>
                <a:path extrusionOk="0" h="2024" w="826">
                  <a:moveTo>
                    <a:pt x="1" y="0"/>
                  </a:moveTo>
                  <a:lnTo>
                    <a:pt x="1" y="2023"/>
                  </a:lnTo>
                  <a:lnTo>
                    <a:pt x="825" y="2023"/>
                  </a:lnTo>
                  <a:lnTo>
                    <a:pt x="8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9" name="Google Shape;1699;p35"/>
            <p:cNvSpPr/>
            <p:nvPr/>
          </p:nvSpPr>
          <p:spPr>
            <a:xfrm>
              <a:off x="7130012" y="3400910"/>
              <a:ext cx="735839" cy="25294"/>
            </a:xfrm>
            <a:custGeom>
              <a:rect b="b" l="l" r="r" t="t"/>
              <a:pathLst>
                <a:path extrusionOk="0" h="397" w="11548">
                  <a:moveTo>
                    <a:pt x="199" y="1"/>
                  </a:moveTo>
                  <a:cubicBezTo>
                    <a:pt x="89" y="1"/>
                    <a:pt x="1" y="89"/>
                    <a:pt x="1" y="199"/>
                  </a:cubicBezTo>
                  <a:cubicBezTo>
                    <a:pt x="1" y="309"/>
                    <a:pt x="89" y="397"/>
                    <a:pt x="199" y="397"/>
                  </a:cubicBezTo>
                  <a:lnTo>
                    <a:pt x="11350" y="397"/>
                  </a:lnTo>
                  <a:cubicBezTo>
                    <a:pt x="11460" y="397"/>
                    <a:pt x="11548" y="309"/>
                    <a:pt x="11548" y="199"/>
                  </a:cubicBezTo>
                  <a:cubicBezTo>
                    <a:pt x="11548" y="89"/>
                    <a:pt x="11460" y="1"/>
                    <a:pt x="11350" y="1"/>
                  </a:cubicBezTo>
                  <a:close/>
                </a:path>
              </a:pathLst>
            </a:custGeom>
            <a:solidFill>
              <a:srgbClr val="FFFFFF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0" name="Google Shape;1700;p35"/>
            <p:cNvSpPr/>
            <p:nvPr/>
          </p:nvSpPr>
          <p:spPr>
            <a:xfrm>
              <a:off x="7125106" y="3506037"/>
              <a:ext cx="745651" cy="14080"/>
            </a:xfrm>
            <a:custGeom>
              <a:rect b="b" l="l" r="r" t="t"/>
              <a:pathLst>
                <a:path extrusionOk="0" h="221" w="11702">
                  <a:moveTo>
                    <a:pt x="111" y="1"/>
                  </a:moveTo>
                  <a:cubicBezTo>
                    <a:pt x="45" y="1"/>
                    <a:pt x="1" y="56"/>
                    <a:pt x="1" y="111"/>
                  </a:cubicBezTo>
                  <a:cubicBezTo>
                    <a:pt x="1" y="176"/>
                    <a:pt x="45" y="220"/>
                    <a:pt x="111" y="220"/>
                  </a:cubicBezTo>
                  <a:lnTo>
                    <a:pt x="11592" y="220"/>
                  </a:lnTo>
                  <a:cubicBezTo>
                    <a:pt x="11647" y="220"/>
                    <a:pt x="11702" y="176"/>
                    <a:pt x="11702" y="111"/>
                  </a:cubicBezTo>
                  <a:cubicBezTo>
                    <a:pt x="11702" y="56"/>
                    <a:pt x="11647" y="1"/>
                    <a:pt x="11592" y="1"/>
                  </a:cubicBezTo>
                  <a:close/>
                </a:path>
              </a:pathLst>
            </a:custGeom>
            <a:solidFill>
              <a:srgbClr val="000000">
                <a:alpha val="264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1" name="Google Shape;1701;p35"/>
            <p:cNvSpPr/>
            <p:nvPr/>
          </p:nvSpPr>
          <p:spPr>
            <a:xfrm>
              <a:off x="6993396" y="3261505"/>
              <a:ext cx="801661" cy="129719"/>
            </a:xfrm>
            <a:custGeom>
              <a:rect b="b" l="l" r="r" t="t"/>
              <a:pathLst>
                <a:path extrusionOk="0" h="2036" w="12581">
                  <a:moveTo>
                    <a:pt x="1012" y="1"/>
                  </a:moveTo>
                  <a:cubicBezTo>
                    <a:pt x="451" y="1"/>
                    <a:pt x="0" y="451"/>
                    <a:pt x="0" y="1012"/>
                  </a:cubicBezTo>
                  <a:cubicBezTo>
                    <a:pt x="0" y="1573"/>
                    <a:pt x="451" y="2035"/>
                    <a:pt x="1012" y="2035"/>
                  </a:cubicBezTo>
                  <a:lnTo>
                    <a:pt x="11569" y="2035"/>
                  </a:lnTo>
                  <a:cubicBezTo>
                    <a:pt x="12130" y="2035"/>
                    <a:pt x="12581" y="1573"/>
                    <a:pt x="12581" y="1012"/>
                  </a:cubicBezTo>
                  <a:cubicBezTo>
                    <a:pt x="12581" y="451"/>
                    <a:pt x="12130" y="1"/>
                    <a:pt x="1156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2" name="Google Shape;1702;p35"/>
            <p:cNvSpPr/>
            <p:nvPr/>
          </p:nvSpPr>
          <p:spPr>
            <a:xfrm>
              <a:off x="7407515" y="3261505"/>
              <a:ext cx="253733" cy="129719"/>
            </a:xfrm>
            <a:custGeom>
              <a:rect b="b" l="l" r="r" t="t"/>
              <a:pathLst>
                <a:path extrusionOk="0" h="2036" w="3982">
                  <a:moveTo>
                    <a:pt x="1" y="1"/>
                  </a:moveTo>
                  <a:lnTo>
                    <a:pt x="1" y="2035"/>
                  </a:lnTo>
                  <a:lnTo>
                    <a:pt x="3982" y="2035"/>
                  </a:lnTo>
                  <a:lnTo>
                    <a:pt x="398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3" name="Google Shape;1703;p35"/>
            <p:cNvSpPr/>
            <p:nvPr/>
          </p:nvSpPr>
          <p:spPr>
            <a:xfrm>
              <a:off x="7691325" y="3261505"/>
              <a:ext cx="52633" cy="129719"/>
            </a:xfrm>
            <a:custGeom>
              <a:rect b="b" l="l" r="r" t="t"/>
              <a:pathLst>
                <a:path extrusionOk="0" h="2036" w="826">
                  <a:moveTo>
                    <a:pt x="0" y="1"/>
                  </a:moveTo>
                  <a:lnTo>
                    <a:pt x="0" y="2035"/>
                  </a:lnTo>
                  <a:lnTo>
                    <a:pt x="825" y="2035"/>
                  </a:lnTo>
                  <a:lnTo>
                    <a:pt x="82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4" name="Google Shape;1704;p35"/>
            <p:cNvSpPr/>
            <p:nvPr/>
          </p:nvSpPr>
          <p:spPr>
            <a:xfrm>
              <a:off x="7043863" y="3261505"/>
              <a:ext cx="52569" cy="129719"/>
            </a:xfrm>
            <a:custGeom>
              <a:rect b="b" l="l" r="r" t="t"/>
              <a:pathLst>
                <a:path extrusionOk="0" h="2036" w="825">
                  <a:moveTo>
                    <a:pt x="0" y="1"/>
                  </a:moveTo>
                  <a:lnTo>
                    <a:pt x="0" y="2035"/>
                  </a:lnTo>
                  <a:lnTo>
                    <a:pt x="825" y="2035"/>
                  </a:lnTo>
                  <a:lnTo>
                    <a:pt x="82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5" name="Google Shape;1705;p35"/>
            <p:cNvSpPr/>
            <p:nvPr/>
          </p:nvSpPr>
          <p:spPr>
            <a:xfrm>
              <a:off x="7026339" y="3271317"/>
              <a:ext cx="735839" cy="25995"/>
            </a:xfrm>
            <a:custGeom>
              <a:rect b="b" l="l" r="r" t="t"/>
              <a:pathLst>
                <a:path extrusionOk="0" h="408" w="11548">
                  <a:moveTo>
                    <a:pt x="198" y="1"/>
                  </a:moveTo>
                  <a:cubicBezTo>
                    <a:pt x="88" y="1"/>
                    <a:pt x="0" y="88"/>
                    <a:pt x="0" y="198"/>
                  </a:cubicBezTo>
                  <a:cubicBezTo>
                    <a:pt x="0" y="308"/>
                    <a:pt x="88" y="407"/>
                    <a:pt x="198" y="407"/>
                  </a:cubicBezTo>
                  <a:lnTo>
                    <a:pt x="11349" y="407"/>
                  </a:lnTo>
                  <a:cubicBezTo>
                    <a:pt x="11459" y="407"/>
                    <a:pt x="11547" y="308"/>
                    <a:pt x="11547" y="198"/>
                  </a:cubicBezTo>
                  <a:cubicBezTo>
                    <a:pt x="11547" y="88"/>
                    <a:pt x="11459" y="1"/>
                    <a:pt x="11349" y="1"/>
                  </a:cubicBezTo>
                  <a:close/>
                </a:path>
              </a:pathLst>
            </a:custGeom>
            <a:solidFill>
              <a:srgbClr val="FFFFFF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6" name="Google Shape;1706;p35"/>
            <p:cNvSpPr/>
            <p:nvPr/>
          </p:nvSpPr>
          <p:spPr>
            <a:xfrm>
              <a:off x="7021433" y="3377145"/>
              <a:ext cx="745651" cy="14080"/>
            </a:xfrm>
            <a:custGeom>
              <a:rect b="b" l="l" r="r" t="t"/>
              <a:pathLst>
                <a:path extrusionOk="0" h="221" w="11702">
                  <a:moveTo>
                    <a:pt x="110" y="0"/>
                  </a:moveTo>
                  <a:cubicBezTo>
                    <a:pt x="55" y="0"/>
                    <a:pt x="0" y="44"/>
                    <a:pt x="0" y="110"/>
                  </a:cubicBezTo>
                  <a:cubicBezTo>
                    <a:pt x="0" y="165"/>
                    <a:pt x="55" y="220"/>
                    <a:pt x="110" y="220"/>
                  </a:cubicBezTo>
                  <a:lnTo>
                    <a:pt x="11591" y="220"/>
                  </a:lnTo>
                  <a:cubicBezTo>
                    <a:pt x="11657" y="220"/>
                    <a:pt x="11701" y="165"/>
                    <a:pt x="11701" y="110"/>
                  </a:cubicBezTo>
                  <a:cubicBezTo>
                    <a:pt x="11701" y="44"/>
                    <a:pt x="11657" y="0"/>
                    <a:pt x="11591" y="0"/>
                  </a:cubicBezTo>
                  <a:close/>
                </a:path>
              </a:pathLst>
            </a:custGeom>
            <a:solidFill>
              <a:srgbClr val="000000">
                <a:alpha val="264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7" name="Google Shape;1707;p35"/>
            <p:cNvSpPr/>
            <p:nvPr/>
          </p:nvSpPr>
          <p:spPr>
            <a:xfrm>
              <a:off x="6538624" y="3008499"/>
              <a:ext cx="712708" cy="495046"/>
            </a:xfrm>
            <a:custGeom>
              <a:rect b="b" l="l" r="r" t="t"/>
              <a:pathLst>
                <a:path extrusionOk="0" h="7770" w="11185">
                  <a:moveTo>
                    <a:pt x="10025" y="0"/>
                  </a:moveTo>
                  <a:cubicBezTo>
                    <a:pt x="9834" y="0"/>
                    <a:pt x="9641" y="54"/>
                    <a:pt x="9469" y="167"/>
                  </a:cubicBezTo>
                  <a:lnTo>
                    <a:pt x="605" y="5907"/>
                  </a:lnTo>
                  <a:cubicBezTo>
                    <a:pt x="132" y="6204"/>
                    <a:pt x="0" y="6831"/>
                    <a:pt x="308" y="7304"/>
                  </a:cubicBezTo>
                  <a:cubicBezTo>
                    <a:pt x="505" y="7607"/>
                    <a:pt x="833" y="7770"/>
                    <a:pt x="1168" y="7770"/>
                  </a:cubicBezTo>
                  <a:cubicBezTo>
                    <a:pt x="1356" y="7770"/>
                    <a:pt x="1546" y="7718"/>
                    <a:pt x="1716" y="7612"/>
                  </a:cubicBezTo>
                  <a:lnTo>
                    <a:pt x="10568" y="1871"/>
                  </a:lnTo>
                  <a:cubicBezTo>
                    <a:pt x="11041" y="1563"/>
                    <a:pt x="11184" y="936"/>
                    <a:pt x="10876" y="463"/>
                  </a:cubicBezTo>
                  <a:cubicBezTo>
                    <a:pt x="10681" y="163"/>
                    <a:pt x="10357" y="0"/>
                    <a:pt x="100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8" name="Google Shape;1708;p35"/>
            <p:cNvSpPr/>
            <p:nvPr/>
          </p:nvSpPr>
          <p:spPr>
            <a:xfrm>
              <a:off x="6870734" y="3056220"/>
              <a:ext cx="283172" cy="246695"/>
            </a:xfrm>
            <a:custGeom>
              <a:rect b="b" l="l" r="r" t="t"/>
              <a:pathLst>
                <a:path extrusionOk="0" h="3872" w="4444">
                  <a:moveTo>
                    <a:pt x="3344" y="0"/>
                  </a:moveTo>
                  <a:lnTo>
                    <a:pt x="1" y="2167"/>
                  </a:lnTo>
                  <a:lnTo>
                    <a:pt x="1100" y="3871"/>
                  </a:lnTo>
                  <a:lnTo>
                    <a:pt x="4444" y="1705"/>
                  </a:lnTo>
                  <a:lnTo>
                    <a:pt x="334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9" name="Google Shape;1709;p35"/>
            <p:cNvSpPr/>
            <p:nvPr/>
          </p:nvSpPr>
          <p:spPr>
            <a:xfrm>
              <a:off x="7109686" y="3011366"/>
              <a:ext cx="113613" cy="137428"/>
            </a:xfrm>
            <a:custGeom>
              <a:rect b="b" l="l" r="r" t="t"/>
              <a:pathLst>
                <a:path extrusionOk="0" h="2157" w="1783">
                  <a:moveTo>
                    <a:pt x="683" y="1"/>
                  </a:moveTo>
                  <a:lnTo>
                    <a:pt x="1" y="451"/>
                  </a:lnTo>
                  <a:lnTo>
                    <a:pt x="1100" y="2156"/>
                  </a:lnTo>
                  <a:lnTo>
                    <a:pt x="1782" y="1705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0" name="Google Shape;1710;p35"/>
            <p:cNvSpPr/>
            <p:nvPr/>
          </p:nvSpPr>
          <p:spPr>
            <a:xfrm>
              <a:off x="6559652" y="3014743"/>
              <a:ext cx="625093" cy="412284"/>
            </a:xfrm>
            <a:custGeom>
              <a:rect b="b" l="l" r="r" t="t"/>
              <a:pathLst>
                <a:path extrusionOk="0" h="6471" w="9810">
                  <a:moveTo>
                    <a:pt x="9581" y="1"/>
                  </a:moveTo>
                  <a:cubicBezTo>
                    <a:pt x="9543" y="1"/>
                    <a:pt x="9504" y="12"/>
                    <a:pt x="9469" y="36"/>
                  </a:cubicBezTo>
                  <a:lnTo>
                    <a:pt x="121" y="6095"/>
                  </a:lnTo>
                  <a:cubicBezTo>
                    <a:pt x="22" y="6161"/>
                    <a:pt x="0" y="6282"/>
                    <a:pt x="55" y="6381"/>
                  </a:cubicBezTo>
                  <a:cubicBezTo>
                    <a:pt x="97" y="6437"/>
                    <a:pt x="161" y="6471"/>
                    <a:pt x="228" y="6471"/>
                  </a:cubicBezTo>
                  <a:cubicBezTo>
                    <a:pt x="266" y="6471"/>
                    <a:pt x="305" y="6460"/>
                    <a:pt x="341" y="6436"/>
                  </a:cubicBezTo>
                  <a:lnTo>
                    <a:pt x="9689" y="376"/>
                  </a:lnTo>
                  <a:cubicBezTo>
                    <a:pt x="9787" y="310"/>
                    <a:pt x="9809" y="190"/>
                    <a:pt x="9754" y="91"/>
                  </a:cubicBezTo>
                  <a:cubicBezTo>
                    <a:pt x="9712" y="34"/>
                    <a:pt x="9648" y="1"/>
                    <a:pt x="9581" y="1"/>
                  </a:cubicBezTo>
                  <a:close/>
                </a:path>
              </a:pathLst>
            </a:custGeom>
            <a:solidFill>
              <a:srgbClr val="FFFFFF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1" name="Google Shape;1711;p35"/>
            <p:cNvSpPr/>
            <p:nvPr/>
          </p:nvSpPr>
          <p:spPr>
            <a:xfrm>
              <a:off x="6611456" y="3098653"/>
              <a:ext cx="630063" cy="411965"/>
            </a:xfrm>
            <a:custGeom>
              <a:rect b="b" l="l" r="r" t="t"/>
              <a:pathLst>
                <a:path extrusionOk="0" h="6466" w="9888">
                  <a:moveTo>
                    <a:pt x="9757" y="0"/>
                  </a:moveTo>
                  <a:cubicBezTo>
                    <a:pt x="9738" y="0"/>
                    <a:pt x="9719" y="5"/>
                    <a:pt x="9700" y="16"/>
                  </a:cubicBezTo>
                  <a:lnTo>
                    <a:pt x="67" y="6263"/>
                  </a:lnTo>
                  <a:cubicBezTo>
                    <a:pt x="12" y="6296"/>
                    <a:pt x="1" y="6362"/>
                    <a:pt x="34" y="6417"/>
                  </a:cubicBezTo>
                  <a:cubicBezTo>
                    <a:pt x="56" y="6446"/>
                    <a:pt x="92" y="6465"/>
                    <a:pt x="131" y="6465"/>
                  </a:cubicBezTo>
                  <a:cubicBezTo>
                    <a:pt x="150" y="6465"/>
                    <a:pt x="169" y="6461"/>
                    <a:pt x="188" y="6450"/>
                  </a:cubicBezTo>
                  <a:lnTo>
                    <a:pt x="9821" y="203"/>
                  </a:lnTo>
                  <a:cubicBezTo>
                    <a:pt x="9865" y="170"/>
                    <a:pt x="9887" y="104"/>
                    <a:pt x="9854" y="49"/>
                  </a:cubicBezTo>
                  <a:cubicBezTo>
                    <a:pt x="9832" y="20"/>
                    <a:pt x="9796" y="0"/>
                    <a:pt x="9757" y="0"/>
                  </a:cubicBezTo>
                  <a:close/>
                </a:path>
              </a:pathLst>
            </a:custGeom>
            <a:solidFill>
              <a:srgbClr val="000000">
                <a:alpha val="264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2" name="Google Shape;1712;p35"/>
            <p:cNvSpPr/>
            <p:nvPr/>
          </p:nvSpPr>
          <p:spPr>
            <a:xfrm>
              <a:off x="6902276" y="2003610"/>
              <a:ext cx="611139" cy="132713"/>
            </a:xfrm>
            <a:custGeom>
              <a:rect b="b" l="l" r="r" t="t"/>
              <a:pathLst>
                <a:path extrusionOk="0" h="2083" w="9591">
                  <a:moveTo>
                    <a:pt x="9036" y="0"/>
                  </a:moveTo>
                  <a:cubicBezTo>
                    <a:pt x="9016" y="0"/>
                    <a:pt x="8995" y="1"/>
                    <a:pt x="8974" y="4"/>
                  </a:cubicBezTo>
                  <a:lnTo>
                    <a:pt x="484" y="1059"/>
                  </a:lnTo>
                  <a:cubicBezTo>
                    <a:pt x="199" y="1092"/>
                    <a:pt x="1" y="1345"/>
                    <a:pt x="34" y="1631"/>
                  </a:cubicBezTo>
                  <a:cubicBezTo>
                    <a:pt x="67" y="1895"/>
                    <a:pt x="298" y="2082"/>
                    <a:pt x="550" y="2082"/>
                  </a:cubicBezTo>
                  <a:lnTo>
                    <a:pt x="616" y="2082"/>
                  </a:lnTo>
                  <a:lnTo>
                    <a:pt x="9106" y="1026"/>
                  </a:lnTo>
                  <a:cubicBezTo>
                    <a:pt x="9392" y="993"/>
                    <a:pt x="9590" y="741"/>
                    <a:pt x="9557" y="455"/>
                  </a:cubicBezTo>
                  <a:cubicBezTo>
                    <a:pt x="9516" y="190"/>
                    <a:pt x="9296" y="0"/>
                    <a:pt x="9036" y="0"/>
                  </a:cubicBezTo>
                  <a:close/>
                </a:path>
              </a:pathLst>
            </a:custGeom>
            <a:solidFill>
              <a:srgbClr val="000000">
                <a:alpha val="119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3" name="Google Shape;1713;p35"/>
            <p:cNvSpPr/>
            <p:nvPr/>
          </p:nvSpPr>
          <p:spPr>
            <a:xfrm>
              <a:off x="6902276" y="2003610"/>
              <a:ext cx="611139" cy="132713"/>
            </a:xfrm>
            <a:custGeom>
              <a:rect b="b" l="l" r="r" t="t"/>
              <a:pathLst>
                <a:path extrusionOk="0" h="2083" w="9591">
                  <a:moveTo>
                    <a:pt x="554" y="0"/>
                  </a:moveTo>
                  <a:cubicBezTo>
                    <a:pt x="295" y="0"/>
                    <a:pt x="74" y="190"/>
                    <a:pt x="34" y="455"/>
                  </a:cubicBezTo>
                  <a:cubicBezTo>
                    <a:pt x="1" y="741"/>
                    <a:pt x="199" y="993"/>
                    <a:pt x="484" y="1026"/>
                  </a:cubicBezTo>
                  <a:lnTo>
                    <a:pt x="8974" y="2082"/>
                  </a:lnTo>
                  <a:lnTo>
                    <a:pt x="9040" y="2082"/>
                  </a:lnTo>
                  <a:cubicBezTo>
                    <a:pt x="9304" y="2082"/>
                    <a:pt x="9524" y="1895"/>
                    <a:pt x="9557" y="1631"/>
                  </a:cubicBezTo>
                  <a:cubicBezTo>
                    <a:pt x="9590" y="1345"/>
                    <a:pt x="9392" y="1092"/>
                    <a:pt x="9106" y="1059"/>
                  </a:cubicBezTo>
                  <a:lnTo>
                    <a:pt x="616" y="4"/>
                  </a:lnTo>
                  <a:cubicBezTo>
                    <a:pt x="596" y="1"/>
                    <a:pt x="575" y="0"/>
                    <a:pt x="55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4" name="Google Shape;1714;p35"/>
            <p:cNvSpPr/>
            <p:nvPr/>
          </p:nvSpPr>
          <p:spPr>
            <a:xfrm>
              <a:off x="7143330" y="2013740"/>
              <a:ext cx="55436" cy="100156"/>
            </a:xfrm>
            <a:custGeom>
              <a:rect b="b" l="l" r="r" t="t"/>
              <a:pathLst>
                <a:path extrusionOk="0" h="1572" w="870">
                  <a:moveTo>
                    <a:pt x="479" y="0"/>
                  </a:moveTo>
                  <a:cubicBezTo>
                    <a:pt x="319" y="0"/>
                    <a:pt x="170" y="105"/>
                    <a:pt x="133" y="274"/>
                  </a:cubicBezTo>
                  <a:cubicBezTo>
                    <a:pt x="122" y="285"/>
                    <a:pt x="1" y="769"/>
                    <a:pt x="34" y="1241"/>
                  </a:cubicBezTo>
                  <a:cubicBezTo>
                    <a:pt x="56" y="1428"/>
                    <a:pt x="210" y="1571"/>
                    <a:pt x="397" y="1571"/>
                  </a:cubicBezTo>
                  <a:lnTo>
                    <a:pt x="419" y="1571"/>
                  </a:lnTo>
                  <a:cubicBezTo>
                    <a:pt x="616" y="1549"/>
                    <a:pt x="759" y="1384"/>
                    <a:pt x="748" y="1186"/>
                  </a:cubicBezTo>
                  <a:cubicBezTo>
                    <a:pt x="726" y="834"/>
                    <a:pt x="814" y="450"/>
                    <a:pt x="814" y="450"/>
                  </a:cubicBezTo>
                  <a:cubicBezTo>
                    <a:pt x="869" y="252"/>
                    <a:pt x="759" y="65"/>
                    <a:pt x="561" y="10"/>
                  </a:cubicBezTo>
                  <a:cubicBezTo>
                    <a:pt x="534" y="3"/>
                    <a:pt x="506" y="0"/>
                    <a:pt x="47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5" name="Google Shape;1715;p35"/>
            <p:cNvSpPr/>
            <p:nvPr/>
          </p:nvSpPr>
          <p:spPr>
            <a:xfrm>
              <a:off x="7188189" y="2019092"/>
              <a:ext cx="54735" cy="99710"/>
            </a:xfrm>
            <a:custGeom>
              <a:rect b="b" l="l" r="r" t="t"/>
              <a:pathLst>
                <a:path extrusionOk="0" h="1565" w="859">
                  <a:moveTo>
                    <a:pt x="465" y="0"/>
                  </a:moveTo>
                  <a:cubicBezTo>
                    <a:pt x="305" y="0"/>
                    <a:pt x="167" y="110"/>
                    <a:pt x="121" y="267"/>
                  </a:cubicBezTo>
                  <a:cubicBezTo>
                    <a:pt x="121" y="289"/>
                    <a:pt x="0" y="761"/>
                    <a:pt x="33" y="1234"/>
                  </a:cubicBezTo>
                  <a:cubicBezTo>
                    <a:pt x="44" y="1421"/>
                    <a:pt x="198" y="1564"/>
                    <a:pt x="385" y="1564"/>
                  </a:cubicBezTo>
                  <a:lnTo>
                    <a:pt x="407" y="1564"/>
                  </a:lnTo>
                  <a:cubicBezTo>
                    <a:pt x="605" y="1553"/>
                    <a:pt x="748" y="1377"/>
                    <a:pt x="737" y="1179"/>
                  </a:cubicBezTo>
                  <a:cubicBezTo>
                    <a:pt x="715" y="827"/>
                    <a:pt x="803" y="454"/>
                    <a:pt x="814" y="443"/>
                  </a:cubicBezTo>
                  <a:cubicBezTo>
                    <a:pt x="858" y="256"/>
                    <a:pt x="748" y="58"/>
                    <a:pt x="561" y="14"/>
                  </a:cubicBezTo>
                  <a:cubicBezTo>
                    <a:pt x="529" y="5"/>
                    <a:pt x="496" y="0"/>
                    <a:pt x="4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6" name="Google Shape;1716;p35"/>
            <p:cNvSpPr/>
            <p:nvPr/>
          </p:nvSpPr>
          <p:spPr>
            <a:xfrm>
              <a:off x="7143330" y="2013740"/>
              <a:ext cx="55436" cy="100156"/>
            </a:xfrm>
            <a:custGeom>
              <a:rect b="b" l="l" r="r" t="t"/>
              <a:pathLst>
                <a:path extrusionOk="0" h="1572" w="870">
                  <a:moveTo>
                    <a:pt x="479" y="0"/>
                  </a:moveTo>
                  <a:cubicBezTo>
                    <a:pt x="319" y="0"/>
                    <a:pt x="170" y="105"/>
                    <a:pt x="133" y="274"/>
                  </a:cubicBezTo>
                  <a:cubicBezTo>
                    <a:pt x="122" y="285"/>
                    <a:pt x="1" y="769"/>
                    <a:pt x="34" y="1241"/>
                  </a:cubicBezTo>
                  <a:cubicBezTo>
                    <a:pt x="56" y="1428"/>
                    <a:pt x="210" y="1571"/>
                    <a:pt x="397" y="1571"/>
                  </a:cubicBezTo>
                  <a:lnTo>
                    <a:pt x="419" y="1571"/>
                  </a:lnTo>
                  <a:cubicBezTo>
                    <a:pt x="616" y="1549"/>
                    <a:pt x="759" y="1384"/>
                    <a:pt x="748" y="1186"/>
                  </a:cubicBezTo>
                  <a:cubicBezTo>
                    <a:pt x="726" y="834"/>
                    <a:pt x="814" y="450"/>
                    <a:pt x="814" y="450"/>
                  </a:cubicBezTo>
                  <a:cubicBezTo>
                    <a:pt x="869" y="252"/>
                    <a:pt x="759" y="65"/>
                    <a:pt x="561" y="10"/>
                  </a:cubicBezTo>
                  <a:cubicBezTo>
                    <a:pt x="534" y="3"/>
                    <a:pt x="506" y="0"/>
                    <a:pt x="479" y="0"/>
                  </a:cubicBezTo>
                  <a:close/>
                </a:path>
              </a:pathLst>
            </a:custGeom>
            <a:solidFill>
              <a:srgbClr val="000000">
                <a:alpha val="264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7" name="Google Shape;1717;p35"/>
            <p:cNvSpPr/>
            <p:nvPr/>
          </p:nvSpPr>
          <p:spPr>
            <a:xfrm>
              <a:off x="7188189" y="2019092"/>
              <a:ext cx="54735" cy="99710"/>
            </a:xfrm>
            <a:custGeom>
              <a:rect b="b" l="l" r="r" t="t"/>
              <a:pathLst>
                <a:path extrusionOk="0" h="1565" w="859">
                  <a:moveTo>
                    <a:pt x="465" y="0"/>
                  </a:moveTo>
                  <a:cubicBezTo>
                    <a:pt x="305" y="0"/>
                    <a:pt x="167" y="110"/>
                    <a:pt x="121" y="267"/>
                  </a:cubicBezTo>
                  <a:cubicBezTo>
                    <a:pt x="121" y="289"/>
                    <a:pt x="0" y="761"/>
                    <a:pt x="33" y="1234"/>
                  </a:cubicBezTo>
                  <a:cubicBezTo>
                    <a:pt x="44" y="1421"/>
                    <a:pt x="198" y="1564"/>
                    <a:pt x="385" y="1564"/>
                  </a:cubicBezTo>
                  <a:lnTo>
                    <a:pt x="407" y="1564"/>
                  </a:lnTo>
                  <a:cubicBezTo>
                    <a:pt x="605" y="1553"/>
                    <a:pt x="748" y="1377"/>
                    <a:pt x="737" y="1179"/>
                  </a:cubicBezTo>
                  <a:cubicBezTo>
                    <a:pt x="715" y="827"/>
                    <a:pt x="803" y="454"/>
                    <a:pt x="814" y="443"/>
                  </a:cubicBezTo>
                  <a:cubicBezTo>
                    <a:pt x="858" y="256"/>
                    <a:pt x="748" y="58"/>
                    <a:pt x="561" y="14"/>
                  </a:cubicBezTo>
                  <a:cubicBezTo>
                    <a:pt x="529" y="5"/>
                    <a:pt x="496" y="0"/>
                    <a:pt x="465" y="0"/>
                  </a:cubicBezTo>
                  <a:close/>
                </a:path>
              </a:pathLst>
            </a:custGeom>
            <a:solidFill>
              <a:srgbClr val="000000">
                <a:alpha val="264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1" name="Shape 1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2" name="Google Shape;1722;p36"/>
          <p:cNvSpPr txBox="1"/>
          <p:nvPr>
            <p:ph type="title"/>
          </p:nvPr>
        </p:nvSpPr>
        <p:spPr>
          <a:xfrm>
            <a:off x="713225" y="520925"/>
            <a:ext cx="7717500" cy="7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Members</a:t>
            </a:r>
            <a:endParaRPr/>
          </a:p>
        </p:txBody>
      </p:sp>
      <p:sp>
        <p:nvSpPr>
          <p:cNvPr id="1723" name="Google Shape;1723;p36"/>
          <p:cNvSpPr txBox="1"/>
          <p:nvPr>
            <p:ph idx="1" type="subTitle"/>
          </p:nvPr>
        </p:nvSpPr>
        <p:spPr>
          <a:xfrm>
            <a:off x="1733588" y="2314950"/>
            <a:ext cx="24534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411885</a:t>
            </a:r>
            <a:endParaRPr/>
          </a:p>
        </p:txBody>
      </p:sp>
      <p:sp>
        <p:nvSpPr>
          <p:cNvPr id="1724" name="Google Shape;1724;p36"/>
          <p:cNvSpPr txBox="1"/>
          <p:nvPr>
            <p:ph idx="2" type="subTitle"/>
          </p:nvPr>
        </p:nvSpPr>
        <p:spPr>
          <a:xfrm>
            <a:off x="1518038" y="1809000"/>
            <a:ext cx="28845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Aima Sibtain</a:t>
            </a:r>
            <a:endParaRPr sz="2200"/>
          </a:p>
        </p:txBody>
      </p:sp>
      <p:sp>
        <p:nvSpPr>
          <p:cNvPr id="1725" name="Google Shape;1725;p36"/>
          <p:cNvSpPr txBox="1"/>
          <p:nvPr>
            <p:ph idx="1" type="subTitle"/>
          </p:nvPr>
        </p:nvSpPr>
        <p:spPr>
          <a:xfrm>
            <a:off x="4657486" y="2340921"/>
            <a:ext cx="2262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429419</a:t>
            </a:r>
            <a:endParaRPr/>
          </a:p>
        </p:txBody>
      </p:sp>
      <p:sp>
        <p:nvSpPr>
          <p:cNvPr id="1726" name="Google Shape;1726;p36"/>
          <p:cNvSpPr txBox="1"/>
          <p:nvPr>
            <p:ph idx="2" type="subTitle"/>
          </p:nvPr>
        </p:nvSpPr>
        <p:spPr>
          <a:xfrm>
            <a:off x="4337638" y="1760861"/>
            <a:ext cx="32562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Maheen Akhtar Khan</a:t>
            </a:r>
            <a:endParaRPr sz="2200"/>
          </a:p>
        </p:txBody>
      </p:sp>
      <p:sp>
        <p:nvSpPr>
          <p:cNvPr id="1727" name="Google Shape;1727;p36"/>
          <p:cNvSpPr txBox="1"/>
          <p:nvPr>
            <p:ph idx="1" type="subTitle"/>
          </p:nvPr>
        </p:nvSpPr>
        <p:spPr>
          <a:xfrm>
            <a:off x="1765672" y="3790824"/>
            <a:ext cx="24534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410865</a:t>
            </a:r>
            <a:endParaRPr/>
          </a:p>
        </p:txBody>
      </p:sp>
      <p:sp>
        <p:nvSpPr>
          <p:cNvPr id="1728" name="Google Shape;1728;p36"/>
          <p:cNvSpPr txBox="1"/>
          <p:nvPr>
            <p:ph idx="2" type="subTitle"/>
          </p:nvPr>
        </p:nvSpPr>
        <p:spPr>
          <a:xfrm>
            <a:off x="1550122" y="3284874"/>
            <a:ext cx="28845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Hadia Ali</a:t>
            </a:r>
            <a:endParaRPr sz="2200"/>
          </a:p>
        </p:txBody>
      </p:sp>
      <p:sp>
        <p:nvSpPr>
          <p:cNvPr id="1729" name="Google Shape;1729;p36"/>
          <p:cNvSpPr txBox="1"/>
          <p:nvPr>
            <p:ph idx="1" type="subTitle"/>
          </p:nvPr>
        </p:nvSpPr>
        <p:spPr>
          <a:xfrm>
            <a:off x="4689570" y="3816795"/>
            <a:ext cx="2262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415867</a:t>
            </a:r>
            <a:endParaRPr/>
          </a:p>
        </p:txBody>
      </p:sp>
      <p:sp>
        <p:nvSpPr>
          <p:cNvPr id="1730" name="Google Shape;1730;p36"/>
          <p:cNvSpPr txBox="1"/>
          <p:nvPr>
            <p:ph idx="2" type="subTitle"/>
          </p:nvPr>
        </p:nvSpPr>
        <p:spPr>
          <a:xfrm>
            <a:off x="4369722" y="3236734"/>
            <a:ext cx="32562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Aimen Munawar</a:t>
            </a:r>
            <a:endParaRPr sz="2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4" name="Shape 1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5" name="Google Shape;1735;p37"/>
          <p:cNvSpPr txBox="1"/>
          <p:nvPr>
            <p:ph type="title"/>
          </p:nvPr>
        </p:nvSpPr>
        <p:spPr>
          <a:xfrm>
            <a:off x="713225" y="520925"/>
            <a:ext cx="7717500" cy="7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1736" name="Google Shape;1736;p37"/>
          <p:cNvSpPr txBox="1"/>
          <p:nvPr>
            <p:ph idx="1" type="subTitle"/>
          </p:nvPr>
        </p:nvSpPr>
        <p:spPr>
          <a:xfrm>
            <a:off x="1219269" y="1674150"/>
            <a:ext cx="1893600" cy="602100"/>
          </a:xfrm>
          <a:prstGeom prst="rect">
            <a:avLst/>
          </a:prstGeom>
        </p:spPr>
        <p:txBody>
          <a:bodyPr anchorCtr="0" anchor="t" bIns="70125" lIns="70125" spcFirstLastPara="1" rIns="70125" wrap="square" tIns="7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87"/>
              <a:t>Introduction</a:t>
            </a:r>
            <a:endParaRPr sz="1687"/>
          </a:p>
        </p:txBody>
      </p:sp>
      <p:sp>
        <p:nvSpPr>
          <p:cNvPr id="1737" name="Google Shape;1737;p37"/>
          <p:cNvSpPr txBox="1"/>
          <p:nvPr>
            <p:ph idx="2" type="title"/>
          </p:nvPr>
        </p:nvSpPr>
        <p:spPr>
          <a:xfrm>
            <a:off x="507125" y="1739100"/>
            <a:ext cx="672000" cy="472200"/>
          </a:xfrm>
          <a:prstGeom prst="rect">
            <a:avLst/>
          </a:prstGeom>
        </p:spPr>
        <p:txBody>
          <a:bodyPr anchorCtr="0" anchor="ctr" bIns="70125" lIns="70125" spcFirstLastPara="1" rIns="70125" wrap="square" tIns="701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74"/>
              <a:t>01</a:t>
            </a:r>
            <a:endParaRPr sz="3374"/>
          </a:p>
        </p:txBody>
      </p:sp>
      <p:sp>
        <p:nvSpPr>
          <p:cNvPr id="1738" name="Google Shape;1738;p37"/>
          <p:cNvSpPr txBox="1"/>
          <p:nvPr>
            <p:ph idx="3" type="subTitle"/>
          </p:nvPr>
        </p:nvSpPr>
        <p:spPr>
          <a:xfrm>
            <a:off x="1219269" y="2867245"/>
            <a:ext cx="1893600" cy="602100"/>
          </a:xfrm>
          <a:prstGeom prst="rect">
            <a:avLst/>
          </a:prstGeom>
        </p:spPr>
        <p:txBody>
          <a:bodyPr anchorCtr="0" anchor="t" bIns="70125" lIns="70125" spcFirstLastPara="1" rIns="70125" wrap="square" tIns="7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87"/>
              <a:t>Payback Analysis</a:t>
            </a:r>
            <a:endParaRPr sz="1687"/>
          </a:p>
        </p:txBody>
      </p:sp>
      <p:sp>
        <p:nvSpPr>
          <p:cNvPr id="1739" name="Google Shape;1739;p37"/>
          <p:cNvSpPr txBox="1"/>
          <p:nvPr>
            <p:ph idx="4" type="title"/>
          </p:nvPr>
        </p:nvSpPr>
        <p:spPr>
          <a:xfrm>
            <a:off x="507125" y="2867245"/>
            <a:ext cx="672000" cy="472200"/>
          </a:xfrm>
          <a:prstGeom prst="rect">
            <a:avLst/>
          </a:prstGeom>
        </p:spPr>
        <p:txBody>
          <a:bodyPr anchorCtr="0" anchor="ctr" bIns="70125" lIns="70125" spcFirstLastPara="1" rIns="70125" wrap="square" tIns="701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74"/>
              <a:t>04</a:t>
            </a:r>
            <a:endParaRPr sz="3374"/>
          </a:p>
        </p:txBody>
      </p:sp>
      <p:sp>
        <p:nvSpPr>
          <p:cNvPr id="1740" name="Google Shape;1740;p37"/>
          <p:cNvSpPr txBox="1"/>
          <p:nvPr>
            <p:ph idx="5" type="subTitle"/>
          </p:nvPr>
        </p:nvSpPr>
        <p:spPr>
          <a:xfrm>
            <a:off x="4137549" y="1639187"/>
            <a:ext cx="1963200" cy="602100"/>
          </a:xfrm>
          <a:prstGeom prst="rect">
            <a:avLst/>
          </a:prstGeom>
        </p:spPr>
        <p:txBody>
          <a:bodyPr anchorCtr="0" anchor="t" bIns="70125" lIns="70125" spcFirstLastPara="1" rIns="70125" wrap="square" tIns="7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87"/>
              <a:t>Interest</a:t>
            </a:r>
            <a:endParaRPr sz="1687"/>
          </a:p>
        </p:txBody>
      </p:sp>
      <p:sp>
        <p:nvSpPr>
          <p:cNvPr id="1741" name="Google Shape;1741;p37"/>
          <p:cNvSpPr txBox="1"/>
          <p:nvPr>
            <p:ph idx="6" type="title"/>
          </p:nvPr>
        </p:nvSpPr>
        <p:spPr>
          <a:xfrm>
            <a:off x="3425405" y="1704137"/>
            <a:ext cx="672000" cy="472200"/>
          </a:xfrm>
          <a:prstGeom prst="rect">
            <a:avLst/>
          </a:prstGeom>
        </p:spPr>
        <p:txBody>
          <a:bodyPr anchorCtr="0" anchor="ctr" bIns="70125" lIns="70125" spcFirstLastPara="1" rIns="70125" wrap="square" tIns="701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74"/>
              <a:t>02</a:t>
            </a:r>
            <a:endParaRPr sz="3374"/>
          </a:p>
        </p:txBody>
      </p:sp>
      <p:sp>
        <p:nvSpPr>
          <p:cNvPr id="1742" name="Google Shape;1742;p37"/>
          <p:cNvSpPr txBox="1"/>
          <p:nvPr>
            <p:ph idx="7" type="subTitle"/>
          </p:nvPr>
        </p:nvSpPr>
        <p:spPr>
          <a:xfrm>
            <a:off x="4159874" y="2831907"/>
            <a:ext cx="1963200" cy="602100"/>
          </a:xfrm>
          <a:prstGeom prst="rect">
            <a:avLst/>
          </a:prstGeom>
        </p:spPr>
        <p:txBody>
          <a:bodyPr anchorCtr="0" anchor="t" bIns="70125" lIns="70125" spcFirstLastPara="1" rIns="70125" wrap="square" tIns="7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87"/>
              <a:t>Present Worth Analysis</a:t>
            </a:r>
            <a:endParaRPr sz="1687"/>
          </a:p>
        </p:txBody>
      </p:sp>
      <p:sp>
        <p:nvSpPr>
          <p:cNvPr id="1743" name="Google Shape;1743;p37"/>
          <p:cNvSpPr txBox="1"/>
          <p:nvPr>
            <p:ph idx="8" type="title"/>
          </p:nvPr>
        </p:nvSpPr>
        <p:spPr>
          <a:xfrm>
            <a:off x="3447730" y="2831907"/>
            <a:ext cx="672000" cy="472200"/>
          </a:xfrm>
          <a:prstGeom prst="rect">
            <a:avLst/>
          </a:prstGeom>
        </p:spPr>
        <p:txBody>
          <a:bodyPr anchorCtr="0" anchor="ctr" bIns="70125" lIns="70125" spcFirstLastPara="1" rIns="70125" wrap="square" tIns="701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74"/>
              <a:t>05</a:t>
            </a:r>
            <a:endParaRPr sz="3374"/>
          </a:p>
        </p:txBody>
      </p:sp>
      <p:cxnSp>
        <p:nvCxnSpPr>
          <p:cNvPr id="1744" name="Google Shape;1744;p37"/>
          <p:cNvCxnSpPr/>
          <p:nvPr/>
        </p:nvCxnSpPr>
        <p:spPr>
          <a:xfrm>
            <a:off x="529441" y="2326121"/>
            <a:ext cx="627300" cy="0"/>
          </a:xfrm>
          <a:prstGeom prst="straightConnector1">
            <a:avLst/>
          </a:prstGeom>
          <a:noFill/>
          <a:ln cap="flat" cmpd="sng" w="219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5" name="Google Shape;1745;p37"/>
          <p:cNvCxnSpPr/>
          <p:nvPr/>
        </p:nvCxnSpPr>
        <p:spPr>
          <a:xfrm>
            <a:off x="529441" y="3445082"/>
            <a:ext cx="627300" cy="0"/>
          </a:xfrm>
          <a:prstGeom prst="straightConnector1">
            <a:avLst/>
          </a:prstGeom>
          <a:noFill/>
          <a:ln cap="flat" cmpd="sng" w="219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6" name="Google Shape;1746;p37"/>
          <p:cNvCxnSpPr/>
          <p:nvPr/>
        </p:nvCxnSpPr>
        <p:spPr>
          <a:xfrm>
            <a:off x="3447721" y="2311211"/>
            <a:ext cx="627300" cy="0"/>
          </a:xfrm>
          <a:prstGeom prst="straightConnector1">
            <a:avLst/>
          </a:prstGeom>
          <a:noFill/>
          <a:ln cap="flat" cmpd="sng" w="219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7" name="Google Shape;1747;p37"/>
          <p:cNvCxnSpPr/>
          <p:nvPr/>
        </p:nvCxnSpPr>
        <p:spPr>
          <a:xfrm>
            <a:off x="3470046" y="3409744"/>
            <a:ext cx="627300" cy="0"/>
          </a:xfrm>
          <a:prstGeom prst="straightConnector1">
            <a:avLst/>
          </a:prstGeom>
          <a:noFill/>
          <a:ln cap="flat" cmpd="sng" w="219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48" name="Google Shape;1748;p37"/>
          <p:cNvSpPr txBox="1"/>
          <p:nvPr>
            <p:ph idx="5" type="subTitle"/>
          </p:nvPr>
        </p:nvSpPr>
        <p:spPr>
          <a:xfrm>
            <a:off x="6913124" y="1674150"/>
            <a:ext cx="1963200" cy="602100"/>
          </a:xfrm>
          <a:prstGeom prst="rect">
            <a:avLst/>
          </a:prstGeom>
        </p:spPr>
        <p:txBody>
          <a:bodyPr anchorCtr="0" anchor="t" bIns="70125" lIns="70125" spcFirstLastPara="1" rIns="70125" wrap="square" tIns="7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87"/>
              <a:t>Cash Flow &amp; Cash Flow Diagram</a:t>
            </a:r>
            <a:endParaRPr sz="1687"/>
          </a:p>
        </p:txBody>
      </p:sp>
      <p:sp>
        <p:nvSpPr>
          <p:cNvPr id="1749" name="Google Shape;1749;p37"/>
          <p:cNvSpPr txBox="1"/>
          <p:nvPr>
            <p:ph idx="6" type="title"/>
          </p:nvPr>
        </p:nvSpPr>
        <p:spPr>
          <a:xfrm>
            <a:off x="6200980" y="1739100"/>
            <a:ext cx="672000" cy="472200"/>
          </a:xfrm>
          <a:prstGeom prst="rect">
            <a:avLst/>
          </a:prstGeom>
        </p:spPr>
        <p:txBody>
          <a:bodyPr anchorCtr="0" anchor="ctr" bIns="70125" lIns="70125" spcFirstLastPara="1" rIns="70125" wrap="square" tIns="701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74"/>
              <a:t>03</a:t>
            </a:r>
            <a:endParaRPr sz="3374"/>
          </a:p>
        </p:txBody>
      </p:sp>
      <p:cxnSp>
        <p:nvCxnSpPr>
          <p:cNvPr id="1750" name="Google Shape;1750;p37"/>
          <p:cNvCxnSpPr/>
          <p:nvPr/>
        </p:nvCxnSpPr>
        <p:spPr>
          <a:xfrm>
            <a:off x="6223296" y="2346174"/>
            <a:ext cx="627300" cy="0"/>
          </a:xfrm>
          <a:prstGeom prst="straightConnector1">
            <a:avLst/>
          </a:prstGeom>
          <a:noFill/>
          <a:ln cap="flat" cmpd="sng" w="219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51" name="Google Shape;1751;p37"/>
          <p:cNvSpPr txBox="1"/>
          <p:nvPr>
            <p:ph idx="7" type="subTitle"/>
          </p:nvPr>
        </p:nvSpPr>
        <p:spPr>
          <a:xfrm>
            <a:off x="6922750" y="2802295"/>
            <a:ext cx="1963200" cy="602100"/>
          </a:xfrm>
          <a:prstGeom prst="rect">
            <a:avLst/>
          </a:prstGeom>
        </p:spPr>
        <p:txBody>
          <a:bodyPr anchorCtr="0" anchor="t" bIns="70125" lIns="70125" spcFirstLastPara="1" rIns="70125" wrap="square" tIns="7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87"/>
              <a:t>Rate of Return Analysis</a:t>
            </a:r>
            <a:endParaRPr sz="1687"/>
          </a:p>
        </p:txBody>
      </p:sp>
      <p:sp>
        <p:nvSpPr>
          <p:cNvPr id="1752" name="Google Shape;1752;p37"/>
          <p:cNvSpPr txBox="1"/>
          <p:nvPr>
            <p:ph idx="8" type="title"/>
          </p:nvPr>
        </p:nvSpPr>
        <p:spPr>
          <a:xfrm>
            <a:off x="6150675" y="2802300"/>
            <a:ext cx="761700" cy="472200"/>
          </a:xfrm>
          <a:prstGeom prst="rect">
            <a:avLst/>
          </a:prstGeom>
        </p:spPr>
        <p:txBody>
          <a:bodyPr anchorCtr="0" anchor="ctr" bIns="70125" lIns="70125" spcFirstLastPara="1" rIns="70125" wrap="square" tIns="701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74"/>
              <a:t>06</a:t>
            </a:r>
            <a:endParaRPr sz="3374"/>
          </a:p>
        </p:txBody>
      </p:sp>
      <p:cxnSp>
        <p:nvCxnSpPr>
          <p:cNvPr id="1753" name="Google Shape;1753;p37"/>
          <p:cNvCxnSpPr/>
          <p:nvPr/>
        </p:nvCxnSpPr>
        <p:spPr>
          <a:xfrm>
            <a:off x="6232922" y="3380132"/>
            <a:ext cx="627300" cy="0"/>
          </a:xfrm>
          <a:prstGeom prst="straightConnector1">
            <a:avLst/>
          </a:prstGeom>
          <a:noFill/>
          <a:ln cap="flat" cmpd="sng" w="219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54" name="Google Shape;1754;p37"/>
          <p:cNvSpPr txBox="1"/>
          <p:nvPr>
            <p:ph idx="7" type="subTitle"/>
          </p:nvPr>
        </p:nvSpPr>
        <p:spPr>
          <a:xfrm>
            <a:off x="4137549" y="3959670"/>
            <a:ext cx="1963200" cy="602100"/>
          </a:xfrm>
          <a:prstGeom prst="rect">
            <a:avLst/>
          </a:prstGeom>
        </p:spPr>
        <p:txBody>
          <a:bodyPr anchorCtr="0" anchor="t" bIns="70125" lIns="70125" spcFirstLastPara="1" rIns="70125" wrap="square" tIns="7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87"/>
              <a:t>Future </a:t>
            </a:r>
            <a:r>
              <a:rPr lang="en" sz="1687"/>
              <a:t>Worth Analysis</a:t>
            </a:r>
            <a:endParaRPr sz="1687"/>
          </a:p>
        </p:txBody>
      </p:sp>
      <p:sp>
        <p:nvSpPr>
          <p:cNvPr id="1755" name="Google Shape;1755;p37"/>
          <p:cNvSpPr txBox="1"/>
          <p:nvPr>
            <p:ph idx="8" type="title"/>
          </p:nvPr>
        </p:nvSpPr>
        <p:spPr>
          <a:xfrm>
            <a:off x="3351124" y="3959675"/>
            <a:ext cx="820500" cy="472200"/>
          </a:xfrm>
          <a:prstGeom prst="rect">
            <a:avLst/>
          </a:prstGeom>
        </p:spPr>
        <p:txBody>
          <a:bodyPr anchorCtr="0" anchor="ctr" bIns="70125" lIns="70125" spcFirstLastPara="1" rIns="70125" wrap="square" tIns="701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74"/>
              <a:t>07</a:t>
            </a:r>
            <a:endParaRPr sz="3374"/>
          </a:p>
        </p:txBody>
      </p:sp>
      <p:cxnSp>
        <p:nvCxnSpPr>
          <p:cNvPr id="1756" name="Google Shape;1756;p37"/>
          <p:cNvCxnSpPr/>
          <p:nvPr/>
        </p:nvCxnSpPr>
        <p:spPr>
          <a:xfrm>
            <a:off x="3447721" y="4537507"/>
            <a:ext cx="627300" cy="0"/>
          </a:xfrm>
          <a:prstGeom prst="straightConnector1">
            <a:avLst/>
          </a:prstGeom>
          <a:noFill/>
          <a:ln cap="flat" cmpd="sng" w="219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0" name="Shape 1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" name="Google Shape;1761;p38"/>
          <p:cNvSpPr txBox="1"/>
          <p:nvPr>
            <p:ph type="title"/>
          </p:nvPr>
        </p:nvSpPr>
        <p:spPr>
          <a:xfrm>
            <a:off x="4246050" y="1927925"/>
            <a:ext cx="4153800" cy="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cxnSp>
        <p:nvCxnSpPr>
          <p:cNvPr id="1762" name="Google Shape;1762;p38"/>
          <p:cNvCxnSpPr/>
          <p:nvPr/>
        </p:nvCxnSpPr>
        <p:spPr>
          <a:xfrm>
            <a:off x="4639275" y="2779575"/>
            <a:ext cx="36411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763" name="Google Shape;1763;p38"/>
          <p:cNvGrpSpPr/>
          <p:nvPr/>
        </p:nvGrpSpPr>
        <p:grpSpPr>
          <a:xfrm>
            <a:off x="726562" y="1255007"/>
            <a:ext cx="2833748" cy="2745069"/>
            <a:chOff x="726562" y="1255007"/>
            <a:chExt cx="2833748" cy="2745069"/>
          </a:xfrm>
        </p:grpSpPr>
        <p:sp>
          <p:nvSpPr>
            <p:cNvPr id="1764" name="Google Shape;1764;p38"/>
            <p:cNvSpPr/>
            <p:nvPr/>
          </p:nvSpPr>
          <p:spPr>
            <a:xfrm>
              <a:off x="1218500" y="3577625"/>
              <a:ext cx="2341810" cy="186876"/>
            </a:xfrm>
            <a:custGeom>
              <a:rect b="b" l="l" r="r" t="t"/>
              <a:pathLst>
                <a:path extrusionOk="0" h="1442" w="27153">
                  <a:moveTo>
                    <a:pt x="13571" y="1"/>
                  </a:moveTo>
                  <a:cubicBezTo>
                    <a:pt x="6082" y="1"/>
                    <a:pt x="1" y="320"/>
                    <a:pt x="1" y="716"/>
                  </a:cubicBezTo>
                  <a:cubicBezTo>
                    <a:pt x="1" y="1111"/>
                    <a:pt x="6082" y="1441"/>
                    <a:pt x="13571" y="1441"/>
                  </a:cubicBezTo>
                  <a:cubicBezTo>
                    <a:pt x="21071" y="1441"/>
                    <a:pt x="27153" y="1111"/>
                    <a:pt x="27153" y="716"/>
                  </a:cubicBezTo>
                  <a:cubicBezTo>
                    <a:pt x="27153" y="320"/>
                    <a:pt x="21071" y="1"/>
                    <a:pt x="13571" y="1"/>
                  </a:cubicBezTo>
                  <a:close/>
                </a:path>
              </a:pathLst>
            </a:custGeom>
            <a:solidFill>
              <a:srgbClr val="000000">
                <a:alpha val="119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5" name="Google Shape;1765;p38"/>
            <p:cNvSpPr/>
            <p:nvPr/>
          </p:nvSpPr>
          <p:spPr>
            <a:xfrm>
              <a:off x="1548324" y="1255007"/>
              <a:ext cx="1682159" cy="2413884"/>
            </a:xfrm>
            <a:custGeom>
              <a:rect b="b" l="l" r="r" t="t"/>
              <a:pathLst>
                <a:path extrusionOk="0" h="78898" w="54789">
                  <a:moveTo>
                    <a:pt x="1" y="0"/>
                  </a:moveTo>
                  <a:lnTo>
                    <a:pt x="1" y="78897"/>
                  </a:lnTo>
                  <a:lnTo>
                    <a:pt x="54789" y="78897"/>
                  </a:lnTo>
                  <a:lnTo>
                    <a:pt x="5478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6" name="Google Shape;1766;p38"/>
            <p:cNvSpPr/>
            <p:nvPr/>
          </p:nvSpPr>
          <p:spPr>
            <a:xfrm rot="-5400000">
              <a:off x="1103685" y="1810334"/>
              <a:ext cx="1033979" cy="26000"/>
            </a:xfrm>
            <a:custGeom>
              <a:rect b="b" l="l" r="r" t="t"/>
              <a:pathLst>
                <a:path extrusionOk="0" h="408" w="11548">
                  <a:moveTo>
                    <a:pt x="198" y="1"/>
                  </a:moveTo>
                  <a:cubicBezTo>
                    <a:pt x="88" y="1"/>
                    <a:pt x="0" y="88"/>
                    <a:pt x="0" y="198"/>
                  </a:cubicBezTo>
                  <a:cubicBezTo>
                    <a:pt x="0" y="308"/>
                    <a:pt x="88" y="407"/>
                    <a:pt x="198" y="407"/>
                  </a:cubicBezTo>
                  <a:lnTo>
                    <a:pt x="11349" y="407"/>
                  </a:lnTo>
                  <a:cubicBezTo>
                    <a:pt x="11459" y="407"/>
                    <a:pt x="11547" y="308"/>
                    <a:pt x="11547" y="198"/>
                  </a:cubicBezTo>
                  <a:cubicBezTo>
                    <a:pt x="11547" y="88"/>
                    <a:pt x="11459" y="1"/>
                    <a:pt x="11349" y="1"/>
                  </a:cubicBezTo>
                  <a:close/>
                </a:path>
              </a:pathLst>
            </a:custGeom>
            <a:solidFill>
              <a:srgbClr val="FFFFFF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7" name="Google Shape;1767;p38"/>
            <p:cNvSpPr/>
            <p:nvPr/>
          </p:nvSpPr>
          <p:spPr>
            <a:xfrm>
              <a:off x="726562" y="3813200"/>
              <a:ext cx="1612413" cy="186876"/>
            </a:xfrm>
            <a:custGeom>
              <a:rect b="b" l="l" r="r" t="t"/>
              <a:pathLst>
                <a:path extrusionOk="0" h="1442" w="27153">
                  <a:moveTo>
                    <a:pt x="13571" y="1"/>
                  </a:moveTo>
                  <a:cubicBezTo>
                    <a:pt x="6082" y="1"/>
                    <a:pt x="1" y="320"/>
                    <a:pt x="1" y="716"/>
                  </a:cubicBezTo>
                  <a:cubicBezTo>
                    <a:pt x="1" y="1111"/>
                    <a:pt x="6082" y="1441"/>
                    <a:pt x="13571" y="1441"/>
                  </a:cubicBezTo>
                  <a:cubicBezTo>
                    <a:pt x="21071" y="1441"/>
                    <a:pt x="27153" y="1111"/>
                    <a:pt x="27153" y="716"/>
                  </a:cubicBezTo>
                  <a:cubicBezTo>
                    <a:pt x="27153" y="320"/>
                    <a:pt x="21071" y="1"/>
                    <a:pt x="13571" y="1"/>
                  </a:cubicBezTo>
                  <a:close/>
                </a:path>
              </a:pathLst>
            </a:custGeom>
            <a:solidFill>
              <a:srgbClr val="000000">
                <a:alpha val="119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8" name="Google Shape;1768;p38"/>
            <p:cNvSpPr/>
            <p:nvPr/>
          </p:nvSpPr>
          <p:spPr>
            <a:xfrm>
              <a:off x="1752716" y="2110374"/>
              <a:ext cx="1306269" cy="31"/>
            </a:xfrm>
            <a:custGeom>
              <a:rect b="b" l="l" r="r" t="t"/>
              <a:pathLst>
                <a:path extrusionOk="0" fill="none" h="1" w="42546">
                  <a:moveTo>
                    <a:pt x="0" y="1"/>
                  </a:moveTo>
                  <a:lnTo>
                    <a:pt x="42546" y="1"/>
                  </a:lnTo>
                </a:path>
              </a:pathLst>
            </a:custGeom>
            <a:noFill/>
            <a:ln cap="flat" cmpd="sng" w="9400">
              <a:solidFill>
                <a:schemeClr val="lt1"/>
              </a:solidFill>
              <a:prstDash val="solid"/>
              <a:miter lim="289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9" name="Google Shape;1769;p38"/>
            <p:cNvSpPr/>
            <p:nvPr/>
          </p:nvSpPr>
          <p:spPr>
            <a:xfrm>
              <a:off x="1752716" y="1394886"/>
              <a:ext cx="1133014" cy="558787"/>
            </a:xfrm>
            <a:custGeom>
              <a:rect b="b" l="l" r="r" t="t"/>
              <a:pathLst>
                <a:path extrusionOk="0" fill="none" h="18264" w="36903">
                  <a:moveTo>
                    <a:pt x="0" y="18264"/>
                  </a:moveTo>
                  <a:lnTo>
                    <a:pt x="5644" y="12649"/>
                  </a:lnTo>
                  <a:lnTo>
                    <a:pt x="10883" y="17280"/>
                  </a:lnTo>
                  <a:lnTo>
                    <a:pt x="22344" y="4719"/>
                  </a:lnTo>
                  <a:lnTo>
                    <a:pt x="25209" y="7295"/>
                  </a:lnTo>
                  <a:lnTo>
                    <a:pt x="30564" y="1940"/>
                  </a:lnTo>
                  <a:lnTo>
                    <a:pt x="36902" y="1"/>
                  </a:lnTo>
                </a:path>
              </a:pathLst>
            </a:custGeom>
            <a:noFill/>
            <a:ln cap="flat" cmpd="sng" w="9400">
              <a:solidFill>
                <a:schemeClr val="lt1"/>
              </a:solidFill>
              <a:prstDash val="solid"/>
              <a:miter lim="289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0" name="Google Shape;1770;p38"/>
            <p:cNvSpPr/>
            <p:nvPr/>
          </p:nvSpPr>
          <p:spPr>
            <a:xfrm>
              <a:off x="2885730" y="1394886"/>
              <a:ext cx="31" cy="715525"/>
            </a:xfrm>
            <a:custGeom>
              <a:rect b="b" l="l" r="r" t="t"/>
              <a:pathLst>
                <a:path extrusionOk="0" fill="none" h="23387" w="1">
                  <a:moveTo>
                    <a:pt x="0" y="1"/>
                  </a:moveTo>
                  <a:lnTo>
                    <a:pt x="0" y="23387"/>
                  </a:lnTo>
                </a:path>
              </a:pathLst>
            </a:custGeom>
            <a:noFill/>
            <a:ln cap="flat" cmpd="sng" w="9400">
              <a:solidFill>
                <a:schemeClr val="lt1"/>
              </a:solidFill>
              <a:prstDash val="solid"/>
              <a:miter lim="289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1" name="Google Shape;1771;p38"/>
            <p:cNvSpPr/>
            <p:nvPr/>
          </p:nvSpPr>
          <p:spPr>
            <a:xfrm>
              <a:off x="2786190" y="1424134"/>
              <a:ext cx="31" cy="689825"/>
            </a:xfrm>
            <a:custGeom>
              <a:rect b="b" l="l" r="r" t="t"/>
              <a:pathLst>
                <a:path extrusionOk="0" fill="none" h="22547" w="1">
                  <a:moveTo>
                    <a:pt x="1" y="0"/>
                  </a:moveTo>
                  <a:lnTo>
                    <a:pt x="1" y="22546"/>
                  </a:lnTo>
                </a:path>
              </a:pathLst>
            </a:custGeom>
            <a:noFill/>
            <a:ln cap="flat" cmpd="sng" w="9400">
              <a:solidFill>
                <a:schemeClr val="lt1"/>
              </a:solidFill>
              <a:prstDash val="solid"/>
              <a:miter lim="289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2" name="Google Shape;1772;p38"/>
            <p:cNvSpPr/>
            <p:nvPr/>
          </p:nvSpPr>
          <p:spPr>
            <a:xfrm>
              <a:off x="2691101" y="1454239"/>
              <a:ext cx="31" cy="656171"/>
            </a:xfrm>
            <a:custGeom>
              <a:rect b="b" l="l" r="r" t="t"/>
              <a:pathLst>
                <a:path extrusionOk="0" fill="none" h="21447" w="1">
                  <a:moveTo>
                    <a:pt x="1" y="0"/>
                  </a:moveTo>
                  <a:lnTo>
                    <a:pt x="1" y="21447"/>
                  </a:lnTo>
                </a:path>
              </a:pathLst>
            </a:custGeom>
            <a:noFill/>
            <a:ln cap="flat" cmpd="sng" w="9400">
              <a:solidFill>
                <a:schemeClr val="lt1"/>
              </a:solidFill>
              <a:prstDash val="solid"/>
              <a:miter lim="289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3" name="Google Shape;1773;p38"/>
            <p:cNvSpPr/>
            <p:nvPr/>
          </p:nvSpPr>
          <p:spPr>
            <a:xfrm>
              <a:off x="2604917" y="1540119"/>
              <a:ext cx="31" cy="570291"/>
            </a:xfrm>
            <a:custGeom>
              <a:rect b="b" l="l" r="r" t="t"/>
              <a:pathLst>
                <a:path extrusionOk="0" fill="none" h="18640" w="1">
                  <a:moveTo>
                    <a:pt x="0" y="1"/>
                  </a:moveTo>
                  <a:lnTo>
                    <a:pt x="0" y="18640"/>
                  </a:lnTo>
                </a:path>
              </a:pathLst>
            </a:custGeom>
            <a:noFill/>
            <a:ln cap="flat" cmpd="sng" w="9400">
              <a:solidFill>
                <a:schemeClr val="lt1"/>
              </a:solidFill>
              <a:prstDash val="solid"/>
              <a:miter lim="289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4" name="Google Shape;1774;p38"/>
            <p:cNvSpPr/>
            <p:nvPr/>
          </p:nvSpPr>
          <p:spPr>
            <a:xfrm>
              <a:off x="2526716" y="1618044"/>
              <a:ext cx="31" cy="492365"/>
            </a:xfrm>
            <a:custGeom>
              <a:rect b="b" l="l" r="r" t="t"/>
              <a:pathLst>
                <a:path extrusionOk="0" fill="none" h="16093" w="1">
                  <a:moveTo>
                    <a:pt x="0" y="1"/>
                  </a:moveTo>
                  <a:lnTo>
                    <a:pt x="0" y="16093"/>
                  </a:lnTo>
                </a:path>
              </a:pathLst>
            </a:custGeom>
            <a:noFill/>
            <a:ln cap="flat" cmpd="sng" w="9400">
              <a:solidFill>
                <a:schemeClr val="lt1"/>
              </a:solidFill>
              <a:prstDash val="solid"/>
              <a:miter lim="289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5" name="Google Shape;1775;p38"/>
            <p:cNvSpPr/>
            <p:nvPr/>
          </p:nvSpPr>
          <p:spPr>
            <a:xfrm>
              <a:off x="2438720" y="1539232"/>
              <a:ext cx="31" cy="571178"/>
            </a:xfrm>
            <a:custGeom>
              <a:rect b="b" l="l" r="r" t="t"/>
              <a:pathLst>
                <a:path extrusionOk="0" fill="none" h="18669" w="1">
                  <a:moveTo>
                    <a:pt x="1" y="1"/>
                  </a:moveTo>
                  <a:lnTo>
                    <a:pt x="1" y="18669"/>
                  </a:lnTo>
                </a:path>
              </a:pathLst>
            </a:custGeom>
            <a:noFill/>
            <a:ln cap="flat" cmpd="sng" w="9400">
              <a:solidFill>
                <a:schemeClr val="lt1"/>
              </a:solidFill>
              <a:prstDash val="solid"/>
              <a:miter lim="289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6" name="Google Shape;1776;p38"/>
            <p:cNvSpPr/>
            <p:nvPr/>
          </p:nvSpPr>
          <p:spPr>
            <a:xfrm>
              <a:off x="2360550" y="1625142"/>
              <a:ext cx="31" cy="485267"/>
            </a:xfrm>
            <a:custGeom>
              <a:rect b="b" l="l" r="r" t="t"/>
              <a:pathLst>
                <a:path extrusionOk="0" fill="none" h="15861" w="1">
                  <a:moveTo>
                    <a:pt x="0" y="0"/>
                  </a:moveTo>
                  <a:lnTo>
                    <a:pt x="0" y="15861"/>
                  </a:lnTo>
                </a:path>
              </a:pathLst>
            </a:custGeom>
            <a:noFill/>
            <a:ln cap="flat" cmpd="sng" w="9400">
              <a:solidFill>
                <a:schemeClr val="lt1"/>
              </a:solidFill>
              <a:prstDash val="solid"/>
              <a:miter lim="289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7" name="Google Shape;1777;p38"/>
            <p:cNvSpPr/>
            <p:nvPr/>
          </p:nvSpPr>
          <p:spPr>
            <a:xfrm>
              <a:off x="2273444" y="1720750"/>
              <a:ext cx="31" cy="389658"/>
            </a:xfrm>
            <a:custGeom>
              <a:rect b="b" l="l" r="r" t="t"/>
              <a:pathLst>
                <a:path extrusionOk="0" fill="none" h="12736" w="1">
                  <a:moveTo>
                    <a:pt x="1" y="1"/>
                  </a:moveTo>
                  <a:lnTo>
                    <a:pt x="1" y="12736"/>
                  </a:lnTo>
                </a:path>
              </a:pathLst>
            </a:custGeom>
            <a:noFill/>
            <a:ln cap="flat" cmpd="sng" w="9400">
              <a:solidFill>
                <a:schemeClr val="lt1"/>
              </a:solidFill>
              <a:prstDash val="solid"/>
              <a:miter lim="289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8" name="Google Shape;1778;p38"/>
            <p:cNvSpPr/>
            <p:nvPr/>
          </p:nvSpPr>
          <p:spPr>
            <a:xfrm>
              <a:off x="2182808" y="1818164"/>
              <a:ext cx="31" cy="292243"/>
            </a:xfrm>
            <a:custGeom>
              <a:rect b="b" l="l" r="r" t="t"/>
              <a:pathLst>
                <a:path extrusionOk="0" fill="none" h="9552" w="1">
                  <a:moveTo>
                    <a:pt x="1" y="1"/>
                  </a:moveTo>
                  <a:lnTo>
                    <a:pt x="1" y="9552"/>
                  </a:lnTo>
                </a:path>
              </a:pathLst>
            </a:custGeom>
            <a:noFill/>
            <a:ln cap="flat" cmpd="sng" w="9400">
              <a:solidFill>
                <a:schemeClr val="lt1"/>
              </a:solidFill>
              <a:prstDash val="solid"/>
              <a:miter lim="289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9" name="Google Shape;1779;p38"/>
            <p:cNvSpPr/>
            <p:nvPr/>
          </p:nvSpPr>
          <p:spPr>
            <a:xfrm>
              <a:off x="2086830" y="1923532"/>
              <a:ext cx="31" cy="186874"/>
            </a:xfrm>
            <a:custGeom>
              <a:rect b="b" l="l" r="r" t="t"/>
              <a:pathLst>
                <a:path extrusionOk="0" fill="none" h="6108" w="1">
                  <a:moveTo>
                    <a:pt x="1" y="1"/>
                  </a:moveTo>
                  <a:lnTo>
                    <a:pt x="1" y="6108"/>
                  </a:lnTo>
                </a:path>
              </a:pathLst>
            </a:custGeom>
            <a:noFill/>
            <a:ln cap="flat" cmpd="sng" w="9400">
              <a:solidFill>
                <a:schemeClr val="lt1"/>
              </a:solidFill>
              <a:prstDash val="solid"/>
              <a:miter lim="289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0" name="Google Shape;1780;p38"/>
            <p:cNvSpPr/>
            <p:nvPr/>
          </p:nvSpPr>
          <p:spPr>
            <a:xfrm>
              <a:off x="2004207" y="1851818"/>
              <a:ext cx="31" cy="256814"/>
            </a:xfrm>
            <a:custGeom>
              <a:rect b="b" l="l" r="r" t="t"/>
              <a:pathLst>
                <a:path extrusionOk="0" fill="none" h="8394" w="1">
                  <a:moveTo>
                    <a:pt x="0" y="8394"/>
                  </a:moveTo>
                  <a:lnTo>
                    <a:pt x="0" y="0"/>
                  </a:lnTo>
                </a:path>
              </a:pathLst>
            </a:custGeom>
            <a:noFill/>
            <a:ln cap="flat" cmpd="sng" w="9400">
              <a:solidFill>
                <a:schemeClr val="lt1"/>
              </a:solidFill>
              <a:prstDash val="solid"/>
              <a:miter lim="289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1" name="Google Shape;1781;p38"/>
            <p:cNvSpPr/>
            <p:nvPr/>
          </p:nvSpPr>
          <p:spPr>
            <a:xfrm>
              <a:off x="1926006" y="1781848"/>
              <a:ext cx="31" cy="328560"/>
            </a:xfrm>
            <a:custGeom>
              <a:rect b="b" l="l" r="r" t="t"/>
              <a:pathLst>
                <a:path extrusionOk="0" fill="none" h="10739" w="1">
                  <a:moveTo>
                    <a:pt x="0" y="1"/>
                  </a:moveTo>
                  <a:lnTo>
                    <a:pt x="0" y="10739"/>
                  </a:lnTo>
                </a:path>
              </a:pathLst>
            </a:custGeom>
            <a:noFill/>
            <a:ln cap="flat" cmpd="sng" w="9400">
              <a:solidFill>
                <a:schemeClr val="lt1"/>
              </a:solidFill>
              <a:prstDash val="solid"/>
              <a:miter lim="289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2" name="Google Shape;1782;p38"/>
            <p:cNvSpPr/>
            <p:nvPr/>
          </p:nvSpPr>
          <p:spPr>
            <a:xfrm>
              <a:off x="1847804" y="1858885"/>
              <a:ext cx="31" cy="249747"/>
            </a:xfrm>
            <a:custGeom>
              <a:rect b="b" l="l" r="r" t="t"/>
              <a:pathLst>
                <a:path extrusionOk="0" fill="none" h="8163" w="1">
                  <a:moveTo>
                    <a:pt x="0" y="1"/>
                  </a:moveTo>
                  <a:lnTo>
                    <a:pt x="0" y="8163"/>
                  </a:lnTo>
                </a:path>
              </a:pathLst>
            </a:custGeom>
            <a:noFill/>
            <a:ln cap="flat" cmpd="sng" w="9400">
              <a:solidFill>
                <a:schemeClr val="lt1"/>
              </a:solidFill>
              <a:prstDash val="solid"/>
              <a:miter lim="289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3" name="Google Shape;1783;p38"/>
            <p:cNvSpPr/>
            <p:nvPr/>
          </p:nvSpPr>
          <p:spPr>
            <a:xfrm>
              <a:off x="1752716" y="1953637"/>
              <a:ext cx="31" cy="154994"/>
            </a:xfrm>
            <a:custGeom>
              <a:rect b="b" l="l" r="r" t="t"/>
              <a:pathLst>
                <a:path extrusionOk="0" fill="none" h="5066" w="1">
                  <a:moveTo>
                    <a:pt x="0" y="1"/>
                  </a:moveTo>
                  <a:lnTo>
                    <a:pt x="0" y="5066"/>
                  </a:lnTo>
                </a:path>
              </a:pathLst>
            </a:custGeom>
            <a:noFill/>
            <a:ln cap="flat" cmpd="sng" w="9400">
              <a:solidFill>
                <a:schemeClr val="lt1"/>
              </a:solidFill>
              <a:prstDash val="solid"/>
              <a:miter lim="289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4" name="Google Shape;1784;p38"/>
            <p:cNvSpPr/>
            <p:nvPr/>
          </p:nvSpPr>
          <p:spPr>
            <a:xfrm>
              <a:off x="2413851" y="1514450"/>
              <a:ext cx="49799" cy="50482"/>
            </a:xfrm>
            <a:custGeom>
              <a:rect b="b" l="l" r="r" t="t"/>
              <a:pathLst>
                <a:path extrusionOk="0" h="1650" w="1622">
                  <a:moveTo>
                    <a:pt x="811" y="0"/>
                  </a:moveTo>
                  <a:cubicBezTo>
                    <a:pt x="348" y="0"/>
                    <a:pt x="1" y="376"/>
                    <a:pt x="1" y="811"/>
                  </a:cubicBezTo>
                  <a:cubicBezTo>
                    <a:pt x="1" y="1274"/>
                    <a:pt x="348" y="1650"/>
                    <a:pt x="811" y="1650"/>
                  </a:cubicBezTo>
                  <a:cubicBezTo>
                    <a:pt x="1245" y="1650"/>
                    <a:pt x="1621" y="1274"/>
                    <a:pt x="1621" y="811"/>
                  </a:cubicBezTo>
                  <a:cubicBezTo>
                    <a:pt x="1621" y="376"/>
                    <a:pt x="1245" y="0"/>
                    <a:pt x="81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5" name="Google Shape;1785;p38"/>
            <p:cNvSpPr/>
            <p:nvPr/>
          </p:nvSpPr>
          <p:spPr>
            <a:xfrm>
              <a:off x="2501816" y="1593262"/>
              <a:ext cx="49799" cy="49594"/>
            </a:xfrm>
            <a:custGeom>
              <a:rect b="b" l="l" r="r" t="t"/>
              <a:pathLst>
                <a:path extrusionOk="0" h="1621" w="1622">
                  <a:moveTo>
                    <a:pt x="811" y="0"/>
                  </a:moveTo>
                  <a:cubicBezTo>
                    <a:pt x="377" y="0"/>
                    <a:pt x="1" y="347"/>
                    <a:pt x="1" y="811"/>
                  </a:cubicBezTo>
                  <a:cubicBezTo>
                    <a:pt x="1" y="1245"/>
                    <a:pt x="377" y="1621"/>
                    <a:pt x="811" y="1621"/>
                  </a:cubicBezTo>
                  <a:cubicBezTo>
                    <a:pt x="1274" y="1621"/>
                    <a:pt x="1622" y="1245"/>
                    <a:pt x="1622" y="811"/>
                  </a:cubicBezTo>
                  <a:cubicBezTo>
                    <a:pt x="1622" y="347"/>
                    <a:pt x="1274" y="0"/>
                    <a:pt x="81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6" name="Google Shape;1786;p38"/>
            <p:cNvSpPr/>
            <p:nvPr/>
          </p:nvSpPr>
          <p:spPr>
            <a:xfrm>
              <a:off x="2335507" y="1429427"/>
              <a:ext cx="49799" cy="49625"/>
            </a:xfrm>
            <a:custGeom>
              <a:rect b="b" l="l" r="r" t="t"/>
              <a:pathLst>
                <a:path extrusionOk="0" h="1622" w="1622">
                  <a:moveTo>
                    <a:pt x="811" y="1"/>
                  </a:moveTo>
                  <a:cubicBezTo>
                    <a:pt x="348" y="1"/>
                    <a:pt x="0" y="377"/>
                    <a:pt x="0" y="811"/>
                  </a:cubicBezTo>
                  <a:cubicBezTo>
                    <a:pt x="0" y="1274"/>
                    <a:pt x="348" y="1622"/>
                    <a:pt x="811" y="1622"/>
                  </a:cubicBezTo>
                  <a:cubicBezTo>
                    <a:pt x="1245" y="1622"/>
                    <a:pt x="1621" y="1274"/>
                    <a:pt x="1621" y="811"/>
                  </a:cubicBezTo>
                  <a:cubicBezTo>
                    <a:pt x="1621" y="377"/>
                    <a:pt x="1245" y="1"/>
                    <a:pt x="81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7" name="Google Shape;1787;p38"/>
            <p:cNvSpPr/>
            <p:nvPr/>
          </p:nvSpPr>
          <p:spPr>
            <a:xfrm>
              <a:off x="2530104" y="1370104"/>
              <a:ext cx="49799" cy="50512"/>
            </a:xfrm>
            <a:custGeom>
              <a:rect b="b" l="l" r="r" t="t"/>
              <a:pathLst>
                <a:path extrusionOk="0" h="1651" w="1622">
                  <a:moveTo>
                    <a:pt x="811" y="1"/>
                  </a:moveTo>
                  <a:cubicBezTo>
                    <a:pt x="348" y="1"/>
                    <a:pt x="1" y="377"/>
                    <a:pt x="1" y="811"/>
                  </a:cubicBezTo>
                  <a:cubicBezTo>
                    <a:pt x="1" y="1274"/>
                    <a:pt x="348" y="1650"/>
                    <a:pt x="811" y="1650"/>
                  </a:cubicBezTo>
                  <a:cubicBezTo>
                    <a:pt x="1245" y="1650"/>
                    <a:pt x="1621" y="1274"/>
                    <a:pt x="1621" y="811"/>
                  </a:cubicBezTo>
                  <a:cubicBezTo>
                    <a:pt x="1621" y="377"/>
                    <a:pt x="1245" y="1"/>
                    <a:pt x="81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8" name="Google Shape;1788;p38"/>
            <p:cNvSpPr/>
            <p:nvPr/>
          </p:nvSpPr>
          <p:spPr>
            <a:xfrm>
              <a:off x="2061960" y="1898750"/>
              <a:ext cx="49799" cy="49625"/>
            </a:xfrm>
            <a:custGeom>
              <a:rect b="b" l="l" r="r" t="t"/>
              <a:pathLst>
                <a:path extrusionOk="0" h="1622" w="1622">
                  <a:moveTo>
                    <a:pt x="811" y="0"/>
                  </a:moveTo>
                  <a:cubicBezTo>
                    <a:pt x="377" y="0"/>
                    <a:pt x="0" y="377"/>
                    <a:pt x="0" y="811"/>
                  </a:cubicBezTo>
                  <a:cubicBezTo>
                    <a:pt x="0" y="1274"/>
                    <a:pt x="377" y="1621"/>
                    <a:pt x="811" y="1621"/>
                  </a:cubicBezTo>
                  <a:cubicBezTo>
                    <a:pt x="1274" y="1621"/>
                    <a:pt x="1621" y="1274"/>
                    <a:pt x="1621" y="811"/>
                  </a:cubicBezTo>
                  <a:cubicBezTo>
                    <a:pt x="1621" y="377"/>
                    <a:pt x="1274" y="0"/>
                    <a:pt x="81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9" name="Google Shape;1789;p38"/>
            <p:cNvSpPr/>
            <p:nvPr/>
          </p:nvSpPr>
          <p:spPr>
            <a:xfrm>
              <a:off x="1900215" y="1757066"/>
              <a:ext cx="50690" cy="49625"/>
            </a:xfrm>
            <a:custGeom>
              <a:rect b="b" l="l" r="r" t="t"/>
              <a:pathLst>
                <a:path extrusionOk="0" h="1622" w="1651">
                  <a:moveTo>
                    <a:pt x="840" y="0"/>
                  </a:moveTo>
                  <a:cubicBezTo>
                    <a:pt x="377" y="0"/>
                    <a:pt x="1" y="348"/>
                    <a:pt x="1" y="811"/>
                  </a:cubicBezTo>
                  <a:cubicBezTo>
                    <a:pt x="1" y="1245"/>
                    <a:pt x="377" y="1621"/>
                    <a:pt x="840" y="1621"/>
                  </a:cubicBezTo>
                  <a:cubicBezTo>
                    <a:pt x="1274" y="1621"/>
                    <a:pt x="1650" y="1245"/>
                    <a:pt x="1650" y="811"/>
                  </a:cubicBezTo>
                  <a:cubicBezTo>
                    <a:pt x="1650" y="348"/>
                    <a:pt x="1274" y="0"/>
                    <a:pt x="84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0" name="Google Shape;1790;p38"/>
            <p:cNvSpPr/>
            <p:nvPr/>
          </p:nvSpPr>
          <p:spPr>
            <a:xfrm>
              <a:off x="1727816" y="1928855"/>
              <a:ext cx="49799" cy="49625"/>
            </a:xfrm>
            <a:custGeom>
              <a:rect b="b" l="l" r="r" t="t"/>
              <a:pathLst>
                <a:path extrusionOk="0" h="1622" w="1622">
                  <a:moveTo>
                    <a:pt x="811" y="0"/>
                  </a:moveTo>
                  <a:cubicBezTo>
                    <a:pt x="348" y="0"/>
                    <a:pt x="1" y="377"/>
                    <a:pt x="1" y="811"/>
                  </a:cubicBezTo>
                  <a:cubicBezTo>
                    <a:pt x="1" y="1274"/>
                    <a:pt x="348" y="1621"/>
                    <a:pt x="811" y="1621"/>
                  </a:cubicBezTo>
                  <a:cubicBezTo>
                    <a:pt x="1245" y="1621"/>
                    <a:pt x="1622" y="1274"/>
                    <a:pt x="1622" y="811"/>
                  </a:cubicBezTo>
                  <a:cubicBezTo>
                    <a:pt x="1622" y="377"/>
                    <a:pt x="1245" y="0"/>
                    <a:pt x="81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1" name="Google Shape;1791;p38"/>
            <p:cNvSpPr/>
            <p:nvPr/>
          </p:nvSpPr>
          <p:spPr>
            <a:xfrm>
              <a:off x="2273444" y="2276840"/>
              <a:ext cx="785554" cy="31"/>
            </a:xfrm>
            <a:custGeom>
              <a:rect b="b" l="l" r="r" t="t"/>
              <a:pathLst>
                <a:path extrusionOk="0" fill="none" h="1" w="25586">
                  <a:moveTo>
                    <a:pt x="1" y="1"/>
                  </a:moveTo>
                  <a:lnTo>
                    <a:pt x="25586" y="1"/>
                  </a:lnTo>
                </a:path>
              </a:pathLst>
            </a:custGeom>
            <a:noFill/>
            <a:ln cap="flat" cmpd="sng" w="9400">
              <a:solidFill>
                <a:schemeClr val="lt1"/>
              </a:solidFill>
              <a:prstDash val="solid"/>
              <a:miter lim="289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2" name="Google Shape;1792;p38"/>
            <p:cNvSpPr/>
            <p:nvPr/>
          </p:nvSpPr>
          <p:spPr>
            <a:xfrm>
              <a:off x="2273444" y="2335276"/>
              <a:ext cx="792677" cy="31"/>
            </a:xfrm>
            <a:custGeom>
              <a:rect b="b" l="l" r="r" t="t"/>
              <a:pathLst>
                <a:path extrusionOk="0" fill="none" h="1" w="25818">
                  <a:moveTo>
                    <a:pt x="1" y="1"/>
                  </a:moveTo>
                  <a:lnTo>
                    <a:pt x="25817" y="1"/>
                  </a:lnTo>
                </a:path>
              </a:pathLst>
            </a:custGeom>
            <a:noFill/>
            <a:ln cap="flat" cmpd="sng" w="9400">
              <a:solidFill>
                <a:schemeClr val="lt1"/>
              </a:solidFill>
              <a:prstDash val="solid"/>
              <a:miter lim="289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3" name="Google Shape;1793;p38"/>
            <p:cNvSpPr/>
            <p:nvPr/>
          </p:nvSpPr>
          <p:spPr>
            <a:xfrm>
              <a:off x="2273444" y="2461907"/>
              <a:ext cx="785554" cy="31"/>
            </a:xfrm>
            <a:custGeom>
              <a:rect b="b" l="l" r="r" t="t"/>
              <a:pathLst>
                <a:path extrusionOk="0" fill="none" h="1" w="25586">
                  <a:moveTo>
                    <a:pt x="1" y="1"/>
                  </a:moveTo>
                  <a:lnTo>
                    <a:pt x="25586" y="1"/>
                  </a:lnTo>
                </a:path>
              </a:pathLst>
            </a:custGeom>
            <a:noFill/>
            <a:ln cap="flat" cmpd="sng" w="9400">
              <a:solidFill>
                <a:schemeClr val="lt1"/>
              </a:solidFill>
              <a:prstDash val="solid"/>
              <a:miter lim="289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4" name="Google Shape;1794;p38"/>
            <p:cNvSpPr/>
            <p:nvPr/>
          </p:nvSpPr>
          <p:spPr>
            <a:xfrm>
              <a:off x="2273444" y="2517712"/>
              <a:ext cx="785554" cy="31"/>
            </a:xfrm>
            <a:custGeom>
              <a:rect b="b" l="l" r="r" t="t"/>
              <a:pathLst>
                <a:path extrusionOk="0" fill="none" h="1" w="25586">
                  <a:moveTo>
                    <a:pt x="1" y="0"/>
                  </a:moveTo>
                  <a:lnTo>
                    <a:pt x="25586" y="0"/>
                  </a:lnTo>
                </a:path>
              </a:pathLst>
            </a:custGeom>
            <a:noFill/>
            <a:ln cap="flat" cmpd="sng" w="9400">
              <a:solidFill>
                <a:schemeClr val="lt1"/>
              </a:solidFill>
              <a:prstDash val="solid"/>
              <a:miter lim="289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5" name="Google Shape;1795;p38"/>
            <p:cNvSpPr/>
            <p:nvPr/>
          </p:nvSpPr>
          <p:spPr>
            <a:xfrm>
              <a:off x="2273444" y="2572599"/>
              <a:ext cx="785554" cy="31"/>
            </a:xfrm>
            <a:custGeom>
              <a:rect b="b" l="l" r="r" t="t"/>
              <a:pathLst>
                <a:path extrusionOk="0" fill="none" h="1" w="25586">
                  <a:moveTo>
                    <a:pt x="1" y="1"/>
                  </a:moveTo>
                  <a:lnTo>
                    <a:pt x="25586" y="1"/>
                  </a:lnTo>
                </a:path>
              </a:pathLst>
            </a:custGeom>
            <a:noFill/>
            <a:ln cap="flat" cmpd="sng" w="9400">
              <a:solidFill>
                <a:schemeClr val="lt1"/>
              </a:solidFill>
              <a:prstDash val="solid"/>
              <a:miter lim="289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6" name="Google Shape;1796;p38"/>
            <p:cNvSpPr/>
            <p:nvPr/>
          </p:nvSpPr>
          <p:spPr>
            <a:xfrm>
              <a:off x="2273444" y="2628373"/>
              <a:ext cx="785554" cy="31"/>
            </a:xfrm>
            <a:custGeom>
              <a:rect b="b" l="l" r="r" t="t"/>
              <a:pathLst>
                <a:path extrusionOk="0" fill="none" h="1" w="25586">
                  <a:moveTo>
                    <a:pt x="1" y="1"/>
                  </a:moveTo>
                  <a:lnTo>
                    <a:pt x="25586" y="1"/>
                  </a:lnTo>
                </a:path>
              </a:pathLst>
            </a:custGeom>
            <a:noFill/>
            <a:ln cap="flat" cmpd="sng" w="9400">
              <a:solidFill>
                <a:schemeClr val="lt1"/>
              </a:solidFill>
              <a:prstDash val="solid"/>
              <a:miter lim="289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7" name="Google Shape;1797;p38"/>
            <p:cNvSpPr/>
            <p:nvPr/>
          </p:nvSpPr>
          <p:spPr>
            <a:xfrm>
              <a:off x="2330090" y="2907306"/>
              <a:ext cx="61344" cy="156769"/>
            </a:xfrm>
            <a:custGeom>
              <a:rect b="b" l="l" r="r" t="t"/>
              <a:pathLst>
                <a:path extrusionOk="0" h="5124" w="1998">
                  <a:moveTo>
                    <a:pt x="0" y="1"/>
                  </a:moveTo>
                  <a:lnTo>
                    <a:pt x="0" y="5124"/>
                  </a:lnTo>
                  <a:lnTo>
                    <a:pt x="1997" y="5124"/>
                  </a:lnTo>
                  <a:lnTo>
                    <a:pt x="199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8" name="Google Shape;1798;p38"/>
            <p:cNvSpPr/>
            <p:nvPr/>
          </p:nvSpPr>
          <p:spPr>
            <a:xfrm>
              <a:off x="2443874" y="2818764"/>
              <a:ext cx="60453" cy="245311"/>
            </a:xfrm>
            <a:custGeom>
              <a:rect b="b" l="l" r="r" t="t"/>
              <a:pathLst>
                <a:path extrusionOk="0" h="8018" w="1969">
                  <a:moveTo>
                    <a:pt x="1" y="1"/>
                  </a:moveTo>
                  <a:lnTo>
                    <a:pt x="1" y="8018"/>
                  </a:lnTo>
                  <a:lnTo>
                    <a:pt x="1969" y="8018"/>
                  </a:lnTo>
                  <a:lnTo>
                    <a:pt x="19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9" name="Google Shape;1799;p38"/>
            <p:cNvSpPr/>
            <p:nvPr/>
          </p:nvSpPr>
          <p:spPr>
            <a:xfrm>
              <a:off x="2556767" y="2768283"/>
              <a:ext cx="61344" cy="295792"/>
            </a:xfrm>
            <a:custGeom>
              <a:rect b="b" l="l" r="r" t="t"/>
              <a:pathLst>
                <a:path extrusionOk="0" h="9668" w="1998">
                  <a:moveTo>
                    <a:pt x="0" y="1"/>
                  </a:moveTo>
                  <a:lnTo>
                    <a:pt x="0" y="9668"/>
                  </a:lnTo>
                  <a:lnTo>
                    <a:pt x="1997" y="9668"/>
                  </a:lnTo>
                  <a:lnTo>
                    <a:pt x="199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0" name="Google Shape;1800;p38"/>
            <p:cNvSpPr/>
            <p:nvPr/>
          </p:nvSpPr>
          <p:spPr>
            <a:xfrm>
              <a:off x="2784335" y="2768283"/>
              <a:ext cx="61344" cy="295792"/>
            </a:xfrm>
            <a:custGeom>
              <a:rect b="b" l="l" r="r" t="t"/>
              <a:pathLst>
                <a:path extrusionOk="0" h="9668" w="1998">
                  <a:moveTo>
                    <a:pt x="0" y="1"/>
                  </a:moveTo>
                  <a:lnTo>
                    <a:pt x="0" y="9668"/>
                  </a:lnTo>
                  <a:lnTo>
                    <a:pt x="1997" y="9668"/>
                  </a:lnTo>
                  <a:lnTo>
                    <a:pt x="199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1" name="Google Shape;1801;p38"/>
            <p:cNvSpPr/>
            <p:nvPr/>
          </p:nvSpPr>
          <p:spPr>
            <a:xfrm>
              <a:off x="2898118" y="2706298"/>
              <a:ext cx="60453" cy="357778"/>
            </a:xfrm>
            <a:custGeom>
              <a:rect b="b" l="l" r="r" t="t"/>
              <a:pathLst>
                <a:path extrusionOk="0" h="11694" w="1969">
                  <a:moveTo>
                    <a:pt x="1" y="1"/>
                  </a:moveTo>
                  <a:lnTo>
                    <a:pt x="1" y="11694"/>
                  </a:lnTo>
                  <a:lnTo>
                    <a:pt x="1969" y="11694"/>
                  </a:lnTo>
                  <a:lnTo>
                    <a:pt x="19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2" name="Google Shape;1802;p38"/>
            <p:cNvSpPr/>
            <p:nvPr/>
          </p:nvSpPr>
          <p:spPr>
            <a:xfrm>
              <a:off x="2670551" y="2677080"/>
              <a:ext cx="61344" cy="386996"/>
            </a:xfrm>
            <a:custGeom>
              <a:rect b="b" l="l" r="r" t="t"/>
              <a:pathLst>
                <a:path extrusionOk="0" h="12649" w="1998">
                  <a:moveTo>
                    <a:pt x="0" y="1"/>
                  </a:moveTo>
                  <a:lnTo>
                    <a:pt x="0" y="12649"/>
                  </a:lnTo>
                  <a:lnTo>
                    <a:pt x="1997" y="12649"/>
                  </a:lnTo>
                  <a:lnTo>
                    <a:pt x="199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3" name="Google Shape;1803;p38"/>
            <p:cNvSpPr/>
            <p:nvPr/>
          </p:nvSpPr>
          <p:spPr>
            <a:xfrm>
              <a:off x="2287660" y="3198629"/>
              <a:ext cx="598085" cy="162092"/>
            </a:xfrm>
            <a:custGeom>
              <a:rect b="b" l="l" r="r" t="t"/>
              <a:pathLst>
                <a:path extrusionOk="0" h="5298" w="19480">
                  <a:moveTo>
                    <a:pt x="1" y="1"/>
                  </a:moveTo>
                  <a:lnTo>
                    <a:pt x="1" y="5297"/>
                  </a:lnTo>
                  <a:lnTo>
                    <a:pt x="19479" y="5297"/>
                  </a:lnTo>
                  <a:lnTo>
                    <a:pt x="1947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4" name="Google Shape;1804;p38"/>
            <p:cNvSpPr/>
            <p:nvPr/>
          </p:nvSpPr>
          <p:spPr>
            <a:xfrm>
              <a:off x="2287660" y="3131351"/>
              <a:ext cx="821108" cy="31"/>
            </a:xfrm>
            <a:custGeom>
              <a:rect b="b" l="l" r="r" t="t"/>
              <a:pathLst>
                <a:path extrusionOk="0" fill="none" h="1" w="26744">
                  <a:moveTo>
                    <a:pt x="1" y="0"/>
                  </a:moveTo>
                  <a:lnTo>
                    <a:pt x="26744" y="0"/>
                  </a:lnTo>
                </a:path>
              </a:pathLst>
            </a:custGeom>
            <a:noFill/>
            <a:ln cap="flat" cmpd="sng" w="9400">
              <a:solidFill>
                <a:schemeClr val="lt1"/>
              </a:solidFill>
              <a:prstDash val="solid"/>
              <a:miter lim="289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5" name="Google Shape;1805;p38"/>
            <p:cNvSpPr/>
            <p:nvPr/>
          </p:nvSpPr>
          <p:spPr>
            <a:xfrm>
              <a:off x="2273444" y="3438614"/>
              <a:ext cx="835323" cy="31"/>
            </a:xfrm>
            <a:custGeom>
              <a:rect b="b" l="l" r="r" t="t"/>
              <a:pathLst>
                <a:path extrusionOk="0" fill="none" h="1" w="27207">
                  <a:moveTo>
                    <a:pt x="1" y="0"/>
                  </a:moveTo>
                  <a:lnTo>
                    <a:pt x="27207" y="0"/>
                  </a:lnTo>
                </a:path>
              </a:pathLst>
            </a:custGeom>
            <a:noFill/>
            <a:ln cap="flat" cmpd="sng" w="9400">
              <a:solidFill>
                <a:schemeClr val="lt1"/>
              </a:solidFill>
              <a:prstDash val="solid"/>
              <a:miter lim="289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6" name="Google Shape;1806;p38"/>
            <p:cNvSpPr/>
            <p:nvPr/>
          </p:nvSpPr>
          <p:spPr>
            <a:xfrm>
              <a:off x="2273444" y="3515651"/>
              <a:ext cx="835323" cy="918"/>
            </a:xfrm>
            <a:custGeom>
              <a:rect b="b" l="l" r="r" t="t"/>
              <a:pathLst>
                <a:path extrusionOk="0" fill="none" h="30" w="27207">
                  <a:moveTo>
                    <a:pt x="1" y="0"/>
                  </a:moveTo>
                  <a:cubicBezTo>
                    <a:pt x="406" y="29"/>
                    <a:pt x="27207" y="0"/>
                    <a:pt x="27207" y="0"/>
                  </a:cubicBezTo>
                </a:path>
              </a:pathLst>
            </a:custGeom>
            <a:noFill/>
            <a:ln cap="flat" cmpd="sng" w="9400">
              <a:solidFill>
                <a:schemeClr val="lt1"/>
              </a:solidFill>
              <a:prstDash val="solid"/>
              <a:miter lim="289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7" name="Google Shape;1807;p38"/>
            <p:cNvSpPr/>
            <p:nvPr/>
          </p:nvSpPr>
          <p:spPr>
            <a:xfrm>
              <a:off x="899625" y="2194510"/>
              <a:ext cx="1279619" cy="1693984"/>
            </a:xfrm>
            <a:custGeom>
              <a:rect b="b" l="l" r="r" t="t"/>
              <a:pathLst>
                <a:path extrusionOk="0" h="55368" w="41678">
                  <a:moveTo>
                    <a:pt x="0" y="0"/>
                  </a:moveTo>
                  <a:lnTo>
                    <a:pt x="0" y="55367"/>
                  </a:lnTo>
                  <a:lnTo>
                    <a:pt x="41678" y="55367"/>
                  </a:lnTo>
                  <a:lnTo>
                    <a:pt x="4167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8" name="Google Shape;1808;p38"/>
            <p:cNvSpPr/>
            <p:nvPr/>
          </p:nvSpPr>
          <p:spPr>
            <a:xfrm>
              <a:off x="977826" y="2276840"/>
              <a:ext cx="1140997" cy="370169"/>
            </a:xfrm>
            <a:custGeom>
              <a:rect b="b" l="l" r="r" t="t"/>
              <a:pathLst>
                <a:path extrusionOk="0" h="12099" w="37163">
                  <a:moveTo>
                    <a:pt x="0" y="1"/>
                  </a:moveTo>
                  <a:lnTo>
                    <a:pt x="0" y="12099"/>
                  </a:lnTo>
                  <a:lnTo>
                    <a:pt x="37163" y="12099"/>
                  </a:lnTo>
                  <a:lnTo>
                    <a:pt x="371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9" name="Google Shape;1809;p38"/>
            <p:cNvSpPr/>
            <p:nvPr/>
          </p:nvSpPr>
          <p:spPr>
            <a:xfrm>
              <a:off x="978717" y="2747050"/>
              <a:ext cx="1108115" cy="215205"/>
            </a:xfrm>
            <a:custGeom>
              <a:rect b="b" l="l" r="r" t="t"/>
              <a:pathLst>
                <a:path extrusionOk="0" h="7034" w="36092">
                  <a:moveTo>
                    <a:pt x="0" y="0"/>
                  </a:moveTo>
                  <a:lnTo>
                    <a:pt x="0" y="7033"/>
                  </a:lnTo>
                  <a:lnTo>
                    <a:pt x="36092" y="7033"/>
                  </a:lnTo>
                  <a:lnTo>
                    <a:pt x="3609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0" name="Google Shape;1810;p38"/>
            <p:cNvSpPr/>
            <p:nvPr/>
          </p:nvSpPr>
          <p:spPr>
            <a:xfrm>
              <a:off x="978717" y="3024208"/>
              <a:ext cx="1108115" cy="214318"/>
            </a:xfrm>
            <a:custGeom>
              <a:rect b="b" l="l" r="r" t="t"/>
              <a:pathLst>
                <a:path extrusionOk="0" h="7005" w="36092">
                  <a:moveTo>
                    <a:pt x="0" y="0"/>
                  </a:moveTo>
                  <a:lnTo>
                    <a:pt x="0" y="7004"/>
                  </a:lnTo>
                  <a:lnTo>
                    <a:pt x="36092" y="7004"/>
                  </a:lnTo>
                  <a:lnTo>
                    <a:pt x="3609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1" name="Google Shape;1811;p38"/>
            <p:cNvSpPr/>
            <p:nvPr/>
          </p:nvSpPr>
          <p:spPr>
            <a:xfrm>
              <a:off x="978717" y="3300478"/>
              <a:ext cx="1108115" cy="215205"/>
            </a:xfrm>
            <a:custGeom>
              <a:rect b="b" l="l" r="r" t="t"/>
              <a:pathLst>
                <a:path extrusionOk="0" h="7034" w="36092">
                  <a:moveTo>
                    <a:pt x="0" y="0"/>
                  </a:moveTo>
                  <a:lnTo>
                    <a:pt x="0" y="7033"/>
                  </a:lnTo>
                  <a:lnTo>
                    <a:pt x="36092" y="7033"/>
                  </a:lnTo>
                  <a:lnTo>
                    <a:pt x="3609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2" name="Google Shape;1812;p38"/>
            <p:cNvSpPr/>
            <p:nvPr/>
          </p:nvSpPr>
          <p:spPr>
            <a:xfrm>
              <a:off x="978717" y="3577636"/>
              <a:ext cx="1108115" cy="214318"/>
            </a:xfrm>
            <a:custGeom>
              <a:rect b="b" l="l" r="r" t="t"/>
              <a:pathLst>
                <a:path extrusionOk="0" h="7005" w="36092">
                  <a:moveTo>
                    <a:pt x="0" y="0"/>
                  </a:moveTo>
                  <a:lnTo>
                    <a:pt x="0" y="7004"/>
                  </a:lnTo>
                  <a:lnTo>
                    <a:pt x="36092" y="7004"/>
                  </a:lnTo>
                  <a:lnTo>
                    <a:pt x="3609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3" name="Google Shape;1813;p38"/>
            <p:cNvSpPr/>
            <p:nvPr/>
          </p:nvSpPr>
          <p:spPr>
            <a:xfrm>
              <a:off x="1208869" y="2706298"/>
              <a:ext cx="68467" cy="1130822"/>
            </a:xfrm>
            <a:custGeom>
              <a:rect b="b" l="l" r="r" t="t"/>
              <a:pathLst>
                <a:path extrusionOk="0" h="36961" w="2230">
                  <a:moveTo>
                    <a:pt x="0" y="1"/>
                  </a:moveTo>
                  <a:lnTo>
                    <a:pt x="0" y="36961"/>
                  </a:lnTo>
                  <a:lnTo>
                    <a:pt x="2229" y="36961"/>
                  </a:lnTo>
                  <a:lnTo>
                    <a:pt x="222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4" name="Google Shape;1814;p38"/>
            <p:cNvSpPr/>
            <p:nvPr/>
          </p:nvSpPr>
          <p:spPr>
            <a:xfrm>
              <a:off x="1509239" y="2706298"/>
              <a:ext cx="67545" cy="1130822"/>
            </a:xfrm>
            <a:custGeom>
              <a:rect b="b" l="l" r="r" t="t"/>
              <a:pathLst>
                <a:path extrusionOk="0" h="36961" w="2200">
                  <a:moveTo>
                    <a:pt x="0" y="1"/>
                  </a:moveTo>
                  <a:lnTo>
                    <a:pt x="0" y="36961"/>
                  </a:lnTo>
                  <a:lnTo>
                    <a:pt x="2200" y="36961"/>
                  </a:lnTo>
                  <a:lnTo>
                    <a:pt x="220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5" name="Google Shape;1815;p38"/>
            <p:cNvSpPr/>
            <p:nvPr/>
          </p:nvSpPr>
          <p:spPr>
            <a:xfrm>
              <a:off x="1798034" y="2706298"/>
              <a:ext cx="67546" cy="1130822"/>
            </a:xfrm>
            <a:custGeom>
              <a:rect b="b" l="l" r="r" t="t"/>
              <a:pathLst>
                <a:path extrusionOk="0" h="36961" w="2200">
                  <a:moveTo>
                    <a:pt x="0" y="1"/>
                  </a:moveTo>
                  <a:lnTo>
                    <a:pt x="0" y="36961"/>
                  </a:lnTo>
                  <a:lnTo>
                    <a:pt x="2200" y="36961"/>
                  </a:lnTo>
                  <a:lnTo>
                    <a:pt x="220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6" name="Google Shape;1816;p38"/>
            <p:cNvSpPr/>
            <p:nvPr/>
          </p:nvSpPr>
          <p:spPr>
            <a:xfrm>
              <a:off x="1327936" y="2854193"/>
              <a:ext cx="141324" cy="31"/>
            </a:xfrm>
            <a:custGeom>
              <a:rect b="b" l="l" r="r" t="t"/>
              <a:pathLst>
                <a:path extrusionOk="0" fill="none" h="1" w="4603">
                  <a:moveTo>
                    <a:pt x="1" y="0"/>
                  </a:moveTo>
                  <a:lnTo>
                    <a:pt x="4603" y="0"/>
                  </a:lnTo>
                </a:path>
              </a:pathLst>
            </a:custGeom>
            <a:noFill/>
            <a:ln cap="flat" cmpd="sng" w="36175">
              <a:solidFill>
                <a:schemeClr val="lt2"/>
              </a:solidFill>
              <a:prstDash val="solid"/>
              <a:miter lim="289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7" name="Google Shape;1817;p38"/>
            <p:cNvSpPr/>
            <p:nvPr/>
          </p:nvSpPr>
          <p:spPr>
            <a:xfrm>
              <a:off x="1327936" y="3131351"/>
              <a:ext cx="141324" cy="31"/>
            </a:xfrm>
            <a:custGeom>
              <a:rect b="b" l="l" r="r" t="t"/>
              <a:pathLst>
                <a:path extrusionOk="0" fill="none" h="1" w="4603">
                  <a:moveTo>
                    <a:pt x="1" y="0"/>
                  </a:moveTo>
                  <a:lnTo>
                    <a:pt x="4603" y="0"/>
                  </a:lnTo>
                </a:path>
              </a:pathLst>
            </a:custGeom>
            <a:noFill/>
            <a:ln cap="flat" cmpd="sng" w="36175">
              <a:solidFill>
                <a:schemeClr val="lt2"/>
              </a:solidFill>
              <a:prstDash val="solid"/>
              <a:miter lim="289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8" name="Google Shape;1818;p38"/>
            <p:cNvSpPr/>
            <p:nvPr/>
          </p:nvSpPr>
          <p:spPr>
            <a:xfrm>
              <a:off x="1361710" y="3043697"/>
              <a:ext cx="71997" cy="54918"/>
            </a:xfrm>
            <a:custGeom>
              <a:rect b="b" l="l" r="r" t="t"/>
              <a:pathLst>
                <a:path extrusionOk="0" h="1795" w="2345">
                  <a:moveTo>
                    <a:pt x="1187" y="0"/>
                  </a:moveTo>
                  <a:cubicBezTo>
                    <a:pt x="1" y="0"/>
                    <a:pt x="1" y="1794"/>
                    <a:pt x="1187" y="1794"/>
                  </a:cubicBezTo>
                  <a:cubicBezTo>
                    <a:pt x="2345" y="1794"/>
                    <a:pt x="2345" y="0"/>
                    <a:pt x="11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9" name="Google Shape;1819;p38"/>
            <p:cNvSpPr/>
            <p:nvPr/>
          </p:nvSpPr>
          <p:spPr>
            <a:xfrm>
              <a:off x="1361710" y="3165005"/>
              <a:ext cx="71997" cy="55805"/>
            </a:xfrm>
            <a:custGeom>
              <a:rect b="b" l="l" r="r" t="t"/>
              <a:pathLst>
                <a:path extrusionOk="0" h="1824" w="2345">
                  <a:moveTo>
                    <a:pt x="1187" y="0"/>
                  </a:moveTo>
                  <a:cubicBezTo>
                    <a:pt x="1" y="0"/>
                    <a:pt x="1" y="1824"/>
                    <a:pt x="1187" y="1824"/>
                  </a:cubicBezTo>
                  <a:cubicBezTo>
                    <a:pt x="2345" y="1824"/>
                    <a:pt x="2345" y="0"/>
                    <a:pt x="11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0" name="Google Shape;1820;p38"/>
            <p:cNvSpPr/>
            <p:nvPr/>
          </p:nvSpPr>
          <p:spPr>
            <a:xfrm>
              <a:off x="1865582" y="2747050"/>
              <a:ext cx="221273" cy="215205"/>
            </a:xfrm>
            <a:custGeom>
              <a:rect b="b" l="l" r="r" t="t"/>
              <a:pathLst>
                <a:path extrusionOk="0" h="7034" w="7207">
                  <a:moveTo>
                    <a:pt x="0" y="0"/>
                  </a:moveTo>
                  <a:lnTo>
                    <a:pt x="0" y="7033"/>
                  </a:lnTo>
                  <a:lnTo>
                    <a:pt x="7207" y="7033"/>
                  </a:lnTo>
                  <a:lnTo>
                    <a:pt x="720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1" name="Google Shape;1821;p38"/>
            <p:cNvSpPr/>
            <p:nvPr/>
          </p:nvSpPr>
          <p:spPr>
            <a:xfrm>
              <a:off x="1865582" y="3024208"/>
              <a:ext cx="221273" cy="214318"/>
            </a:xfrm>
            <a:custGeom>
              <a:rect b="b" l="l" r="r" t="t"/>
              <a:pathLst>
                <a:path extrusionOk="0" h="7005" w="7207">
                  <a:moveTo>
                    <a:pt x="0" y="0"/>
                  </a:moveTo>
                  <a:lnTo>
                    <a:pt x="0" y="7004"/>
                  </a:lnTo>
                  <a:lnTo>
                    <a:pt x="7207" y="7004"/>
                  </a:lnTo>
                  <a:lnTo>
                    <a:pt x="720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2" name="Google Shape;1822;p38"/>
            <p:cNvSpPr/>
            <p:nvPr/>
          </p:nvSpPr>
          <p:spPr>
            <a:xfrm>
              <a:off x="1865582" y="3300478"/>
              <a:ext cx="221273" cy="215205"/>
            </a:xfrm>
            <a:custGeom>
              <a:rect b="b" l="l" r="r" t="t"/>
              <a:pathLst>
                <a:path extrusionOk="0" h="7034" w="7207">
                  <a:moveTo>
                    <a:pt x="0" y="0"/>
                  </a:moveTo>
                  <a:lnTo>
                    <a:pt x="0" y="7033"/>
                  </a:lnTo>
                  <a:lnTo>
                    <a:pt x="7207" y="7033"/>
                  </a:lnTo>
                  <a:lnTo>
                    <a:pt x="720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3" name="Google Shape;1823;p38"/>
            <p:cNvSpPr/>
            <p:nvPr/>
          </p:nvSpPr>
          <p:spPr>
            <a:xfrm>
              <a:off x="2273444" y="2706298"/>
              <a:ext cx="737566" cy="357778"/>
            </a:xfrm>
            <a:custGeom>
              <a:rect b="b" l="l" r="r" t="t"/>
              <a:pathLst>
                <a:path extrusionOk="0" fill="none" h="11694" w="24023">
                  <a:moveTo>
                    <a:pt x="1" y="1"/>
                  </a:moveTo>
                  <a:lnTo>
                    <a:pt x="1" y="11694"/>
                  </a:lnTo>
                  <a:lnTo>
                    <a:pt x="24023" y="11694"/>
                  </a:lnTo>
                </a:path>
              </a:pathLst>
            </a:custGeom>
            <a:noFill/>
            <a:ln cap="flat" cmpd="sng" w="9400">
              <a:solidFill>
                <a:schemeClr val="lt1"/>
              </a:solidFill>
              <a:prstDash val="solid"/>
              <a:miter lim="289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4" name="Google Shape;1824;p38"/>
            <p:cNvSpPr/>
            <p:nvPr/>
          </p:nvSpPr>
          <p:spPr>
            <a:xfrm>
              <a:off x="1031335" y="2329396"/>
              <a:ext cx="1033979" cy="26000"/>
            </a:xfrm>
            <a:custGeom>
              <a:rect b="b" l="l" r="r" t="t"/>
              <a:pathLst>
                <a:path extrusionOk="0" h="408" w="11548">
                  <a:moveTo>
                    <a:pt x="198" y="1"/>
                  </a:moveTo>
                  <a:cubicBezTo>
                    <a:pt x="88" y="1"/>
                    <a:pt x="0" y="88"/>
                    <a:pt x="0" y="198"/>
                  </a:cubicBezTo>
                  <a:cubicBezTo>
                    <a:pt x="0" y="308"/>
                    <a:pt x="88" y="407"/>
                    <a:pt x="198" y="407"/>
                  </a:cubicBezTo>
                  <a:lnTo>
                    <a:pt x="11349" y="407"/>
                  </a:lnTo>
                  <a:cubicBezTo>
                    <a:pt x="11459" y="407"/>
                    <a:pt x="11547" y="308"/>
                    <a:pt x="11547" y="198"/>
                  </a:cubicBezTo>
                  <a:cubicBezTo>
                    <a:pt x="11547" y="88"/>
                    <a:pt x="11459" y="1"/>
                    <a:pt x="11349" y="1"/>
                  </a:cubicBezTo>
                  <a:close/>
                </a:path>
              </a:pathLst>
            </a:custGeom>
            <a:solidFill>
              <a:srgbClr val="FFFFFF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8" name="Shape 1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9" name="Google Shape;1829;p39"/>
          <p:cNvSpPr txBox="1"/>
          <p:nvPr>
            <p:ph type="title"/>
          </p:nvPr>
        </p:nvSpPr>
        <p:spPr>
          <a:xfrm>
            <a:off x="713225" y="567263"/>
            <a:ext cx="7717500" cy="7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are they related?</a:t>
            </a:r>
            <a:endParaRPr/>
          </a:p>
        </p:txBody>
      </p:sp>
      <p:graphicFrame>
        <p:nvGraphicFramePr>
          <p:cNvPr id="1830" name="Google Shape;1830;p39"/>
          <p:cNvGraphicFramePr/>
          <p:nvPr/>
        </p:nvGraphicFramePr>
        <p:xfrm>
          <a:off x="1130125" y="156516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{D8B9355E-9EA4-46E2-9EB2-BAF3B75FDA97}</a:tableStyleId>
              </a:tblPr>
              <a:tblGrid>
                <a:gridCol w="3261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Engineering Economics</a:t>
                      </a:r>
                      <a:endParaRPr b="1"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6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The process of making decisions on engineering projects based on their financial and economic consequences.</a:t>
                      </a:r>
                      <a:endParaRPr sz="12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831" name="Google Shape;1831;p39"/>
          <p:cNvGraphicFramePr/>
          <p:nvPr/>
        </p:nvGraphicFramePr>
        <p:xfrm>
          <a:off x="4726975" y="291411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{D8B9355E-9EA4-46E2-9EB2-BAF3B75FDA97}</a:tableStyleId>
              </a:tblPr>
              <a:tblGrid>
                <a:gridCol w="3261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Time Value of Money </a:t>
                      </a:r>
                      <a:endParaRPr b="1"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6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The process of making decisions on engineering projects based on their financial and economic consequences.</a:t>
                      </a:r>
                      <a:endParaRPr sz="12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32" name="Google Shape;1832;p39"/>
          <p:cNvSpPr/>
          <p:nvPr/>
        </p:nvSpPr>
        <p:spPr>
          <a:xfrm>
            <a:off x="4391800" y="2139266"/>
            <a:ext cx="1763444" cy="774878"/>
          </a:xfrm>
          <a:custGeom>
            <a:rect b="b" l="l" r="r" t="t"/>
            <a:pathLst>
              <a:path extrusionOk="0" h="30471" w="63308">
                <a:moveTo>
                  <a:pt x="0" y="507"/>
                </a:moveTo>
                <a:cubicBezTo>
                  <a:pt x="6487" y="507"/>
                  <a:pt x="29759" y="-574"/>
                  <a:pt x="38924" y="507"/>
                </a:cubicBezTo>
                <a:cubicBezTo>
                  <a:pt x="48089" y="1588"/>
                  <a:pt x="50972" y="4626"/>
                  <a:pt x="54988" y="6994"/>
                </a:cubicBezTo>
                <a:cubicBezTo>
                  <a:pt x="59004" y="9362"/>
                  <a:pt x="61989" y="10804"/>
                  <a:pt x="63019" y="14717"/>
                </a:cubicBezTo>
                <a:cubicBezTo>
                  <a:pt x="64049" y="18630"/>
                  <a:pt x="61475" y="27846"/>
                  <a:pt x="61166" y="30472"/>
                </a:cubicBezTo>
              </a:path>
            </a:pathLst>
          </a:cu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1833" name="Google Shape;1833;p39"/>
          <p:cNvSpPr/>
          <p:nvPr/>
        </p:nvSpPr>
        <p:spPr>
          <a:xfrm>
            <a:off x="2590421" y="2919289"/>
            <a:ext cx="2151475" cy="773575"/>
          </a:xfrm>
          <a:custGeom>
            <a:rect b="b" l="l" r="r" t="t"/>
            <a:pathLst>
              <a:path extrusionOk="0" h="30943" w="86059">
                <a:moveTo>
                  <a:pt x="180" y="0"/>
                </a:moveTo>
                <a:cubicBezTo>
                  <a:pt x="180" y="1905"/>
                  <a:pt x="-180" y="7569"/>
                  <a:pt x="180" y="11430"/>
                </a:cubicBezTo>
                <a:cubicBezTo>
                  <a:pt x="540" y="15292"/>
                  <a:pt x="437" y="20234"/>
                  <a:pt x="2342" y="23169"/>
                </a:cubicBezTo>
                <a:cubicBezTo>
                  <a:pt x="4247" y="26104"/>
                  <a:pt x="7646" y="27751"/>
                  <a:pt x="11610" y="29038"/>
                </a:cubicBezTo>
                <a:cubicBezTo>
                  <a:pt x="15575" y="30325"/>
                  <a:pt x="13721" y="30789"/>
                  <a:pt x="26129" y="30892"/>
                </a:cubicBezTo>
                <a:cubicBezTo>
                  <a:pt x="38537" y="30995"/>
                  <a:pt x="76071" y="29862"/>
                  <a:pt x="86059" y="29656"/>
                </a:cubicBezTo>
              </a:path>
            </a:pathLst>
          </a:custGeom>
          <a:noFill/>
          <a:ln cap="flat" cmpd="sng" w="3810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7" name="Shape 1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8" name="Google Shape;1838;p40"/>
          <p:cNvSpPr txBox="1"/>
          <p:nvPr>
            <p:ph idx="1" type="body"/>
          </p:nvPr>
        </p:nvSpPr>
        <p:spPr>
          <a:xfrm>
            <a:off x="1207300" y="1761941"/>
            <a:ext cx="3763200" cy="23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Interest is calculated only on the original principal amount.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exhibits a linear growth pattern.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Interest = P x i x n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800"/>
              <a:t>Future Amount = P x (1 + i x n)</a:t>
            </a:r>
            <a:endParaRPr sz="1800"/>
          </a:p>
        </p:txBody>
      </p:sp>
      <p:sp>
        <p:nvSpPr>
          <p:cNvPr id="1839" name="Google Shape;1839;p40"/>
          <p:cNvSpPr txBox="1"/>
          <p:nvPr>
            <p:ph type="title"/>
          </p:nvPr>
        </p:nvSpPr>
        <p:spPr>
          <a:xfrm>
            <a:off x="713225" y="520925"/>
            <a:ext cx="7717500" cy="7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Simple Interest (SI)</a:t>
            </a:r>
            <a:endParaRPr/>
          </a:p>
        </p:txBody>
      </p:sp>
      <p:grpSp>
        <p:nvGrpSpPr>
          <p:cNvPr id="1840" name="Google Shape;1840;p40"/>
          <p:cNvGrpSpPr/>
          <p:nvPr/>
        </p:nvGrpSpPr>
        <p:grpSpPr>
          <a:xfrm>
            <a:off x="5529421" y="1565592"/>
            <a:ext cx="2518161" cy="2711662"/>
            <a:chOff x="5463052" y="1820750"/>
            <a:chExt cx="2650975" cy="2854681"/>
          </a:xfrm>
        </p:grpSpPr>
        <p:sp>
          <p:nvSpPr>
            <p:cNvPr id="1841" name="Google Shape;1841;p40"/>
            <p:cNvSpPr/>
            <p:nvPr/>
          </p:nvSpPr>
          <p:spPr>
            <a:xfrm>
              <a:off x="5771523" y="4541717"/>
              <a:ext cx="2031355" cy="133714"/>
            </a:xfrm>
            <a:custGeom>
              <a:rect b="b" l="l" r="r" t="t"/>
              <a:pathLst>
                <a:path extrusionOk="0" h="2014" w="30595">
                  <a:moveTo>
                    <a:pt x="15297" y="1"/>
                  </a:moveTo>
                  <a:cubicBezTo>
                    <a:pt x="6852" y="1"/>
                    <a:pt x="0" y="452"/>
                    <a:pt x="0" y="1001"/>
                  </a:cubicBezTo>
                  <a:cubicBezTo>
                    <a:pt x="0" y="1562"/>
                    <a:pt x="6852" y="2013"/>
                    <a:pt x="15297" y="2013"/>
                  </a:cubicBezTo>
                  <a:cubicBezTo>
                    <a:pt x="23743" y="2013"/>
                    <a:pt x="30595" y="1562"/>
                    <a:pt x="30595" y="1001"/>
                  </a:cubicBezTo>
                  <a:cubicBezTo>
                    <a:pt x="30595" y="452"/>
                    <a:pt x="23743" y="1"/>
                    <a:pt x="15297" y="1"/>
                  </a:cubicBezTo>
                  <a:close/>
                </a:path>
              </a:pathLst>
            </a:custGeom>
            <a:solidFill>
              <a:srgbClr val="000000">
                <a:alpha val="119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2" name="Google Shape;1842;p40"/>
            <p:cNvSpPr/>
            <p:nvPr/>
          </p:nvSpPr>
          <p:spPr>
            <a:xfrm>
              <a:off x="5971213" y="1820750"/>
              <a:ext cx="1632000" cy="2787900"/>
            </a:xfrm>
            <a:prstGeom prst="roundRect">
              <a:avLst>
                <a:gd fmla="val 8564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3" name="Google Shape;1843;p40"/>
            <p:cNvSpPr/>
            <p:nvPr/>
          </p:nvSpPr>
          <p:spPr>
            <a:xfrm>
              <a:off x="6040488" y="2090651"/>
              <a:ext cx="1493424" cy="2208177"/>
            </a:xfrm>
            <a:custGeom>
              <a:rect b="b" l="l" r="r" t="t"/>
              <a:pathLst>
                <a:path extrusionOk="0" h="12748" w="9357">
                  <a:moveTo>
                    <a:pt x="1" y="0"/>
                  </a:moveTo>
                  <a:lnTo>
                    <a:pt x="1" y="12747"/>
                  </a:lnTo>
                  <a:lnTo>
                    <a:pt x="9357" y="12747"/>
                  </a:lnTo>
                  <a:lnTo>
                    <a:pt x="935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4" name="Google Shape;1844;p40"/>
            <p:cNvSpPr/>
            <p:nvPr/>
          </p:nvSpPr>
          <p:spPr>
            <a:xfrm>
              <a:off x="6621780" y="1955615"/>
              <a:ext cx="330861" cy="55064"/>
            </a:xfrm>
            <a:custGeom>
              <a:rect b="b" l="l" r="r" t="t"/>
              <a:pathLst>
                <a:path extrusionOk="0" h="345" w="2073">
                  <a:moveTo>
                    <a:pt x="168" y="1"/>
                  </a:moveTo>
                  <a:cubicBezTo>
                    <a:pt x="75" y="1"/>
                    <a:pt x="1" y="75"/>
                    <a:pt x="1" y="177"/>
                  </a:cubicBezTo>
                  <a:cubicBezTo>
                    <a:pt x="1" y="270"/>
                    <a:pt x="75" y="344"/>
                    <a:pt x="168" y="344"/>
                  </a:cubicBezTo>
                  <a:lnTo>
                    <a:pt x="1905" y="344"/>
                  </a:lnTo>
                  <a:cubicBezTo>
                    <a:pt x="1998" y="344"/>
                    <a:pt x="2073" y="270"/>
                    <a:pt x="2073" y="177"/>
                  </a:cubicBezTo>
                  <a:cubicBezTo>
                    <a:pt x="2073" y="75"/>
                    <a:pt x="1998" y="1"/>
                    <a:pt x="19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5" name="Google Shape;1845;p40"/>
            <p:cNvSpPr/>
            <p:nvPr/>
          </p:nvSpPr>
          <p:spPr>
            <a:xfrm>
              <a:off x="6690650" y="4366062"/>
              <a:ext cx="193149" cy="175426"/>
            </a:xfrm>
            <a:custGeom>
              <a:rect b="b" l="l" r="r" t="t"/>
              <a:pathLst>
                <a:path extrusionOk="0" h="1672" w="1841">
                  <a:moveTo>
                    <a:pt x="908" y="0"/>
                  </a:moveTo>
                  <a:cubicBezTo>
                    <a:pt x="535" y="0"/>
                    <a:pt x="198" y="260"/>
                    <a:pt x="103" y="647"/>
                  </a:cubicBezTo>
                  <a:cubicBezTo>
                    <a:pt x="1" y="1093"/>
                    <a:pt x="280" y="1539"/>
                    <a:pt x="726" y="1651"/>
                  </a:cubicBezTo>
                  <a:cubicBezTo>
                    <a:pt x="789" y="1665"/>
                    <a:pt x="853" y="1672"/>
                    <a:pt x="915" y="1672"/>
                  </a:cubicBezTo>
                  <a:cubicBezTo>
                    <a:pt x="1299" y="1672"/>
                    <a:pt x="1641" y="1412"/>
                    <a:pt x="1729" y="1028"/>
                  </a:cubicBezTo>
                  <a:cubicBezTo>
                    <a:pt x="1841" y="573"/>
                    <a:pt x="1562" y="127"/>
                    <a:pt x="1107" y="25"/>
                  </a:cubicBezTo>
                  <a:cubicBezTo>
                    <a:pt x="1040" y="8"/>
                    <a:pt x="974" y="0"/>
                    <a:pt x="90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46" name="Google Shape;1846;p40"/>
            <p:cNvGrpSpPr/>
            <p:nvPr/>
          </p:nvGrpSpPr>
          <p:grpSpPr>
            <a:xfrm rot="-1624008">
              <a:off x="7126236" y="2393572"/>
              <a:ext cx="842298" cy="842227"/>
              <a:chOff x="2964656" y="1352909"/>
              <a:chExt cx="530331" cy="530286"/>
            </a:xfrm>
          </p:grpSpPr>
          <p:sp>
            <p:nvSpPr>
              <p:cNvPr id="1847" name="Google Shape;1847;p40"/>
              <p:cNvSpPr/>
              <p:nvPr/>
            </p:nvSpPr>
            <p:spPr>
              <a:xfrm>
                <a:off x="2964656" y="1352909"/>
                <a:ext cx="530331" cy="530286"/>
              </a:xfrm>
              <a:custGeom>
                <a:rect b="b" l="l" r="r" t="t"/>
                <a:pathLst>
                  <a:path extrusionOk="0" h="8953" w="8953">
                    <a:moveTo>
                      <a:pt x="4477" y="1"/>
                    </a:moveTo>
                    <a:cubicBezTo>
                      <a:pt x="2002" y="1"/>
                      <a:pt x="1" y="2002"/>
                      <a:pt x="1" y="4477"/>
                    </a:cubicBezTo>
                    <a:cubicBezTo>
                      <a:pt x="1" y="6951"/>
                      <a:pt x="2002" y="8952"/>
                      <a:pt x="4477" y="8952"/>
                    </a:cubicBezTo>
                    <a:cubicBezTo>
                      <a:pt x="6951" y="8952"/>
                      <a:pt x="8952" y="6951"/>
                      <a:pt x="8952" y="4477"/>
                    </a:cubicBezTo>
                    <a:cubicBezTo>
                      <a:pt x="8952" y="2002"/>
                      <a:pt x="6951" y="1"/>
                      <a:pt x="447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8" name="Google Shape;1848;p40"/>
              <p:cNvSpPr/>
              <p:nvPr/>
            </p:nvSpPr>
            <p:spPr>
              <a:xfrm>
                <a:off x="2964656" y="1352909"/>
                <a:ext cx="530331" cy="530286"/>
              </a:xfrm>
              <a:custGeom>
                <a:rect b="b" l="l" r="r" t="t"/>
                <a:pathLst>
                  <a:path extrusionOk="0" h="8953" w="8953">
                    <a:moveTo>
                      <a:pt x="4477" y="1"/>
                    </a:moveTo>
                    <a:cubicBezTo>
                      <a:pt x="2002" y="1"/>
                      <a:pt x="1" y="2002"/>
                      <a:pt x="1" y="4477"/>
                    </a:cubicBezTo>
                    <a:cubicBezTo>
                      <a:pt x="1" y="6951"/>
                      <a:pt x="2002" y="8952"/>
                      <a:pt x="4477" y="8952"/>
                    </a:cubicBezTo>
                    <a:cubicBezTo>
                      <a:pt x="6951" y="8952"/>
                      <a:pt x="8952" y="6951"/>
                      <a:pt x="8952" y="4477"/>
                    </a:cubicBezTo>
                    <a:cubicBezTo>
                      <a:pt x="8952" y="2002"/>
                      <a:pt x="6951" y="1"/>
                      <a:pt x="4477" y="1"/>
                    </a:cubicBezTo>
                    <a:close/>
                  </a:path>
                </a:pathLst>
              </a:custGeom>
              <a:solidFill>
                <a:srgbClr val="000000">
                  <a:alpha val="119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9" name="Google Shape;1849;p40"/>
              <p:cNvSpPr/>
              <p:nvPr/>
            </p:nvSpPr>
            <p:spPr>
              <a:xfrm>
                <a:off x="2993976" y="1382229"/>
                <a:ext cx="471688" cy="471648"/>
              </a:xfrm>
              <a:custGeom>
                <a:rect b="b" l="l" r="r" t="t"/>
                <a:pathLst>
                  <a:path extrusionOk="0" h="7963" w="7963">
                    <a:moveTo>
                      <a:pt x="3982" y="1"/>
                    </a:moveTo>
                    <a:cubicBezTo>
                      <a:pt x="1782" y="1"/>
                      <a:pt x="1" y="1782"/>
                      <a:pt x="1" y="3982"/>
                    </a:cubicBezTo>
                    <a:cubicBezTo>
                      <a:pt x="1" y="6181"/>
                      <a:pt x="1782" y="7963"/>
                      <a:pt x="3982" y="7963"/>
                    </a:cubicBezTo>
                    <a:cubicBezTo>
                      <a:pt x="6181" y="7963"/>
                      <a:pt x="7963" y="6181"/>
                      <a:pt x="7963" y="3982"/>
                    </a:cubicBezTo>
                    <a:cubicBezTo>
                      <a:pt x="7963" y="1782"/>
                      <a:pt x="6181" y="1"/>
                      <a:pt x="398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0" name="Google Shape;1850;p40"/>
              <p:cNvSpPr/>
              <p:nvPr/>
            </p:nvSpPr>
            <p:spPr>
              <a:xfrm>
                <a:off x="3060435" y="1382229"/>
                <a:ext cx="338765" cy="88430"/>
              </a:xfrm>
              <a:custGeom>
                <a:rect b="b" l="l" r="r" t="t"/>
                <a:pathLst>
                  <a:path extrusionOk="0" h="1493" w="5719">
                    <a:moveTo>
                      <a:pt x="2860" y="1"/>
                    </a:moveTo>
                    <a:cubicBezTo>
                      <a:pt x="1782" y="1"/>
                      <a:pt x="792" y="441"/>
                      <a:pt x="77" y="1133"/>
                    </a:cubicBezTo>
                    <a:cubicBezTo>
                      <a:pt x="0" y="1221"/>
                      <a:pt x="0" y="1342"/>
                      <a:pt x="66" y="1430"/>
                    </a:cubicBezTo>
                    <a:cubicBezTo>
                      <a:pt x="112" y="1470"/>
                      <a:pt x="169" y="1492"/>
                      <a:pt x="224" y="1492"/>
                    </a:cubicBezTo>
                    <a:cubicBezTo>
                      <a:pt x="276" y="1492"/>
                      <a:pt x="326" y="1473"/>
                      <a:pt x="363" y="1430"/>
                    </a:cubicBezTo>
                    <a:cubicBezTo>
                      <a:pt x="1012" y="803"/>
                      <a:pt x="1892" y="408"/>
                      <a:pt x="2860" y="408"/>
                    </a:cubicBezTo>
                    <a:cubicBezTo>
                      <a:pt x="3827" y="408"/>
                      <a:pt x="4707" y="803"/>
                      <a:pt x="5356" y="1430"/>
                    </a:cubicBezTo>
                    <a:cubicBezTo>
                      <a:pt x="5393" y="1473"/>
                      <a:pt x="5446" y="1492"/>
                      <a:pt x="5499" y="1492"/>
                    </a:cubicBezTo>
                    <a:cubicBezTo>
                      <a:pt x="5556" y="1492"/>
                      <a:pt x="5613" y="1470"/>
                      <a:pt x="5653" y="1430"/>
                    </a:cubicBezTo>
                    <a:cubicBezTo>
                      <a:pt x="5719" y="1342"/>
                      <a:pt x="5719" y="1221"/>
                      <a:pt x="5642" y="1133"/>
                    </a:cubicBezTo>
                    <a:cubicBezTo>
                      <a:pt x="4927" y="441"/>
                      <a:pt x="3948" y="1"/>
                      <a:pt x="2860" y="1"/>
                    </a:cubicBezTo>
                    <a:close/>
                  </a:path>
                </a:pathLst>
              </a:custGeom>
              <a:solidFill>
                <a:srgbClr val="FFFFFF">
                  <a:alpha val="289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1" name="Google Shape;1851;p40"/>
              <p:cNvSpPr/>
              <p:nvPr/>
            </p:nvSpPr>
            <p:spPr>
              <a:xfrm>
                <a:off x="3033069" y="1716417"/>
                <a:ext cx="393498" cy="127048"/>
              </a:xfrm>
              <a:custGeom>
                <a:rect b="b" l="l" r="r" t="t"/>
                <a:pathLst>
                  <a:path extrusionOk="0" h="2145" w="6643">
                    <a:moveTo>
                      <a:pt x="231" y="0"/>
                    </a:moveTo>
                    <a:lnTo>
                      <a:pt x="231" y="11"/>
                    </a:lnTo>
                    <a:cubicBezTo>
                      <a:pt x="187" y="11"/>
                      <a:pt x="154" y="11"/>
                      <a:pt x="121" y="33"/>
                    </a:cubicBezTo>
                    <a:cubicBezTo>
                      <a:pt x="33" y="88"/>
                      <a:pt x="0" y="209"/>
                      <a:pt x="55" y="297"/>
                    </a:cubicBezTo>
                    <a:cubicBezTo>
                      <a:pt x="759" y="1452"/>
                      <a:pt x="1969" y="2145"/>
                      <a:pt x="3322" y="2145"/>
                    </a:cubicBezTo>
                    <a:cubicBezTo>
                      <a:pt x="4674" y="2145"/>
                      <a:pt x="5884" y="1452"/>
                      <a:pt x="6588" y="297"/>
                    </a:cubicBezTo>
                    <a:cubicBezTo>
                      <a:pt x="6643" y="209"/>
                      <a:pt x="6610" y="88"/>
                      <a:pt x="6522" y="33"/>
                    </a:cubicBezTo>
                    <a:cubicBezTo>
                      <a:pt x="6489" y="15"/>
                      <a:pt x="6453" y="6"/>
                      <a:pt x="6419" y="6"/>
                    </a:cubicBezTo>
                    <a:cubicBezTo>
                      <a:pt x="6349" y="6"/>
                      <a:pt x="6283" y="41"/>
                      <a:pt x="6247" y="99"/>
                    </a:cubicBezTo>
                    <a:cubicBezTo>
                      <a:pt x="5631" y="1133"/>
                      <a:pt x="4531" y="1760"/>
                      <a:pt x="3322" y="1760"/>
                    </a:cubicBezTo>
                    <a:cubicBezTo>
                      <a:pt x="2112" y="1760"/>
                      <a:pt x="1012" y="1133"/>
                      <a:pt x="396" y="99"/>
                    </a:cubicBezTo>
                    <a:cubicBezTo>
                      <a:pt x="352" y="33"/>
                      <a:pt x="297" y="0"/>
                      <a:pt x="231" y="0"/>
                    </a:cubicBezTo>
                    <a:close/>
                  </a:path>
                </a:pathLst>
              </a:custGeom>
              <a:solidFill>
                <a:srgbClr val="FFFFFF">
                  <a:alpha val="289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2" name="Google Shape;1852;p40"/>
              <p:cNvSpPr/>
              <p:nvPr/>
            </p:nvSpPr>
            <p:spPr>
              <a:xfrm>
                <a:off x="3132699" y="1464976"/>
                <a:ext cx="195535" cy="321145"/>
              </a:xfrm>
              <a:custGeom>
                <a:rect b="b" l="l" r="r" t="t"/>
                <a:pathLst>
                  <a:path extrusionOk="0" h="5422" w="3301">
                    <a:moveTo>
                      <a:pt x="1563" y="0"/>
                    </a:moveTo>
                    <a:cubicBezTo>
                      <a:pt x="1398" y="0"/>
                      <a:pt x="1266" y="121"/>
                      <a:pt x="1266" y="286"/>
                    </a:cubicBezTo>
                    <a:lnTo>
                      <a:pt x="1266" y="297"/>
                    </a:lnTo>
                    <a:cubicBezTo>
                      <a:pt x="1266" y="418"/>
                      <a:pt x="1189" y="539"/>
                      <a:pt x="1057" y="572"/>
                    </a:cubicBezTo>
                    <a:cubicBezTo>
                      <a:pt x="980" y="594"/>
                      <a:pt x="914" y="616"/>
                      <a:pt x="848" y="649"/>
                    </a:cubicBezTo>
                    <a:cubicBezTo>
                      <a:pt x="617" y="748"/>
                      <a:pt x="452" y="902"/>
                      <a:pt x="320" y="1089"/>
                    </a:cubicBezTo>
                    <a:cubicBezTo>
                      <a:pt x="199" y="1276"/>
                      <a:pt x="133" y="1507"/>
                      <a:pt x="133" y="1771"/>
                    </a:cubicBezTo>
                    <a:cubicBezTo>
                      <a:pt x="133" y="2321"/>
                      <a:pt x="441" y="2684"/>
                      <a:pt x="1046" y="2882"/>
                    </a:cubicBezTo>
                    <a:lnTo>
                      <a:pt x="2101" y="3200"/>
                    </a:lnTo>
                    <a:cubicBezTo>
                      <a:pt x="2244" y="3244"/>
                      <a:pt x="2343" y="3299"/>
                      <a:pt x="2409" y="3365"/>
                    </a:cubicBezTo>
                    <a:cubicBezTo>
                      <a:pt x="2475" y="3431"/>
                      <a:pt x="2497" y="3519"/>
                      <a:pt x="2497" y="3629"/>
                    </a:cubicBezTo>
                    <a:cubicBezTo>
                      <a:pt x="2497" y="3783"/>
                      <a:pt x="2431" y="3904"/>
                      <a:pt x="2277" y="4014"/>
                    </a:cubicBezTo>
                    <a:cubicBezTo>
                      <a:pt x="2134" y="4113"/>
                      <a:pt x="1947" y="4168"/>
                      <a:pt x="1728" y="4168"/>
                    </a:cubicBezTo>
                    <a:cubicBezTo>
                      <a:pt x="1486" y="4168"/>
                      <a:pt x="1288" y="4102"/>
                      <a:pt x="1112" y="3959"/>
                    </a:cubicBezTo>
                    <a:cubicBezTo>
                      <a:pt x="1002" y="3871"/>
                      <a:pt x="914" y="3750"/>
                      <a:pt x="848" y="3618"/>
                    </a:cubicBezTo>
                    <a:cubicBezTo>
                      <a:pt x="799" y="3511"/>
                      <a:pt x="690" y="3439"/>
                      <a:pt x="582" y="3439"/>
                    </a:cubicBezTo>
                    <a:cubicBezTo>
                      <a:pt x="568" y="3439"/>
                      <a:pt x="554" y="3440"/>
                      <a:pt x="540" y="3442"/>
                    </a:cubicBezTo>
                    <a:lnTo>
                      <a:pt x="287" y="3486"/>
                    </a:lnTo>
                    <a:cubicBezTo>
                      <a:pt x="111" y="3508"/>
                      <a:pt x="1" y="3695"/>
                      <a:pt x="56" y="3871"/>
                    </a:cubicBezTo>
                    <a:cubicBezTo>
                      <a:pt x="111" y="4014"/>
                      <a:pt x="177" y="4146"/>
                      <a:pt x="265" y="4267"/>
                    </a:cubicBezTo>
                    <a:cubicBezTo>
                      <a:pt x="419" y="4476"/>
                      <a:pt x="617" y="4641"/>
                      <a:pt x="859" y="4751"/>
                    </a:cubicBezTo>
                    <a:cubicBezTo>
                      <a:pt x="925" y="4784"/>
                      <a:pt x="991" y="4806"/>
                      <a:pt x="1057" y="4828"/>
                    </a:cubicBezTo>
                    <a:cubicBezTo>
                      <a:pt x="1178" y="4861"/>
                      <a:pt x="1266" y="4982"/>
                      <a:pt x="1266" y="5103"/>
                    </a:cubicBezTo>
                    <a:lnTo>
                      <a:pt x="1266" y="5125"/>
                    </a:lnTo>
                    <a:cubicBezTo>
                      <a:pt x="1266" y="5290"/>
                      <a:pt x="1398" y="5422"/>
                      <a:pt x="1563" y="5422"/>
                    </a:cubicBezTo>
                    <a:lnTo>
                      <a:pt x="1782" y="5422"/>
                    </a:lnTo>
                    <a:cubicBezTo>
                      <a:pt x="1947" y="5422"/>
                      <a:pt x="2079" y="5290"/>
                      <a:pt x="2079" y="5125"/>
                    </a:cubicBezTo>
                    <a:lnTo>
                      <a:pt x="2079" y="5114"/>
                    </a:lnTo>
                    <a:cubicBezTo>
                      <a:pt x="2079" y="4982"/>
                      <a:pt x="2156" y="4872"/>
                      <a:pt x="2288" y="4839"/>
                    </a:cubicBezTo>
                    <a:cubicBezTo>
                      <a:pt x="2365" y="4806"/>
                      <a:pt x="2453" y="4784"/>
                      <a:pt x="2530" y="4751"/>
                    </a:cubicBezTo>
                    <a:cubicBezTo>
                      <a:pt x="2772" y="4630"/>
                      <a:pt x="2959" y="4476"/>
                      <a:pt x="3102" y="4267"/>
                    </a:cubicBezTo>
                    <a:cubicBezTo>
                      <a:pt x="3234" y="4069"/>
                      <a:pt x="3300" y="3827"/>
                      <a:pt x="3300" y="3563"/>
                    </a:cubicBezTo>
                    <a:cubicBezTo>
                      <a:pt x="3300" y="3255"/>
                      <a:pt x="3223" y="3014"/>
                      <a:pt x="3058" y="2827"/>
                    </a:cubicBezTo>
                    <a:lnTo>
                      <a:pt x="3047" y="2838"/>
                    </a:lnTo>
                    <a:cubicBezTo>
                      <a:pt x="2882" y="2651"/>
                      <a:pt x="2607" y="2497"/>
                      <a:pt x="2233" y="2398"/>
                    </a:cubicBezTo>
                    <a:lnTo>
                      <a:pt x="1486" y="2178"/>
                    </a:lnTo>
                    <a:cubicBezTo>
                      <a:pt x="1288" y="2123"/>
                      <a:pt x="1156" y="2068"/>
                      <a:pt x="1068" y="1991"/>
                    </a:cubicBezTo>
                    <a:cubicBezTo>
                      <a:pt x="980" y="1914"/>
                      <a:pt x="936" y="1826"/>
                      <a:pt x="936" y="1727"/>
                    </a:cubicBezTo>
                    <a:cubicBezTo>
                      <a:pt x="936" y="1628"/>
                      <a:pt x="969" y="1551"/>
                      <a:pt x="1024" y="1474"/>
                    </a:cubicBezTo>
                    <a:cubicBezTo>
                      <a:pt x="1090" y="1397"/>
                      <a:pt x="1178" y="1342"/>
                      <a:pt x="1277" y="1298"/>
                    </a:cubicBezTo>
                    <a:cubicBezTo>
                      <a:pt x="1387" y="1265"/>
                      <a:pt x="1508" y="1243"/>
                      <a:pt x="1640" y="1243"/>
                    </a:cubicBezTo>
                    <a:cubicBezTo>
                      <a:pt x="1771" y="1254"/>
                      <a:pt x="1892" y="1276"/>
                      <a:pt x="2002" y="1331"/>
                    </a:cubicBezTo>
                    <a:cubicBezTo>
                      <a:pt x="2123" y="1386"/>
                      <a:pt x="2211" y="1463"/>
                      <a:pt x="2288" y="1562"/>
                    </a:cubicBezTo>
                    <a:cubicBezTo>
                      <a:pt x="2321" y="1595"/>
                      <a:pt x="2343" y="1639"/>
                      <a:pt x="2365" y="1683"/>
                    </a:cubicBezTo>
                    <a:cubicBezTo>
                      <a:pt x="2423" y="1788"/>
                      <a:pt x="2522" y="1852"/>
                      <a:pt x="2634" y="1852"/>
                    </a:cubicBezTo>
                    <a:cubicBezTo>
                      <a:pt x="2651" y="1852"/>
                      <a:pt x="2667" y="1851"/>
                      <a:pt x="2684" y="1848"/>
                    </a:cubicBezTo>
                    <a:lnTo>
                      <a:pt x="2937" y="1804"/>
                    </a:lnTo>
                    <a:cubicBezTo>
                      <a:pt x="3124" y="1771"/>
                      <a:pt x="3234" y="1562"/>
                      <a:pt x="3146" y="1386"/>
                    </a:cubicBezTo>
                    <a:cubicBezTo>
                      <a:pt x="3091" y="1265"/>
                      <a:pt x="3025" y="1166"/>
                      <a:pt x="2948" y="1067"/>
                    </a:cubicBezTo>
                    <a:cubicBezTo>
                      <a:pt x="2805" y="891"/>
                      <a:pt x="2618" y="748"/>
                      <a:pt x="2398" y="649"/>
                    </a:cubicBezTo>
                    <a:cubicBezTo>
                      <a:pt x="2365" y="627"/>
                      <a:pt x="2321" y="616"/>
                      <a:pt x="2277" y="594"/>
                    </a:cubicBezTo>
                    <a:cubicBezTo>
                      <a:pt x="2156" y="561"/>
                      <a:pt x="2079" y="451"/>
                      <a:pt x="2079" y="319"/>
                    </a:cubicBezTo>
                    <a:lnTo>
                      <a:pt x="2079" y="286"/>
                    </a:lnTo>
                    <a:cubicBezTo>
                      <a:pt x="2079" y="121"/>
                      <a:pt x="1947" y="0"/>
                      <a:pt x="1782" y="0"/>
                    </a:cubicBezTo>
                    <a:close/>
                  </a:path>
                </a:pathLst>
              </a:custGeom>
              <a:solidFill>
                <a:srgbClr val="000000">
                  <a:alpha val="2642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3" name="Google Shape;1853;p40"/>
              <p:cNvSpPr/>
              <p:nvPr/>
            </p:nvSpPr>
            <p:spPr>
              <a:xfrm>
                <a:off x="3132699" y="1457158"/>
                <a:ext cx="195535" cy="321797"/>
              </a:xfrm>
              <a:custGeom>
                <a:rect b="b" l="l" r="r" t="t"/>
                <a:pathLst>
                  <a:path extrusionOk="0" h="5433" w="3301">
                    <a:moveTo>
                      <a:pt x="3047" y="2838"/>
                    </a:moveTo>
                    <a:cubicBezTo>
                      <a:pt x="2882" y="2651"/>
                      <a:pt x="2607" y="2508"/>
                      <a:pt x="2233" y="2398"/>
                    </a:cubicBezTo>
                    <a:lnTo>
                      <a:pt x="1486" y="2189"/>
                    </a:lnTo>
                    <a:cubicBezTo>
                      <a:pt x="1288" y="2134"/>
                      <a:pt x="1156" y="2068"/>
                      <a:pt x="1068" y="2002"/>
                    </a:cubicBezTo>
                    <a:cubicBezTo>
                      <a:pt x="980" y="1925"/>
                      <a:pt x="936" y="1837"/>
                      <a:pt x="936" y="1738"/>
                    </a:cubicBezTo>
                    <a:cubicBezTo>
                      <a:pt x="936" y="1639"/>
                      <a:pt x="969" y="1562"/>
                      <a:pt x="1024" y="1485"/>
                    </a:cubicBezTo>
                    <a:cubicBezTo>
                      <a:pt x="1090" y="1408"/>
                      <a:pt x="1178" y="1353"/>
                      <a:pt x="1277" y="1309"/>
                    </a:cubicBezTo>
                    <a:cubicBezTo>
                      <a:pt x="1387" y="1265"/>
                      <a:pt x="1508" y="1254"/>
                      <a:pt x="1640" y="1254"/>
                    </a:cubicBezTo>
                    <a:cubicBezTo>
                      <a:pt x="1771" y="1254"/>
                      <a:pt x="1892" y="1287"/>
                      <a:pt x="2002" y="1342"/>
                    </a:cubicBezTo>
                    <a:cubicBezTo>
                      <a:pt x="2123" y="1397"/>
                      <a:pt x="2211" y="1474"/>
                      <a:pt x="2288" y="1562"/>
                    </a:cubicBezTo>
                    <a:cubicBezTo>
                      <a:pt x="2321" y="1606"/>
                      <a:pt x="2343" y="1650"/>
                      <a:pt x="2365" y="1694"/>
                    </a:cubicBezTo>
                    <a:cubicBezTo>
                      <a:pt x="2431" y="1804"/>
                      <a:pt x="2552" y="1881"/>
                      <a:pt x="2684" y="1859"/>
                    </a:cubicBezTo>
                    <a:lnTo>
                      <a:pt x="2937" y="1815"/>
                    </a:lnTo>
                    <a:cubicBezTo>
                      <a:pt x="3124" y="1771"/>
                      <a:pt x="3234" y="1573"/>
                      <a:pt x="3146" y="1397"/>
                    </a:cubicBezTo>
                    <a:cubicBezTo>
                      <a:pt x="3091" y="1276"/>
                      <a:pt x="3025" y="1177"/>
                      <a:pt x="2948" y="1078"/>
                    </a:cubicBezTo>
                    <a:cubicBezTo>
                      <a:pt x="2805" y="891"/>
                      <a:pt x="2618" y="759"/>
                      <a:pt x="2398" y="660"/>
                    </a:cubicBezTo>
                    <a:cubicBezTo>
                      <a:pt x="2365" y="638"/>
                      <a:pt x="2321" y="616"/>
                      <a:pt x="2277" y="605"/>
                    </a:cubicBezTo>
                    <a:cubicBezTo>
                      <a:pt x="2156" y="572"/>
                      <a:pt x="2079" y="451"/>
                      <a:pt x="2079" y="330"/>
                    </a:cubicBezTo>
                    <a:lnTo>
                      <a:pt x="2079" y="297"/>
                    </a:lnTo>
                    <a:cubicBezTo>
                      <a:pt x="2079" y="132"/>
                      <a:pt x="1947" y="0"/>
                      <a:pt x="1782" y="0"/>
                    </a:cubicBezTo>
                    <a:lnTo>
                      <a:pt x="1563" y="0"/>
                    </a:lnTo>
                    <a:cubicBezTo>
                      <a:pt x="1398" y="0"/>
                      <a:pt x="1266" y="132"/>
                      <a:pt x="1266" y="297"/>
                    </a:cubicBezTo>
                    <a:lnTo>
                      <a:pt x="1266" y="297"/>
                    </a:lnTo>
                    <a:cubicBezTo>
                      <a:pt x="1266" y="429"/>
                      <a:pt x="1189" y="550"/>
                      <a:pt x="1057" y="583"/>
                    </a:cubicBezTo>
                    <a:cubicBezTo>
                      <a:pt x="980" y="605"/>
                      <a:pt x="914" y="627"/>
                      <a:pt x="848" y="660"/>
                    </a:cubicBezTo>
                    <a:cubicBezTo>
                      <a:pt x="617" y="759"/>
                      <a:pt x="452" y="902"/>
                      <a:pt x="320" y="1100"/>
                    </a:cubicBezTo>
                    <a:cubicBezTo>
                      <a:pt x="199" y="1287"/>
                      <a:pt x="133" y="1518"/>
                      <a:pt x="133" y="1771"/>
                    </a:cubicBezTo>
                    <a:cubicBezTo>
                      <a:pt x="133" y="2332"/>
                      <a:pt x="441" y="2695"/>
                      <a:pt x="1046" y="2882"/>
                    </a:cubicBezTo>
                    <a:lnTo>
                      <a:pt x="2101" y="3211"/>
                    </a:lnTo>
                    <a:cubicBezTo>
                      <a:pt x="2244" y="3255"/>
                      <a:pt x="2343" y="3310"/>
                      <a:pt x="2409" y="3376"/>
                    </a:cubicBezTo>
                    <a:cubicBezTo>
                      <a:pt x="2475" y="3442"/>
                      <a:pt x="2497" y="3530"/>
                      <a:pt x="2497" y="3629"/>
                    </a:cubicBezTo>
                    <a:cubicBezTo>
                      <a:pt x="2497" y="3783"/>
                      <a:pt x="2431" y="3915"/>
                      <a:pt x="2277" y="4025"/>
                    </a:cubicBezTo>
                    <a:cubicBezTo>
                      <a:pt x="2134" y="4124"/>
                      <a:pt x="1947" y="4179"/>
                      <a:pt x="1728" y="4179"/>
                    </a:cubicBezTo>
                    <a:cubicBezTo>
                      <a:pt x="1486" y="4179"/>
                      <a:pt x="1288" y="4113"/>
                      <a:pt x="1112" y="3970"/>
                    </a:cubicBezTo>
                    <a:cubicBezTo>
                      <a:pt x="1002" y="3882"/>
                      <a:pt x="914" y="3761"/>
                      <a:pt x="848" y="3629"/>
                    </a:cubicBezTo>
                    <a:cubicBezTo>
                      <a:pt x="793" y="3508"/>
                      <a:pt x="661" y="3431"/>
                      <a:pt x="540" y="3453"/>
                    </a:cubicBezTo>
                    <a:lnTo>
                      <a:pt x="287" y="3486"/>
                    </a:lnTo>
                    <a:cubicBezTo>
                      <a:pt x="111" y="3519"/>
                      <a:pt x="1" y="3706"/>
                      <a:pt x="56" y="3882"/>
                    </a:cubicBezTo>
                    <a:cubicBezTo>
                      <a:pt x="111" y="4025"/>
                      <a:pt x="177" y="4157"/>
                      <a:pt x="265" y="4278"/>
                    </a:cubicBezTo>
                    <a:cubicBezTo>
                      <a:pt x="419" y="4487"/>
                      <a:pt x="617" y="4641"/>
                      <a:pt x="859" y="4762"/>
                    </a:cubicBezTo>
                    <a:cubicBezTo>
                      <a:pt x="925" y="4784"/>
                      <a:pt x="991" y="4817"/>
                      <a:pt x="1057" y="4839"/>
                    </a:cubicBezTo>
                    <a:cubicBezTo>
                      <a:pt x="1178" y="4872"/>
                      <a:pt x="1266" y="4982"/>
                      <a:pt x="1266" y="5114"/>
                    </a:cubicBezTo>
                    <a:lnTo>
                      <a:pt x="1266" y="5136"/>
                    </a:lnTo>
                    <a:cubicBezTo>
                      <a:pt x="1266" y="5301"/>
                      <a:pt x="1398" y="5433"/>
                      <a:pt x="1563" y="5433"/>
                    </a:cubicBezTo>
                    <a:lnTo>
                      <a:pt x="1782" y="5433"/>
                    </a:lnTo>
                    <a:cubicBezTo>
                      <a:pt x="1947" y="5433"/>
                      <a:pt x="2079" y="5301"/>
                      <a:pt x="2079" y="5136"/>
                    </a:cubicBezTo>
                    <a:lnTo>
                      <a:pt x="2079" y="5125"/>
                    </a:lnTo>
                    <a:cubicBezTo>
                      <a:pt x="2079" y="4993"/>
                      <a:pt x="2156" y="4883"/>
                      <a:pt x="2288" y="4839"/>
                    </a:cubicBezTo>
                    <a:cubicBezTo>
                      <a:pt x="2365" y="4817"/>
                      <a:pt x="2453" y="4795"/>
                      <a:pt x="2530" y="4751"/>
                    </a:cubicBezTo>
                    <a:cubicBezTo>
                      <a:pt x="2772" y="4641"/>
                      <a:pt x="2959" y="4487"/>
                      <a:pt x="3102" y="4278"/>
                    </a:cubicBezTo>
                    <a:cubicBezTo>
                      <a:pt x="3234" y="4080"/>
                      <a:pt x="3300" y="3838"/>
                      <a:pt x="3300" y="3574"/>
                    </a:cubicBezTo>
                    <a:cubicBezTo>
                      <a:pt x="3300" y="3266"/>
                      <a:pt x="3223" y="3025"/>
                      <a:pt x="3058" y="283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4" name="Google Shape;1854;p40"/>
              <p:cNvSpPr/>
              <p:nvPr/>
            </p:nvSpPr>
            <p:spPr>
              <a:xfrm>
                <a:off x="3415416" y="1526341"/>
                <a:ext cx="30684" cy="182961"/>
              </a:xfrm>
              <a:custGeom>
                <a:rect b="b" l="l" r="r" t="t"/>
                <a:pathLst>
                  <a:path extrusionOk="0" h="3089" w="518">
                    <a:moveTo>
                      <a:pt x="113" y="1"/>
                    </a:moveTo>
                    <a:cubicBezTo>
                      <a:pt x="101" y="1"/>
                      <a:pt x="89" y="3"/>
                      <a:pt x="78" y="9"/>
                    </a:cubicBezTo>
                    <a:cubicBezTo>
                      <a:pt x="23" y="31"/>
                      <a:pt x="1" y="97"/>
                      <a:pt x="23" y="141"/>
                    </a:cubicBezTo>
                    <a:cubicBezTo>
                      <a:pt x="221" y="592"/>
                      <a:pt x="320" y="1054"/>
                      <a:pt x="320" y="1549"/>
                    </a:cubicBezTo>
                    <a:cubicBezTo>
                      <a:pt x="320" y="2032"/>
                      <a:pt x="221" y="2505"/>
                      <a:pt x="23" y="2956"/>
                    </a:cubicBezTo>
                    <a:cubicBezTo>
                      <a:pt x="1" y="3000"/>
                      <a:pt x="23" y="3066"/>
                      <a:pt x="78" y="3088"/>
                    </a:cubicBezTo>
                    <a:lnTo>
                      <a:pt x="111" y="3088"/>
                    </a:lnTo>
                    <a:cubicBezTo>
                      <a:pt x="155" y="3088"/>
                      <a:pt x="188" y="3066"/>
                      <a:pt x="210" y="3033"/>
                    </a:cubicBezTo>
                    <a:cubicBezTo>
                      <a:pt x="419" y="2560"/>
                      <a:pt x="518" y="2065"/>
                      <a:pt x="518" y="1549"/>
                    </a:cubicBezTo>
                    <a:cubicBezTo>
                      <a:pt x="518" y="1032"/>
                      <a:pt x="419" y="537"/>
                      <a:pt x="210" y="64"/>
                    </a:cubicBezTo>
                    <a:cubicBezTo>
                      <a:pt x="185" y="23"/>
                      <a:pt x="149" y="1"/>
                      <a:pt x="113" y="1"/>
                    </a:cubicBezTo>
                    <a:close/>
                  </a:path>
                </a:pathLst>
              </a:custGeom>
              <a:solidFill>
                <a:srgbClr val="FFFFFF">
                  <a:alpha val="289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5" name="Google Shape;1855;p40"/>
              <p:cNvSpPr/>
              <p:nvPr/>
            </p:nvSpPr>
            <p:spPr>
              <a:xfrm>
                <a:off x="3013523" y="1526341"/>
                <a:ext cx="30684" cy="182961"/>
              </a:xfrm>
              <a:custGeom>
                <a:rect b="b" l="l" r="r" t="t"/>
                <a:pathLst>
                  <a:path extrusionOk="0" h="3089" w="518">
                    <a:moveTo>
                      <a:pt x="409" y="1"/>
                    </a:moveTo>
                    <a:cubicBezTo>
                      <a:pt x="370" y="1"/>
                      <a:pt x="336" y="23"/>
                      <a:pt x="319" y="64"/>
                    </a:cubicBezTo>
                    <a:cubicBezTo>
                      <a:pt x="110" y="537"/>
                      <a:pt x="0" y="1032"/>
                      <a:pt x="0" y="1549"/>
                    </a:cubicBezTo>
                    <a:cubicBezTo>
                      <a:pt x="0" y="2065"/>
                      <a:pt x="110" y="2560"/>
                      <a:pt x="319" y="3033"/>
                    </a:cubicBezTo>
                    <a:cubicBezTo>
                      <a:pt x="330" y="3066"/>
                      <a:pt x="363" y="3088"/>
                      <a:pt x="407" y="3088"/>
                    </a:cubicBezTo>
                    <a:lnTo>
                      <a:pt x="451" y="3088"/>
                    </a:lnTo>
                    <a:cubicBezTo>
                      <a:pt x="495" y="3055"/>
                      <a:pt x="517" y="3000"/>
                      <a:pt x="495" y="2956"/>
                    </a:cubicBezTo>
                    <a:cubicBezTo>
                      <a:pt x="297" y="2505"/>
                      <a:pt x="198" y="2032"/>
                      <a:pt x="198" y="1549"/>
                    </a:cubicBezTo>
                    <a:cubicBezTo>
                      <a:pt x="198" y="1054"/>
                      <a:pt x="297" y="592"/>
                      <a:pt x="495" y="141"/>
                    </a:cubicBezTo>
                    <a:cubicBezTo>
                      <a:pt x="517" y="97"/>
                      <a:pt x="495" y="31"/>
                      <a:pt x="451" y="9"/>
                    </a:cubicBezTo>
                    <a:cubicBezTo>
                      <a:pt x="437" y="3"/>
                      <a:pt x="423" y="1"/>
                      <a:pt x="409" y="1"/>
                    </a:cubicBezTo>
                    <a:close/>
                  </a:path>
                </a:pathLst>
              </a:custGeom>
              <a:solidFill>
                <a:srgbClr val="FFFFFF">
                  <a:alpha val="289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56" name="Google Shape;1856;p40"/>
            <p:cNvGrpSpPr/>
            <p:nvPr/>
          </p:nvGrpSpPr>
          <p:grpSpPr>
            <a:xfrm>
              <a:off x="6321697" y="2891197"/>
              <a:ext cx="931005" cy="1407631"/>
              <a:chOff x="6321726" y="2844310"/>
              <a:chExt cx="931005" cy="1407631"/>
            </a:xfrm>
          </p:grpSpPr>
          <p:sp>
            <p:nvSpPr>
              <p:cNvPr id="1857" name="Google Shape;1857;p40"/>
              <p:cNvSpPr/>
              <p:nvPr/>
            </p:nvSpPr>
            <p:spPr>
              <a:xfrm>
                <a:off x="6321726" y="2844310"/>
                <a:ext cx="261279" cy="1407587"/>
              </a:xfrm>
              <a:custGeom>
                <a:rect b="b" l="l" r="r" t="t"/>
                <a:pathLst>
                  <a:path extrusionOk="0" h="33608" w="6225">
                    <a:moveTo>
                      <a:pt x="1" y="0"/>
                    </a:moveTo>
                    <a:lnTo>
                      <a:pt x="1" y="33607"/>
                    </a:lnTo>
                    <a:lnTo>
                      <a:pt x="6225" y="33607"/>
                    </a:lnTo>
                    <a:lnTo>
                      <a:pt x="622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8" name="Google Shape;1858;p40"/>
              <p:cNvSpPr/>
              <p:nvPr/>
            </p:nvSpPr>
            <p:spPr>
              <a:xfrm>
                <a:off x="6336500" y="4234852"/>
                <a:ext cx="232234" cy="17088"/>
              </a:xfrm>
              <a:custGeom>
                <a:rect b="b" l="l" r="r" t="t"/>
                <a:pathLst>
                  <a:path extrusionOk="0" h="408" w="5533">
                    <a:moveTo>
                      <a:pt x="209" y="1"/>
                    </a:moveTo>
                    <a:cubicBezTo>
                      <a:pt x="88" y="1"/>
                      <a:pt x="0" y="100"/>
                      <a:pt x="0" y="209"/>
                    </a:cubicBezTo>
                    <a:cubicBezTo>
                      <a:pt x="0" y="319"/>
                      <a:pt x="88" y="407"/>
                      <a:pt x="209" y="407"/>
                    </a:cubicBezTo>
                    <a:lnTo>
                      <a:pt x="5323" y="407"/>
                    </a:lnTo>
                    <a:cubicBezTo>
                      <a:pt x="5433" y="407"/>
                      <a:pt x="5532" y="319"/>
                      <a:pt x="5532" y="209"/>
                    </a:cubicBezTo>
                    <a:cubicBezTo>
                      <a:pt x="5532" y="100"/>
                      <a:pt x="5433" y="1"/>
                      <a:pt x="5323" y="1"/>
                    </a:cubicBezTo>
                    <a:close/>
                  </a:path>
                </a:pathLst>
              </a:custGeom>
              <a:solidFill>
                <a:srgbClr val="000000">
                  <a:alpha val="2642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9" name="Google Shape;1859;p40"/>
              <p:cNvSpPr/>
              <p:nvPr/>
            </p:nvSpPr>
            <p:spPr>
              <a:xfrm>
                <a:off x="6350350" y="2881168"/>
                <a:ext cx="46212" cy="473524"/>
              </a:xfrm>
              <a:custGeom>
                <a:rect b="b" l="l" r="r" t="t"/>
                <a:pathLst>
                  <a:path extrusionOk="0" h="11306" w="1101">
                    <a:moveTo>
                      <a:pt x="550" y="0"/>
                    </a:moveTo>
                    <a:cubicBezTo>
                      <a:pt x="242" y="0"/>
                      <a:pt x="0" y="242"/>
                      <a:pt x="0" y="550"/>
                    </a:cubicBezTo>
                    <a:lnTo>
                      <a:pt x="0" y="10755"/>
                    </a:lnTo>
                    <a:cubicBezTo>
                      <a:pt x="0" y="11063"/>
                      <a:pt x="242" y="11305"/>
                      <a:pt x="550" y="11305"/>
                    </a:cubicBezTo>
                    <a:cubicBezTo>
                      <a:pt x="847" y="11305"/>
                      <a:pt x="1100" y="11063"/>
                      <a:pt x="1100" y="10755"/>
                    </a:cubicBezTo>
                    <a:lnTo>
                      <a:pt x="1100" y="550"/>
                    </a:lnTo>
                    <a:cubicBezTo>
                      <a:pt x="1100" y="242"/>
                      <a:pt x="847" y="0"/>
                      <a:pt x="550" y="0"/>
                    </a:cubicBezTo>
                    <a:close/>
                  </a:path>
                </a:pathLst>
              </a:custGeom>
              <a:solidFill>
                <a:srgbClr val="FFFFFF">
                  <a:alpha val="289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0" name="Google Shape;1860;p40"/>
              <p:cNvSpPr/>
              <p:nvPr/>
            </p:nvSpPr>
            <p:spPr>
              <a:xfrm>
                <a:off x="6656820" y="3521864"/>
                <a:ext cx="261279" cy="730054"/>
              </a:xfrm>
              <a:custGeom>
                <a:rect b="b" l="l" r="r" t="t"/>
                <a:pathLst>
                  <a:path extrusionOk="0" h="17431" w="6225">
                    <a:moveTo>
                      <a:pt x="1" y="0"/>
                    </a:moveTo>
                    <a:lnTo>
                      <a:pt x="1" y="17430"/>
                    </a:lnTo>
                    <a:lnTo>
                      <a:pt x="6225" y="17430"/>
                    </a:lnTo>
                    <a:lnTo>
                      <a:pt x="62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1" name="Google Shape;1861;p40"/>
              <p:cNvSpPr/>
              <p:nvPr/>
            </p:nvSpPr>
            <p:spPr>
              <a:xfrm>
                <a:off x="6671594" y="4234852"/>
                <a:ext cx="231730" cy="17088"/>
              </a:xfrm>
              <a:custGeom>
                <a:rect b="b" l="l" r="r" t="t"/>
                <a:pathLst>
                  <a:path extrusionOk="0" h="408" w="5521">
                    <a:moveTo>
                      <a:pt x="198" y="1"/>
                    </a:moveTo>
                    <a:cubicBezTo>
                      <a:pt x="88" y="1"/>
                      <a:pt x="0" y="100"/>
                      <a:pt x="0" y="209"/>
                    </a:cubicBezTo>
                    <a:cubicBezTo>
                      <a:pt x="0" y="319"/>
                      <a:pt x="88" y="407"/>
                      <a:pt x="198" y="407"/>
                    </a:cubicBezTo>
                    <a:lnTo>
                      <a:pt x="5323" y="407"/>
                    </a:lnTo>
                    <a:cubicBezTo>
                      <a:pt x="5433" y="407"/>
                      <a:pt x="5521" y="319"/>
                      <a:pt x="5521" y="209"/>
                    </a:cubicBezTo>
                    <a:cubicBezTo>
                      <a:pt x="5521" y="100"/>
                      <a:pt x="5433" y="1"/>
                      <a:pt x="5323" y="1"/>
                    </a:cubicBezTo>
                    <a:close/>
                  </a:path>
                </a:pathLst>
              </a:custGeom>
              <a:solidFill>
                <a:srgbClr val="000000">
                  <a:alpha val="2642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2" name="Google Shape;1862;p40"/>
              <p:cNvSpPr/>
              <p:nvPr/>
            </p:nvSpPr>
            <p:spPr>
              <a:xfrm>
                <a:off x="6683135" y="3551308"/>
                <a:ext cx="46212" cy="491952"/>
              </a:xfrm>
              <a:custGeom>
                <a:rect b="b" l="l" r="r" t="t"/>
                <a:pathLst>
                  <a:path extrusionOk="0" h="11746" w="1101">
                    <a:moveTo>
                      <a:pt x="550" y="1"/>
                    </a:moveTo>
                    <a:cubicBezTo>
                      <a:pt x="242" y="1"/>
                      <a:pt x="0" y="243"/>
                      <a:pt x="0" y="551"/>
                    </a:cubicBezTo>
                    <a:lnTo>
                      <a:pt x="0" y="11196"/>
                    </a:lnTo>
                    <a:cubicBezTo>
                      <a:pt x="0" y="11504"/>
                      <a:pt x="242" y="11746"/>
                      <a:pt x="550" y="11746"/>
                    </a:cubicBezTo>
                    <a:cubicBezTo>
                      <a:pt x="858" y="11746"/>
                      <a:pt x="1100" y="11493"/>
                      <a:pt x="1100" y="11196"/>
                    </a:cubicBezTo>
                    <a:lnTo>
                      <a:pt x="1100" y="551"/>
                    </a:lnTo>
                    <a:cubicBezTo>
                      <a:pt x="1100" y="243"/>
                      <a:pt x="847" y="1"/>
                      <a:pt x="550" y="1"/>
                    </a:cubicBezTo>
                    <a:close/>
                  </a:path>
                </a:pathLst>
              </a:custGeom>
              <a:solidFill>
                <a:srgbClr val="FFFFFF">
                  <a:alpha val="289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3" name="Google Shape;1863;p40"/>
              <p:cNvSpPr/>
              <p:nvPr/>
            </p:nvSpPr>
            <p:spPr>
              <a:xfrm>
                <a:off x="6991452" y="3244551"/>
                <a:ext cx="261279" cy="1007358"/>
              </a:xfrm>
              <a:custGeom>
                <a:rect b="b" l="l" r="r" t="t"/>
                <a:pathLst>
                  <a:path extrusionOk="0" h="24052" w="6225">
                    <a:moveTo>
                      <a:pt x="0" y="1"/>
                    </a:moveTo>
                    <a:lnTo>
                      <a:pt x="0" y="24051"/>
                    </a:lnTo>
                    <a:lnTo>
                      <a:pt x="6225" y="24051"/>
                    </a:lnTo>
                    <a:lnTo>
                      <a:pt x="622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4" name="Google Shape;1864;p40"/>
              <p:cNvSpPr/>
              <p:nvPr/>
            </p:nvSpPr>
            <p:spPr>
              <a:xfrm>
                <a:off x="7010842" y="4234852"/>
                <a:ext cx="231730" cy="17088"/>
              </a:xfrm>
              <a:custGeom>
                <a:rect b="b" l="l" r="r" t="t"/>
                <a:pathLst>
                  <a:path extrusionOk="0" h="408" w="5521">
                    <a:moveTo>
                      <a:pt x="198" y="1"/>
                    </a:moveTo>
                    <a:cubicBezTo>
                      <a:pt x="88" y="1"/>
                      <a:pt x="0" y="100"/>
                      <a:pt x="0" y="209"/>
                    </a:cubicBezTo>
                    <a:cubicBezTo>
                      <a:pt x="0" y="319"/>
                      <a:pt x="88" y="407"/>
                      <a:pt x="198" y="407"/>
                    </a:cubicBezTo>
                    <a:lnTo>
                      <a:pt x="5323" y="407"/>
                    </a:lnTo>
                    <a:cubicBezTo>
                      <a:pt x="5433" y="407"/>
                      <a:pt x="5521" y="319"/>
                      <a:pt x="5521" y="209"/>
                    </a:cubicBezTo>
                    <a:cubicBezTo>
                      <a:pt x="5521" y="100"/>
                      <a:pt x="5433" y="1"/>
                      <a:pt x="5323" y="1"/>
                    </a:cubicBezTo>
                    <a:close/>
                  </a:path>
                </a:pathLst>
              </a:custGeom>
              <a:solidFill>
                <a:srgbClr val="000000">
                  <a:alpha val="2642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5" name="Google Shape;1865;p40"/>
              <p:cNvSpPr/>
              <p:nvPr/>
            </p:nvSpPr>
            <p:spPr>
              <a:xfrm>
                <a:off x="7020538" y="3272655"/>
                <a:ext cx="46631" cy="498862"/>
              </a:xfrm>
              <a:custGeom>
                <a:rect b="b" l="l" r="r" t="t"/>
                <a:pathLst>
                  <a:path extrusionOk="0" h="11911" w="1111">
                    <a:moveTo>
                      <a:pt x="561" y="1"/>
                    </a:moveTo>
                    <a:cubicBezTo>
                      <a:pt x="253" y="1"/>
                      <a:pt x="0" y="254"/>
                      <a:pt x="0" y="550"/>
                    </a:cubicBezTo>
                    <a:lnTo>
                      <a:pt x="0" y="11350"/>
                    </a:lnTo>
                    <a:cubicBezTo>
                      <a:pt x="0" y="11658"/>
                      <a:pt x="253" y="11910"/>
                      <a:pt x="561" y="11910"/>
                    </a:cubicBezTo>
                    <a:cubicBezTo>
                      <a:pt x="858" y="11910"/>
                      <a:pt x="1111" y="11658"/>
                      <a:pt x="1111" y="11350"/>
                    </a:cubicBezTo>
                    <a:lnTo>
                      <a:pt x="1111" y="550"/>
                    </a:lnTo>
                    <a:cubicBezTo>
                      <a:pt x="1111" y="254"/>
                      <a:pt x="858" y="1"/>
                      <a:pt x="561" y="1"/>
                    </a:cubicBezTo>
                    <a:close/>
                  </a:path>
                </a:pathLst>
              </a:custGeom>
              <a:solidFill>
                <a:srgbClr val="FFFFFF">
                  <a:alpha val="289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66" name="Google Shape;1866;p40"/>
            <p:cNvGrpSpPr/>
            <p:nvPr/>
          </p:nvGrpSpPr>
          <p:grpSpPr>
            <a:xfrm rot="345200">
              <a:off x="5509513" y="2804553"/>
              <a:ext cx="976059" cy="975924"/>
              <a:chOff x="2964656" y="1352909"/>
              <a:chExt cx="530331" cy="530286"/>
            </a:xfrm>
          </p:grpSpPr>
          <p:sp>
            <p:nvSpPr>
              <p:cNvPr id="1867" name="Google Shape;1867;p40"/>
              <p:cNvSpPr/>
              <p:nvPr/>
            </p:nvSpPr>
            <p:spPr>
              <a:xfrm>
                <a:off x="2964656" y="1352909"/>
                <a:ext cx="530331" cy="530286"/>
              </a:xfrm>
              <a:custGeom>
                <a:rect b="b" l="l" r="r" t="t"/>
                <a:pathLst>
                  <a:path extrusionOk="0" h="8953" w="8953">
                    <a:moveTo>
                      <a:pt x="4477" y="1"/>
                    </a:moveTo>
                    <a:cubicBezTo>
                      <a:pt x="2002" y="1"/>
                      <a:pt x="1" y="2002"/>
                      <a:pt x="1" y="4477"/>
                    </a:cubicBezTo>
                    <a:cubicBezTo>
                      <a:pt x="1" y="6951"/>
                      <a:pt x="2002" y="8952"/>
                      <a:pt x="4477" y="8952"/>
                    </a:cubicBezTo>
                    <a:cubicBezTo>
                      <a:pt x="6951" y="8952"/>
                      <a:pt x="8952" y="6951"/>
                      <a:pt x="8952" y="4477"/>
                    </a:cubicBezTo>
                    <a:cubicBezTo>
                      <a:pt x="8952" y="2002"/>
                      <a:pt x="6951" y="1"/>
                      <a:pt x="447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8" name="Google Shape;1868;p40"/>
              <p:cNvSpPr/>
              <p:nvPr/>
            </p:nvSpPr>
            <p:spPr>
              <a:xfrm>
                <a:off x="2964656" y="1352909"/>
                <a:ext cx="530331" cy="530286"/>
              </a:xfrm>
              <a:custGeom>
                <a:rect b="b" l="l" r="r" t="t"/>
                <a:pathLst>
                  <a:path extrusionOk="0" h="8953" w="8953">
                    <a:moveTo>
                      <a:pt x="4477" y="1"/>
                    </a:moveTo>
                    <a:cubicBezTo>
                      <a:pt x="2002" y="1"/>
                      <a:pt x="1" y="2002"/>
                      <a:pt x="1" y="4477"/>
                    </a:cubicBezTo>
                    <a:cubicBezTo>
                      <a:pt x="1" y="6951"/>
                      <a:pt x="2002" y="8952"/>
                      <a:pt x="4477" y="8952"/>
                    </a:cubicBezTo>
                    <a:cubicBezTo>
                      <a:pt x="6951" y="8952"/>
                      <a:pt x="8952" y="6951"/>
                      <a:pt x="8952" y="4477"/>
                    </a:cubicBezTo>
                    <a:cubicBezTo>
                      <a:pt x="8952" y="2002"/>
                      <a:pt x="6951" y="1"/>
                      <a:pt x="4477" y="1"/>
                    </a:cubicBezTo>
                    <a:close/>
                  </a:path>
                </a:pathLst>
              </a:custGeom>
              <a:solidFill>
                <a:srgbClr val="000000">
                  <a:alpha val="119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9" name="Google Shape;1869;p40"/>
              <p:cNvSpPr/>
              <p:nvPr/>
            </p:nvSpPr>
            <p:spPr>
              <a:xfrm>
                <a:off x="2993976" y="1382229"/>
                <a:ext cx="471688" cy="471648"/>
              </a:xfrm>
              <a:custGeom>
                <a:rect b="b" l="l" r="r" t="t"/>
                <a:pathLst>
                  <a:path extrusionOk="0" h="7963" w="7963">
                    <a:moveTo>
                      <a:pt x="3982" y="1"/>
                    </a:moveTo>
                    <a:cubicBezTo>
                      <a:pt x="1782" y="1"/>
                      <a:pt x="1" y="1782"/>
                      <a:pt x="1" y="3982"/>
                    </a:cubicBezTo>
                    <a:cubicBezTo>
                      <a:pt x="1" y="6181"/>
                      <a:pt x="1782" y="7963"/>
                      <a:pt x="3982" y="7963"/>
                    </a:cubicBezTo>
                    <a:cubicBezTo>
                      <a:pt x="6181" y="7963"/>
                      <a:pt x="7963" y="6181"/>
                      <a:pt x="7963" y="3982"/>
                    </a:cubicBezTo>
                    <a:cubicBezTo>
                      <a:pt x="7963" y="1782"/>
                      <a:pt x="6181" y="1"/>
                      <a:pt x="398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0" name="Google Shape;1870;p40"/>
              <p:cNvSpPr/>
              <p:nvPr/>
            </p:nvSpPr>
            <p:spPr>
              <a:xfrm>
                <a:off x="3060435" y="1382229"/>
                <a:ext cx="338765" cy="88430"/>
              </a:xfrm>
              <a:custGeom>
                <a:rect b="b" l="l" r="r" t="t"/>
                <a:pathLst>
                  <a:path extrusionOk="0" h="1493" w="5719">
                    <a:moveTo>
                      <a:pt x="2860" y="1"/>
                    </a:moveTo>
                    <a:cubicBezTo>
                      <a:pt x="1782" y="1"/>
                      <a:pt x="792" y="441"/>
                      <a:pt x="77" y="1133"/>
                    </a:cubicBezTo>
                    <a:cubicBezTo>
                      <a:pt x="0" y="1221"/>
                      <a:pt x="0" y="1342"/>
                      <a:pt x="66" y="1430"/>
                    </a:cubicBezTo>
                    <a:cubicBezTo>
                      <a:pt x="112" y="1470"/>
                      <a:pt x="169" y="1492"/>
                      <a:pt x="224" y="1492"/>
                    </a:cubicBezTo>
                    <a:cubicBezTo>
                      <a:pt x="276" y="1492"/>
                      <a:pt x="326" y="1473"/>
                      <a:pt x="363" y="1430"/>
                    </a:cubicBezTo>
                    <a:cubicBezTo>
                      <a:pt x="1012" y="803"/>
                      <a:pt x="1892" y="408"/>
                      <a:pt x="2860" y="408"/>
                    </a:cubicBezTo>
                    <a:cubicBezTo>
                      <a:pt x="3827" y="408"/>
                      <a:pt x="4707" y="803"/>
                      <a:pt x="5356" y="1430"/>
                    </a:cubicBezTo>
                    <a:cubicBezTo>
                      <a:pt x="5393" y="1473"/>
                      <a:pt x="5446" y="1492"/>
                      <a:pt x="5499" y="1492"/>
                    </a:cubicBezTo>
                    <a:cubicBezTo>
                      <a:pt x="5556" y="1492"/>
                      <a:pt x="5613" y="1470"/>
                      <a:pt x="5653" y="1430"/>
                    </a:cubicBezTo>
                    <a:cubicBezTo>
                      <a:pt x="5719" y="1342"/>
                      <a:pt x="5719" y="1221"/>
                      <a:pt x="5642" y="1133"/>
                    </a:cubicBezTo>
                    <a:cubicBezTo>
                      <a:pt x="4927" y="441"/>
                      <a:pt x="3948" y="1"/>
                      <a:pt x="2860" y="1"/>
                    </a:cubicBezTo>
                    <a:close/>
                  </a:path>
                </a:pathLst>
              </a:custGeom>
              <a:solidFill>
                <a:srgbClr val="FFFFFF">
                  <a:alpha val="289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1" name="Google Shape;1871;p40"/>
              <p:cNvSpPr/>
              <p:nvPr/>
            </p:nvSpPr>
            <p:spPr>
              <a:xfrm>
                <a:off x="3033069" y="1716417"/>
                <a:ext cx="393498" cy="127048"/>
              </a:xfrm>
              <a:custGeom>
                <a:rect b="b" l="l" r="r" t="t"/>
                <a:pathLst>
                  <a:path extrusionOk="0" h="2145" w="6643">
                    <a:moveTo>
                      <a:pt x="231" y="0"/>
                    </a:moveTo>
                    <a:lnTo>
                      <a:pt x="231" y="11"/>
                    </a:lnTo>
                    <a:cubicBezTo>
                      <a:pt x="187" y="11"/>
                      <a:pt x="154" y="11"/>
                      <a:pt x="121" y="33"/>
                    </a:cubicBezTo>
                    <a:cubicBezTo>
                      <a:pt x="33" y="88"/>
                      <a:pt x="0" y="209"/>
                      <a:pt x="55" y="297"/>
                    </a:cubicBezTo>
                    <a:cubicBezTo>
                      <a:pt x="759" y="1452"/>
                      <a:pt x="1969" y="2145"/>
                      <a:pt x="3322" y="2145"/>
                    </a:cubicBezTo>
                    <a:cubicBezTo>
                      <a:pt x="4674" y="2145"/>
                      <a:pt x="5884" y="1452"/>
                      <a:pt x="6588" y="297"/>
                    </a:cubicBezTo>
                    <a:cubicBezTo>
                      <a:pt x="6643" y="209"/>
                      <a:pt x="6610" y="88"/>
                      <a:pt x="6522" y="33"/>
                    </a:cubicBezTo>
                    <a:cubicBezTo>
                      <a:pt x="6489" y="15"/>
                      <a:pt x="6453" y="6"/>
                      <a:pt x="6419" y="6"/>
                    </a:cubicBezTo>
                    <a:cubicBezTo>
                      <a:pt x="6349" y="6"/>
                      <a:pt x="6283" y="41"/>
                      <a:pt x="6247" y="99"/>
                    </a:cubicBezTo>
                    <a:cubicBezTo>
                      <a:pt x="5631" y="1133"/>
                      <a:pt x="4531" y="1760"/>
                      <a:pt x="3322" y="1760"/>
                    </a:cubicBezTo>
                    <a:cubicBezTo>
                      <a:pt x="2112" y="1760"/>
                      <a:pt x="1012" y="1133"/>
                      <a:pt x="396" y="99"/>
                    </a:cubicBezTo>
                    <a:cubicBezTo>
                      <a:pt x="352" y="33"/>
                      <a:pt x="297" y="0"/>
                      <a:pt x="231" y="0"/>
                    </a:cubicBezTo>
                    <a:close/>
                  </a:path>
                </a:pathLst>
              </a:custGeom>
              <a:solidFill>
                <a:srgbClr val="FFFFFF">
                  <a:alpha val="289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2" name="Google Shape;1872;p40"/>
              <p:cNvSpPr/>
              <p:nvPr/>
            </p:nvSpPr>
            <p:spPr>
              <a:xfrm>
                <a:off x="3132699" y="1464976"/>
                <a:ext cx="195535" cy="321145"/>
              </a:xfrm>
              <a:custGeom>
                <a:rect b="b" l="l" r="r" t="t"/>
                <a:pathLst>
                  <a:path extrusionOk="0" h="5422" w="3301">
                    <a:moveTo>
                      <a:pt x="1563" y="0"/>
                    </a:moveTo>
                    <a:cubicBezTo>
                      <a:pt x="1398" y="0"/>
                      <a:pt x="1266" y="121"/>
                      <a:pt x="1266" y="286"/>
                    </a:cubicBezTo>
                    <a:lnTo>
                      <a:pt x="1266" y="297"/>
                    </a:lnTo>
                    <a:cubicBezTo>
                      <a:pt x="1266" y="418"/>
                      <a:pt x="1189" y="539"/>
                      <a:pt x="1057" y="572"/>
                    </a:cubicBezTo>
                    <a:cubicBezTo>
                      <a:pt x="980" y="594"/>
                      <a:pt x="914" y="616"/>
                      <a:pt x="848" y="649"/>
                    </a:cubicBezTo>
                    <a:cubicBezTo>
                      <a:pt x="617" y="748"/>
                      <a:pt x="452" y="902"/>
                      <a:pt x="320" y="1089"/>
                    </a:cubicBezTo>
                    <a:cubicBezTo>
                      <a:pt x="199" y="1276"/>
                      <a:pt x="133" y="1507"/>
                      <a:pt x="133" y="1771"/>
                    </a:cubicBezTo>
                    <a:cubicBezTo>
                      <a:pt x="133" y="2321"/>
                      <a:pt x="441" y="2684"/>
                      <a:pt x="1046" y="2882"/>
                    </a:cubicBezTo>
                    <a:lnTo>
                      <a:pt x="2101" y="3200"/>
                    </a:lnTo>
                    <a:cubicBezTo>
                      <a:pt x="2244" y="3244"/>
                      <a:pt x="2343" y="3299"/>
                      <a:pt x="2409" y="3365"/>
                    </a:cubicBezTo>
                    <a:cubicBezTo>
                      <a:pt x="2475" y="3431"/>
                      <a:pt x="2497" y="3519"/>
                      <a:pt x="2497" y="3629"/>
                    </a:cubicBezTo>
                    <a:cubicBezTo>
                      <a:pt x="2497" y="3783"/>
                      <a:pt x="2431" y="3904"/>
                      <a:pt x="2277" y="4014"/>
                    </a:cubicBezTo>
                    <a:cubicBezTo>
                      <a:pt x="2134" y="4113"/>
                      <a:pt x="1947" y="4168"/>
                      <a:pt x="1728" y="4168"/>
                    </a:cubicBezTo>
                    <a:cubicBezTo>
                      <a:pt x="1486" y="4168"/>
                      <a:pt x="1288" y="4102"/>
                      <a:pt x="1112" y="3959"/>
                    </a:cubicBezTo>
                    <a:cubicBezTo>
                      <a:pt x="1002" y="3871"/>
                      <a:pt x="914" y="3750"/>
                      <a:pt x="848" y="3618"/>
                    </a:cubicBezTo>
                    <a:cubicBezTo>
                      <a:pt x="799" y="3511"/>
                      <a:pt x="690" y="3439"/>
                      <a:pt x="582" y="3439"/>
                    </a:cubicBezTo>
                    <a:cubicBezTo>
                      <a:pt x="568" y="3439"/>
                      <a:pt x="554" y="3440"/>
                      <a:pt x="540" y="3442"/>
                    </a:cubicBezTo>
                    <a:lnTo>
                      <a:pt x="287" y="3486"/>
                    </a:lnTo>
                    <a:cubicBezTo>
                      <a:pt x="111" y="3508"/>
                      <a:pt x="1" y="3695"/>
                      <a:pt x="56" y="3871"/>
                    </a:cubicBezTo>
                    <a:cubicBezTo>
                      <a:pt x="111" y="4014"/>
                      <a:pt x="177" y="4146"/>
                      <a:pt x="265" y="4267"/>
                    </a:cubicBezTo>
                    <a:cubicBezTo>
                      <a:pt x="419" y="4476"/>
                      <a:pt x="617" y="4641"/>
                      <a:pt x="859" y="4751"/>
                    </a:cubicBezTo>
                    <a:cubicBezTo>
                      <a:pt x="925" y="4784"/>
                      <a:pt x="991" y="4806"/>
                      <a:pt x="1057" y="4828"/>
                    </a:cubicBezTo>
                    <a:cubicBezTo>
                      <a:pt x="1178" y="4861"/>
                      <a:pt x="1266" y="4982"/>
                      <a:pt x="1266" y="5103"/>
                    </a:cubicBezTo>
                    <a:lnTo>
                      <a:pt x="1266" y="5125"/>
                    </a:lnTo>
                    <a:cubicBezTo>
                      <a:pt x="1266" y="5290"/>
                      <a:pt x="1398" y="5422"/>
                      <a:pt x="1563" y="5422"/>
                    </a:cubicBezTo>
                    <a:lnTo>
                      <a:pt x="1782" y="5422"/>
                    </a:lnTo>
                    <a:cubicBezTo>
                      <a:pt x="1947" y="5422"/>
                      <a:pt x="2079" y="5290"/>
                      <a:pt x="2079" y="5125"/>
                    </a:cubicBezTo>
                    <a:lnTo>
                      <a:pt x="2079" y="5114"/>
                    </a:lnTo>
                    <a:cubicBezTo>
                      <a:pt x="2079" y="4982"/>
                      <a:pt x="2156" y="4872"/>
                      <a:pt x="2288" y="4839"/>
                    </a:cubicBezTo>
                    <a:cubicBezTo>
                      <a:pt x="2365" y="4806"/>
                      <a:pt x="2453" y="4784"/>
                      <a:pt x="2530" y="4751"/>
                    </a:cubicBezTo>
                    <a:cubicBezTo>
                      <a:pt x="2772" y="4630"/>
                      <a:pt x="2959" y="4476"/>
                      <a:pt x="3102" y="4267"/>
                    </a:cubicBezTo>
                    <a:cubicBezTo>
                      <a:pt x="3234" y="4069"/>
                      <a:pt x="3300" y="3827"/>
                      <a:pt x="3300" y="3563"/>
                    </a:cubicBezTo>
                    <a:cubicBezTo>
                      <a:pt x="3300" y="3255"/>
                      <a:pt x="3223" y="3014"/>
                      <a:pt x="3058" y="2827"/>
                    </a:cubicBezTo>
                    <a:lnTo>
                      <a:pt x="3047" y="2838"/>
                    </a:lnTo>
                    <a:cubicBezTo>
                      <a:pt x="2882" y="2651"/>
                      <a:pt x="2607" y="2497"/>
                      <a:pt x="2233" y="2398"/>
                    </a:cubicBezTo>
                    <a:lnTo>
                      <a:pt x="1486" y="2178"/>
                    </a:lnTo>
                    <a:cubicBezTo>
                      <a:pt x="1288" y="2123"/>
                      <a:pt x="1156" y="2068"/>
                      <a:pt x="1068" y="1991"/>
                    </a:cubicBezTo>
                    <a:cubicBezTo>
                      <a:pt x="980" y="1914"/>
                      <a:pt x="936" y="1826"/>
                      <a:pt x="936" y="1727"/>
                    </a:cubicBezTo>
                    <a:cubicBezTo>
                      <a:pt x="936" y="1628"/>
                      <a:pt x="969" y="1551"/>
                      <a:pt x="1024" y="1474"/>
                    </a:cubicBezTo>
                    <a:cubicBezTo>
                      <a:pt x="1090" y="1397"/>
                      <a:pt x="1178" y="1342"/>
                      <a:pt x="1277" y="1298"/>
                    </a:cubicBezTo>
                    <a:cubicBezTo>
                      <a:pt x="1387" y="1265"/>
                      <a:pt x="1508" y="1243"/>
                      <a:pt x="1640" y="1243"/>
                    </a:cubicBezTo>
                    <a:cubicBezTo>
                      <a:pt x="1771" y="1254"/>
                      <a:pt x="1892" y="1276"/>
                      <a:pt x="2002" y="1331"/>
                    </a:cubicBezTo>
                    <a:cubicBezTo>
                      <a:pt x="2123" y="1386"/>
                      <a:pt x="2211" y="1463"/>
                      <a:pt x="2288" y="1562"/>
                    </a:cubicBezTo>
                    <a:cubicBezTo>
                      <a:pt x="2321" y="1595"/>
                      <a:pt x="2343" y="1639"/>
                      <a:pt x="2365" y="1683"/>
                    </a:cubicBezTo>
                    <a:cubicBezTo>
                      <a:pt x="2423" y="1788"/>
                      <a:pt x="2522" y="1852"/>
                      <a:pt x="2634" y="1852"/>
                    </a:cubicBezTo>
                    <a:cubicBezTo>
                      <a:pt x="2651" y="1852"/>
                      <a:pt x="2667" y="1851"/>
                      <a:pt x="2684" y="1848"/>
                    </a:cubicBezTo>
                    <a:lnTo>
                      <a:pt x="2937" y="1804"/>
                    </a:lnTo>
                    <a:cubicBezTo>
                      <a:pt x="3124" y="1771"/>
                      <a:pt x="3234" y="1562"/>
                      <a:pt x="3146" y="1386"/>
                    </a:cubicBezTo>
                    <a:cubicBezTo>
                      <a:pt x="3091" y="1265"/>
                      <a:pt x="3025" y="1166"/>
                      <a:pt x="2948" y="1067"/>
                    </a:cubicBezTo>
                    <a:cubicBezTo>
                      <a:pt x="2805" y="891"/>
                      <a:pt x="2618" y="748"/>
                      <a:pt x="2398" y="649"/>
                    </a:cubicBezTo>
                    <a:cubicBezTo>
                      <a:pt x="2365" y="627"/>
                      <a:pt x="2321" y="616"/>
                      <a:pt x="2277" y="594"/>
                    </a:cubicBezTo>
                    <a:cubicBezTo>
                      <a:pt x="2156" y="561"/>
                      <a:pt x="2079" y="451"/>
                      <a:pt x="2079" y="319"/>
                    </a:cubicBezTo>
                    <a:lnTo>
                      <a:pt x="2079" y="286"/>
                    </a:lnTo>
                    <a:cubicBezTo>
                      <a:pt x="2079" y="121"/>
                      <a:pt x="1947" y="0"/>
                      <a:pt x="1782" y="0"/>
                    </a:cubicBezTo>
                    <a:close/>
                  </a:path>
                </a:pathLst>
              </a:custGeom>
              <a:solidFill>
                <a:srgbClr val="000000">
                  <a:alpha val="2642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3" name="Google Shape;1873;p40"/>
              <p:cNvSpPr/>
              <p:nvPr/>
            </p:nvSpPr>
            <p:spPr>
              <a:xfrm>
                <a:off x="3132699" y="1457158"/>
                <a:ext cx="195535" cy="321797"/>
              </a:xfrm>
              <a:custGeom>
                <a:rect b="b" l="l" r="r" t="t"/>
                <a:pathLst>
                  <a:path extrusionOk="0" h="5433" w="3301">
                    <a:moveTo>
                      <a:pt x="3047" y="2838"/>
                    </a:moveTo>
                    <a:cubicBezTo>
                      <a:pt x="2882" y="2651"/>
                      <a:pt x="2607" y="2508"/>
                      <a:pt x="2233" y="2398"/>
                    </a:cubicBezTo>
                    <a:lnTo>
                      <a:pt x="1486" y="2189"/>
                    </a:lnTo>
                    <a:cubicBezTo>
                      <a:pt x="1288" y="2134"/>
                      <a:pt x="1156" y="2068"/>
                      <a:pt x="1068" y="2002"/>
                    </a:cubicBezTo>
                    <a:cubicBezTo>
                      <a:pt x="980" y="1925"/>
                      <a:pt x="936" y="1837"/>
                      <a:pt x="936" y="1738"/>
                    </a:cubicBezTo>
                    <a:cubicBezTo>
                      <a:pt x="936" y="1639"/>
                      <a:pt x="969" y="1562"/>
                      <a:pt x="1024" y="1485"/>
                    </a:cubicBezTo>
                    <a:cubicBezTo>
                      <a:pt x="1090" y="1408"/>
                      <a:pt x="1178" y="1353"/>
                      <a:pt x="1277" y="1309"/>
                    </a:cubicBezTo>
                    <a:cubicBezTo>
                      <a:pt x="1387" y="1265"/>
                      <a:pt x="1508" y="1254"/>
                      <a:pt x="1640" y="1254"/>
                    </a:cubicBezTo>
                    <a:cubicBezTo>
                      <a:pt x="1771" y="1254"/>
                      <a:pt x="1892" y="1287"/>
                      <a:pt x="2002" y="1342"/>
                    </a:cubicBezTo>
                    <a:cubicBezTo>
                      <a:pt x="2123" y="1397"/>
                      <a:pt x="2211" y="1474"/>
                      <a:pt x="2288" y="1562"/>
                    </a:cubicBezTo>
                    <a:cubicBezTo>
                      <a:pt x="2321" y="1606"/>
                      <a:pt x="2343" y="1650"/>
                      <a:pt x="2365" y="1694"/>
                    </a:cubicBezTo>
                    <a:cubicBezTo>
                      <a:pt x="2431" y="1804"/>
                      <a:pt x="2552" y="1881"/>
                      <a:pt x="2684" y="1859"/>
                    </a:cubicBezTo>
                    <a:lnTo>
                      <a:pt x="2937" y="1815"/>
                    </a:lnTo>
                    <a:cubicBezTo>
                      <a:pt x="3124" y="1771"/>
                      <a:pt x="3234" y="1573"/>
                      <a:pt x="3146" y="1397"/>
                    </a:cubicBezTo>
                    <a:cubicBezTo>
                      <a:pt x="3091" y="1276"/>
                      <a:pt x="3025" y="1177"/>
                      <a:pt x="2948" y="1078"/>
                    </a:cubicBezTo>
                    <a:cubicBezTo>
                      <a:pt x="2805" y="891"/>
                      <a:pt x="2618" y="759"/>
                      <a:pt x="2398" y="660"/>
                    </a:cubicBezTo>
                    <a:cubicBezTo>
                      <a:pt x="2365" y="638"/>
                      <a:pt x="2321" y="616"/>
                      <a:pt x="2277" y="605"/>
                    </a:cubicBezTo>
                    <a:cubicBezTo>
                      <a:pt x="2156" y="572"/>
                      <a:pt x="2079" y="451"/>
                      <a:pt x="2079" y="330"/>
                    </a:cubicBezTo>
                    <a:lnTo>
                      <a:pt x="2079" y="297"/>
                    </a:lnTo>
                    <a:cubicBezTo>
                      <a:pt x="2079" y="132"/>
                      <a:pt x="1947" y="0"/>
                      <a:pt x="1782" y="0"/>
                    </a:cubicBezTo>
                    <a:lnTo>
                      <a:pt x="1563" y="0"/>
                    </a:lnTo>
                    <a:cubicBezTo>
                      <a:pt x="1398" y="0"/>
                      <a:pt x="1266" y="132"/>
                      <a:pt x="1266" y="297"/>
                    </a:cubicBezTo>
                    <a:lnTo>
                      <a:pt x="1266" y="297"/>
                    </a:lnTo>
                    <a:cubicBezTo>
                      <a:pt x="1266" y="429"/>
                      <a:pt x="1189" y="550"/>
                      <a:pt x="1057" y="583"/>
                    </a:cubicBezTo>
                    <a:cubicBezTo>
                      <a:pt x="980" y="605"/>
                      <a:pt x="914" y="627"/>
                      <a:pt x="848" y="660"/>
                    </a:cubicBezTo>
                    <a:cubicBezTo>
                      <a:pt x="617" y="759"/>
                      <a:pt x="452" y="902"/>
                      <a:pt x="320" y="1100"/>
                    </a:cubicBezTo>
                    <a:cubicBezTo>
                      <a:pt x="199" y="1287"/>
                      <a:pt x="133" y="1518"/>
                      <a:pt x="133" y="1771"/>
                    </a:cubicBezTo>
                    <a:cubicBezTo>
                      <a:pt x="133" y="2332"/>
                      <a:pt x="441" y="2695"/>
                      <a:pt x="1046" y="2882"/>
                    </a:cubicBezTo>
                    <a:lnTo>
                      <a:pt x="2101" y="3211"/>
                    </a:lnTo>
                    <a:cubicBezTo>
                      <a:pt x="2244" y="3255"/>
                      <a:pt x="2343" y="3310"/>
                      <a:pt x="2409" y="3376"/>
                    </a:cubicBezTo>
                    <a:cubicBezTo>
                      <a:pt x="2475" y="3442"/>
                      <a:pt x="2497" y="3530"/>
                      <a:pt x="2497" y="3629"/>
                    </a:cubicBezTo>
                    <a:cubicBezTo>
                      <a:pt x="2497" y="3783"/>
                      <a:pt x="2431" y="3915"/>
                      <a:pt x="2277" y="4025"/>
                    </a:cubicBezTo>
                    <a:cubicBezTo>
                      <a:pt x="2134" y="4124"/>
                      <a:pt x="1947" y="4179"/>
                      <a:pt x="1728" y="4179"/>
                    </a:cubicBezTo>
                    <a:cubicBezTo>
                      <a:pt x="1486" y="4179"/>
                      <a:pt x="1288" y="4113"/>
                      <a:pt x="1112" y="3970"/>
                    </a:cubicBezTo>
                    <a:cubicBezTo>
                      <a:pt x="1002" y="3882"/>
                      <a:pt x="914" y="3761"/>
                      <a:pt x="848" y="3629"/>
                    </a:cubicBezTo>
                    <a:cubicBezTo>
                      <a:pt x="793" y="3508"/>
                      <a:pt x="661" y="3431"/>
                      <a:pt x="540" y="3453"/>
                    </a:cubicBezTo>
                    <a:lnTo>
                      <a:pt x="287" y="3486"/>
                    </a:lnTo>
                    <a:cubicBezTo>
                      <a:pt x="111" y="3519"/>
                      <a:pt x="1" y="3706"/>
                      <a:pt x="56" y="3882"/>
                    </a:cubicBezTo>
                    <a:cubicBezTo>
                      <a:pt x="111" y="4025"/>
                      <a:pt x="177" y="4157"/>
                      <a:pt x="265" y="4278"/>
                    </a:cubicBezTo>
                    <a:cubicBezTo>
                      <a:pt x="419" y="4487"/>
                      <a:pt x="617" y="4641"/>
                      <a:pt x="859" y="4762"/>
                    </a:cubicBezTo>
                    <a:cubicBezTo>
                      <a:pt x="925" y="4784"/>
                      <a:pt x="991" y="4817"/>
                      <a:pt x="1057" y="4839"/>
                    </a:cubicBezTo>
                    <a:cubicBezTo>
                      <a:pt x="1178" y="4872"/>
                      <a:pt x="1266" y="4982"/>
                      <a:pt x="1266" y="5114"/>
                    </a:cubicBezTo>
                    <a:lnTo>
                      <a:pt x="1266" y="5136"/>
                    </a:lnTo>
                    <a:cubicBezTo>
                      <a:pt x="1266" y="5301"/>
                      <a:pt x="1398" y="5433"/>
                      <a:pt x="1563" y="5433"/>
                    </a:cubicBezTo>
                    <a:lnTo>
                      <a:pt x="1782" y="5433"/>
                    </a:lnTo>
                    <a:cubicBezTo>
                      <a:pt x="1947" y="5433"/>
                      <a:pt x="2079" y="5301"/>
                      <a:pt x="2079" y="5136"/>
                    </a:cubicBezTo>
                    <a:lnTo>
                      <a:pt x="2079" y="5125"/>
                    </a:lnTo>
                    <a:cubicBezTo>
                      <a:pt x="2079" y="4993"/>
                      <a:pt x="2156" y="4883"/>
                      <a:pt x="2288" y="4839"/>
                    </a:cubicBezTo>
                    <a:cubicBezTo>
                      <a:pt x="2365" y="4817"/>
                      <a:pt x="2453" y="4795"/>
                      <a:pt x="2530" y="4751"/>
                    </a:cubicBezTo>
                    <a:cubicBezTo>
                      <a:pt x="2772" y="4641"/>
                      <a:pt x="2959" y="4487"/>
                      <a:pt x="3102" y="4278"/>
                    </a:cubicBezTo>
                    <a:cubicBezTo>
                      <a:pt x="3234" y="4080"/>
                      <a:pt x="3300" y="3838"/>
                      <a:pt x="3300" y="3574"/>
                    </a:cubicBezTo>
                    <a:cubicBezTo>
                      <a:pt x="3300" y="3266"/>
                      <a:pt x="3223" y="3025"/>
                      <a:pt x="3058" y="283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4" name="Google Shape;1874;p40"/>
              <p:cNvSpPr/>
              <p:nvPr/>
            </p:nvSpPr>
            <p:spPr>
              <a:xfrm>
                <a:off x="3415416" y="1526341"/>
                <a:ext cx="30684" cy="182961"/>
              </a:xfrm>
              <a:custGeom>
                <a:rect b="b" l="l" r="r" t="t"/>
                <a:pathLst>
                  <a:path extrusionOk="0" h="3089" w="518">
                    <a:moveTo>
                      <a:pt x="113" y="1"/>
                    </a:moveTo>
                    <a:cubicBezTo>
                      <a:pt x="101" y="1"/>
                      <a:pt x="89" y="3"/>
                      <a:pt x="78" y="9"/>
                    </a:cubicBezTo>
                    <a:cubicBezTo>
                      <a:pt x="23" y="31"/>
                      <a:pt x="1" y="97"/>
                      <a:pt x="23" y="141"/>
                    </a:cubicBezTo>
                    <a:cubicBezTo>
                      <a:pt x="221" y="592"/>
                      <a:pt x="320" y="1054"/>
                      <a:pt x="320" y="1549"/>
                    </a:cubicBezTo>
                    <a:cubicBezTo>
                      <a:pt x="320" y="2032"/>
                      <a:pt x="221" y="2505"/>
                      <a:pt x="23" y="2956"/>
                    </a:cubicBezTo>
                    <a:cubicBezTo>
                      <a:pt x="1" y="3000"/>
                      <a:pt x="23" y="3066"/>
                      <a:pt x="78" y="3088"/>
                    </a:cubicBezTo>
                    <a:lnTo>
                      <a:pt x="111" y="3088"/>
                    </a:lnTo>
                    <a:cubicBezTo>
                      <a:pt x="155" y="3088"/>
                      <a:pt x="188" y="3066"/>
                      <a:pt x="210" y="3033"/>
                    </a:cubicBezTo>
                    <a:cubicBezTo>
                      <a:pt x="419" y="2560"/>
                      <a:pt x="518" y="2065"/>
                      <a:pt x="518" y="1549"/>
                    </a:cubicBezTo>
                    <a:cubicBezTo>
                      <a:pt x="518" y="1032"/>
                      <a:pt x="419" y="537"/>
                      <a:pt x="210" y="64"/>
                    </a:cubicBezTo>
                    <a:cubicBezTo>
                      <a:pt x="185" y="23"/>
                      <a:pt x="149" y="1"/>
                      <a:pt x="113" y="1"/>
                    </a:cubicBezTo>
                    <a:close/>
                  </a:path>
                </a:pathLst>
              </a:custGeom>
              <a:solidFill>
                <a:srgbClr val="FFFFFF">
                  <a:alpha val="289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5" name="Google Shape;1875;p40"/>
              <p:cNvSpPr/>
              <p:nvPr/>
            </p:nvSpPr>
            <p:spPr>
              <a:xfrm>
                <a:off x="3013523" y="1526341"/>
                <a:ext cx="30684" cy="182961"/>
              </a:xfrm>
              <a:custGeom>
                <a:rect b="b" l="l" r="r" t="t"/>
                <a:pathLst>
                  <a:path extrusionOk="0" h="3089" w="518">
                    <a:moveTo>
                      <a:pt x="409" y="1"/>
                    </a:moveTo>
                    <a:cubicBezTo>
                      <a:pt x="370" y="1"/>
                      <a:pt x="336" y="23"/>
                      <a:pt x="319" y="64"/>
                    </a:cubicBezTo>
                    <a:cubicBezTo>
                      <a:pt x="110" y="537"/>
                      <a:pt x="0" y="1032"/>
                      <a:pt x="0" y="1549"/>
                    </a:cubicBezTo>
                    <a:cubicBezTo>
                      <a:pt x="0" y="2065"/>
                      <a:pt x="110" y="2560"/>
                      <a:pt x="319" y="3033"/>
                    </a:cubicBezTo>
                    <a:cubicBezTo>
                      <a:pt x="330" y="3066"/>
                      <a:pt x="363" y="3088"/>
                      <a:pt x="407" y="3088"/>
                    </a:cubicBezTo>
                    <a:lnTo>
                      <a:pt x="451" y="3088"/>
                    </a:lnTo>
                    <a:cubicBezTo>
                      <a:pt x="495" y="3055"/>
                      <a:pt x="517" y="3000"/>
                      <a:pt x="495" y="2956"/>
                    </a:cubicBezTo>
                    <a:cubicBezTo>
                      <a:pt x="297" y="2505"/>
                      <a:pt x="198" y="2032"/>
                      <a:pt x="198" y="1549"/>
                    </a:cubicBezTo>
                    <a:cubicBezTo>
                      <a:pt x="198" y="1054"/>
                      <a:pt x="297" y="592"/>
                      <a:pt x="495" y="141"/>
                    </a:cubicBezTo>
                    <a:cubicBezTo>
                      <a:pt x="517" y="97"/>
                      <a:pt x="495" y="31"/>
                      <a:pt x="451" y="9"/>
                    </a:cubicBezTo>
                    <a:cubicBezTo>
                      <a:pt x="437" y="3"/>
                      <a:pt x="423" y="1"/>
                      <a:pt x="409" y="1"/>
                    </a:cubicBezTo>
                    <a:close/>
                  </a:path>
                </a:pathLst>
              </a:custGeom>
              <a:solidFill>
                <a:srgbClr val="FFFFFF">
                  <a:alpha val="289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9" name="Shape 1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0" name="Google Shape;1880;p41"/>
          <p:cNvSpPr txBox="1"/>
          <p:nvPr>
            <p:ph type="title"/>
          </p:nvPr>
        </p:nvSpPr>
        <p:spPr>
          <a:xfrm>
            <a:off x="713225" y="520925"/>
            <a:ext cx="7717500" cy="7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Compound Interest</a:t>
            </a:r>
            <a:endParaRPr/>
          </a:p>
        </p:txBody>
      </p:sp>
      <p:sp>
        <p:nvSpPr>
          <p:cNvPr id="1881" name="Google Shape;1881;p41"/>
          <p:cNvSpPr txBox="1"/>
          <p:nvPr/>
        </p:nvSpPr>
        <p:spPr>
          <a:xfrm>
            <a:off x="1204775" y="1467400"/>
            <a:ext cx="36684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Interest is calculated on the principal PLUS all previously accumulated interest.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You earn "interest on interest."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It exhibits an exponential growth pattern.</a:t>
            </a:r>
            <a:endParaRPr sz="1800"/>
          </a:p>
        </p:txBody>
      </p:sp>
      <p:grpSp>
        <p:nvGrpSpPr>
          <p:cNvPr id="1882" name="Google Shape;1882;p41"/>
          <p:cNvGrpSpPr/>
          <p:nvPr/>
        </p:nvGrpSpPr>
        <p:grpSpPr>
          <a:xfrm>
            <a:off x="5828137" y="1228925"/>
            <a:ext cx="2032839" cy="3204299"/>
            <a:chOff x="1313837" y="1023600"/>
            <a:chExt cx="2032839" cy="3204299"/>
          </a:xfrm>
        </p:grpSpPr>
        <p:sp>
          <p:nvSpPr>
            <p:cNvPr id="1883" name="Google Shape;1883;p41"/>
            <p:cNvSpPr/>
            <p:nvPr/>
          </p:nvSpPr>
          <p:spPr>
            <a:xfrm>
              <a:off x="1313837" y="4055100"/>
              <a:ext cx="2032839" cy="172799"/>
            </a:xfrm>
            <a:custGeom>
              <a:rect b="b" l="l" r="r" t="t"/>
              <a:pathLst>
                <a:path extrusionOk="0" h="1134" w="14022">
                  <a:moveTo>
                    <a:pt x="7006" y="0"/>
                  </a:moveTo>
                  <a:cubicBezTo>
                    <a:pt x="3135" y="0"/>
                    <a:pt x="0" y="253"/>
                    <a:pt x="0" y="572"/>
                  </a:cubicBezTo>
                  <a:cubicBezTo>
                    <a:pt x="0" y="880"/>
                    <a:pt x="3135" y="1133"/>
                    <a:pt x="7006" y="1133"/>
                  </a:cubicBezTo>
                  <a:cubicBezTo>
                    <a:pt x="10877" y="1133"/>
                    <a:pt x="14022" y="880"/>
                    <a:pt x="14022" y="572"/>
                  </a:cubicBezTo>
                  <a:cubicBezTo>
                    <a:pt x="14022" y="253"/>
                    <a:pt x="10877" y="0"/>
                    <a:pt x="7006" y="0"/>
                  </a:cubicBezTo>
                  <a:close/>
                </a:path>
              </a:pathLst>
            </a:custGeom>
            <a:solidFill>
              <a:srgbClr val="000000">
                <a:alpha val="119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4" name="Google Shape;1884;p41"/>
            <p:cNvSpPr/>
            <p:nvPr/>
          </p:nvSpPr>
          <p:spPr>
            <a:xfrm>
              <a:off x="1399663" y="1023600"/>
              <a:ext cx="1861200" cy="3096300"/>
            </a:xfrm>
            <a:prstGeom prst="roundRect">
              <a:avLst>
                <a:gd fmla="val 9247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885" name="Google Shape;1885;p41"/>
            <p:cNvCxnSpPr/>
            <p:nvPr/>
          </p:nvCxnSpPr>
          <p:spPr>
            <a:xfrm>
              <a:off x="2061600" y="3950550"/>
              <a:ext cx="5391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1886" name="Google Shape;1886;p41"/>
          <p:cNvPicPr preferRelativeResize="0"/>
          <p:nvPr/>
        </p:nvPicPr>
        <p:blipFill rotWithShape="1">
          <a:blip r:embed="rId3">
            <a:alphaModFix/>
          </a:blip>
          <a:srcRect b="0" l="11611" r="55156" t="0"/>
          <a:stretch/>
        </p:blipFill>
        <p:spPr>
          <a:xfrm>
            <a:off x="6087975" y="1403825"/>
            <a:ext cx="1513176" cy="256125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0" name="Shape 1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1" name="Google Shape;1891;p42"/>
          <p:cNvSpPr txBox="1"/>
          <p:nvPr>
            <p:ph type="title"/>
          </p:nvPr>
        </p:nvSpPr>
        <p:spPr>
          <a:xfrm>
            <a:off x="713225" y="520925"/>
            <a:ext cx="7717500" cy="7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Compound Interest</a:t>
            </a:r>
            <a:endParaRPr/>
          </a:p>
        </p:txBody>
      </p:sp>
      <p:sp>
        <p:nvSpPr>
          <p:cNvPr id="1892" name="Google Shape;1892;p42"/>
          <p:cNvSpPr txBox="1"/>
          <p:nvPr/>
        </p:nvSpPr>
        <p:spPr>
          <a:xfrm>
            <a:off x="851775" y="2283700"/>
            <a:ext cx="515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Compound Interest = P x (1 + i)</a:t>
            </a:r>
            <a:r>
              <a:rPr baseline="30000" lang="en" sz="2000"/>
              <a:t>n</a:t>
            </a:r>
            <a:r>
              <a:rPr lang="en" sz="2000"/>
              <a:t>- P</a:t>
            </a:r>
            <a:endParaRPr sz="2000"/>
          </a:p>
        </p:txBody>
      </p:sp>
      <p:sp>
        <p:nvSpPr>
          <p:cNvPr id="1893" name="Google Shape;1893;p42"/>
          <p:cNvSpPr txBox="1"/>
          <p:nvPr/>
        </p:nvSpPr>
        <p:spPr>
          <a:xfrm>
            <a:off x="851775" y="2916950"/>
            <a:ext cx="4059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Future Value </a:t>
            </a:r>
            <a:r>
              <a:rPr lang="en" sz="2000"/>
              <a:t>= P x (1 + i)</a:t>
            </a:r>
            <a:r>
              <a:rPr baseline="30000" lang="en" sz="2000"/>
              <a:t>n</a:t>
            </a:r>
            <a:endParaRPr baseline="30000" sz="2000"/>
          </a:p>
        </p:txBody>
      </p:sp>
      <p:pic>
        <p:nvPicPr>
          <p:cNvPr id="1894" name="Google Shape;1894;p42" title="image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44675" y="1411300"/>
            <a:ext cx="2836125" cy="283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8" name="Shape 1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9" name="Google Shape;1899;p43"/>
          <p:cNvSpPr txBox="1"/>
          <p:nvPr>
            <p:ph type="title"/>
          </p:nvPr>
        </p:nvSpPr>
        <p:spPr>
          <a:xfrm>
            <a:off x="713225" y="520925"/>
            <a:ext cx="7717500" cy="7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Simple vs Compound</a:t>
            </a:r>
            <a:endParaRPr/>
          </a:p>
        </p:txBody>
      </p:sp>
      <p:sp>
        <p:nvSpPr>
          <p:cNvPr id="1900" name="Google Shape;1900;p43"/>
          <p:cNvSpPr/>
          <p:nvPr/>
        </p:nvSpPr>
        <p:spPr>
          <a:xfrm rot="-10527793">
            <a:off x="2505558" y="2280112"/>
            <a:ext cx="2344993" cy="783050"/>
          </a:xfrm>
          <a:custGeom>
            <a:rect b="b" l="l" r="r" t="t"/>
            <a:pathLst>
              <a:path extrusionOk="0" h="31699" w="46634">
                <a:moveTo>
                  <a:pt x="0" y="0"/>
                </a:moveTo>
                <a:cubicBezTo>
                  <a:pt x="51" y="762"/>
                  <a:pt x="0" y="1880"/>
                  <a:pt x="305" y="4572"/>
                </a:cubicBezTo>
                <a:cubicBezTo>
                  <a:pt x="610" y="7264"/>
                  <a:pt x="966" y="12903"/>
                  <a:pt x="1829" y="16154"/>
                </a:cubicBezTo>
                <a:cubicBezTo>
                  <a:pt x="2693" y="19405"/>
                  <a:pt x="3505" y="22098"/>
                  <a:pt x="5486" y="24079"/>
                </a:cubicBezTo>
                <a:cubicBezTo>
                  <a:pt x="7467" y="26060"/>
                  <a:pt x="9804" y="26873"/>
                  <a:pt x="13716" y="28041"/>
                </a:cubicBezTo>
                <a:cubicBezTo>
                  <a:pt x="17628" y="29209"/>
                  <a:pt x="23470" y="30479"/>
                  <a:pt x="28956" y="31089"/>
                </a:cubicBezTo>
                <a:cubicBezTo>
                  <a:pt x="34442" y="31699"/>
                  <a:pt x="43688" y="31597"/>
                  <a:pt x="46634" y="31699"/>
                </a:cubicBezTo>
              </a:path>
            </a:pathLst>
          </a:custGeom>
          <a:noFill/>
          <a:ln cap="flat" cmpd="sng" w="28575">
            <a:solidFill>
              <a:srgbClr val="36B248"/>
            </a:solidFill>
            <a:prstDash val="solid"/>
            <a:round/>
            <a:headEnd len="med" w="med" type="none"/>
            <a:tailEnd len="med" w="med" type="triangle"/>
          </a:ln>
        </p:spPr>
      </p:sp>
      <p:pic>
        <p:nvPicPr>
          <p:cNvPr id="1901" name="Google Shape;190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2650" y="1655400"/>
            <a:ext cx="4582949" cy="293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5" name="Shape 1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6" name="Google Shape;1906;p44"/>
          <p:cNvSpPr txBox="1"/>
          <p:nvPr>
            <p:ph type="title"/>
          </p:nvPr>
        </p:nvSpPr>
        <p:spPr>
          <a:xfrm>
            <a:off x="713225" y="520925"/>
            <a:ext cx="7717500" cy="7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 Worth Formulas</a:t>
            </a:r>
            <a:endParaRPr/>
          </a:p>
        </p:txBody>
      </p:sp>
      <p:sp>
        <p:nvSpPr>
          <p:cNvPr id="1907" name="Google Shape;1907;p44"/>
          <p:cNvSpPr txBox="1"/>
          <p:nvPr>
            <p:ph idx="2" type="subTitle"/>
          </p:nvPr>
        </p:nvSpPr>
        <p:spPr>
          <a:xfrm>
            <a:off x="3485700" y="3431000"/>
            <a:ext cx="21726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Single Payment Present Worth</a:t>
            </a:r>
            <a:endParaRPr/>
          </a:p>
        </p:txBody>
      </p:sp>
      <p:sp>
        <p:nvSpPr>
          <p:cNvPr id="1908" name="Google Shape;1908;p44"/>
          <p:cNvSpPr txBox="1"/>
          <p:nvPr>
            <p:ph idx="4" type="subTitle"/>
          </p:nvPr>
        </p:nvSpPr>
        <p:spPr>
          <a:xfrm>
            <a:off x="6144375" y="2775700"/>
            <a:ext cx="21723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PV of Gradient </a:t>
            </a:r>
            <a:endParaRPr/>
          </a:p>
        </p:txBody>
      </p:sp>
      <p:cxnSp>
        <p:nvCxnSpPr>
          <p:cNvPr id="1909" name="Google Shape;1909;p44"/>
          <p:cNvCxnSpPr/>
          <p:nvPr/>
        </p:nvCxnSpPr>
        <p:spPr>
          <a:xfrm>
            <a:off x="3917375" y="2701225"/>
            <a:ext cx="1202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10" name="Google Shape;1910;p44"/>
          <p:cNvCxnSpPr/>
          <p:nvPr/>
        </p:nvCxnSpPr>
        <p:spPr>
          <a:xfrm>
            <a:off x="6629350" y="2701275"/>
            <a:ext cx="1202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911" name="Google Shape;1911;p44"/>
          <p:cNvGrpSpPr/>
          <p:nvPr/>
        </p:nvGrpSpPr>
        <p:grpSpPr>
          <a:xfrm>
            <a:off x="4154965" y="1741795"/>
            <a:ext cx="727220" cy="722333"/>
            <a:chOff x="-1467695" y="1926796"/>
            <a:chExt cx="414205" cy="414205"/>
          </a:xfrm>
        </p:grpSpPr>
        <p:sp>
          <p:nvSpPr>
            <p:cNvPr id="1912" name="Google Shape;1912;p44"/>
            <p:cNvSpPr/>
            <p:nvPr/>
          </p:nvSpPr>
          <p:spPr>
            <a:xfrm>
              <a:off x="-1467695" y="1926796"/>
              <a:ext cx="343870" cy="414205"/>
            </a:xfrm>
            <a:custGeom>
              <a:rect b="b" l="l" r="r" t="t"/>
              <a:pathLst>
                <a:path extrusionOk="0" h="13262" w="11010">
                  <a:moveTo>
                    <a:pt x="3923" y="3897"/>
                  </a:moveTo>
                  <a:lnTo>
                    <a:pt x="3923" y="4682"/>
                  </a:lnTo>
                  <a:lnTo>
                    <a:pt x="4682" y="4682"/>
                  </a:lnTo>
                  <a:lnTo>
                    <a:pt x="4682" y="5466"/>
                  </a:lnTo>
                  <a:lnTo>
                    <a:pt x="3518" y="5466"/>
                  </a:lnTo>
                  <a:cubicBezTo>
                    <a:pt x="3316" y="5466"/>
                    <a:pt x="3138" y="5618"/>
                    <a:pt x="3138" y="5846"/>
                  </a:cubicBezTo>
                  <a:lnTo>
                    <a:pt x="3138" y="6226"/>
                  </a:lnTo>
                  <a:lnTo>
                    <a:pt x="4682" y="6226"/>
                  </a:lnTo>
                  <a:lnTo>
                    <a:pt x="4682" y="7390"/>
                  </a:lnTo>
                  <a:cubicBezTo>
                    <a:pt x="4682" y="7896"/>
                    <a:pt x="4353" y="8326"/>
                    <a:pt x="3923" y="8503"/>
                  </a:cubicBezTo>
                  <a:lnTo>
                    <a:pt x="3923" y="9339"/>
                  </a:lnTo>
                  <a:lnTo>
                    <a:pt x="3138" y="9339"/>
                  </a:lnTo>
                  <a:lnTo>
                    <a:pt x="3138" y="8554"/>
                  </a:lnTo>
                  <a:lnTo>
                    <a:pt x="2354" y="8554"/>
                  </a:lnTo>
                  <a:lnTo>
                    <a:pt x="2354" y="7795"/>
                  </a:lnTo>
                  <a:lnTo>
                    <a:pt x="3518" y="7795"/>
                  </a:lnTo>
                  <a:cubicBezTo>
                    <a:pt x="3746" y="7795"/>
                    <a:pt x="3923" y="7618"/>
                    <a:pt x="3923" y="7415"/>
                  </a:cubicBezTo>
                  <a:lnTo>
                    <a:pt x="3923" y="7010"/>
                  </a:lnTo>
                  <a:lnTo>
                    <a:pt x="2354" y="7010"/>
                  </a:lnTo>
                  <a:lnTo>
                    <a:pt x="2354" y="5846"/>
                  </a:lnTo>
                  <a:cubicBezTo>
                    <a:pt x="2354" y="5340"/>
                    <a:pt x="2683" y="4910"/>
                    <a:pt x="3138" y="4758"/>
                  </a:cubicBezTo>
                  <a:lnTo>
                    <a:pt x="3138" y="3897"/>
                  </a:lnTo>
                  <a:close/>
                  <a:moveTo>
                    <a:pt x="6251" y="0"/>
                  </a:moveTo>
                  <a:cubicBezTo>
                    <a:pt x="2835" y="202"/>
                    <a:pt x="0" y="3062"/>
                    <a:pt x="0" y="6631"/>
                  </a:cubicBezTo>
                  <a:cubicBezTo>
                    <a:pt x="0" y="10199"/>
                    <a:pt x="2987" y="13261"/>
                    <a:pt x="6631" y="13261"/>
                  </a:cubicBezTo>
                  <a:cubicBezTo>
                    <a:pt x="8276" y="13261"/>
                    <a:pt x="9820" y="12629"/>
                    <a:pt x="11009" y="11566"/>
                  </a:cubicBezTo>
                  <a:lnTo>
                    <a:pt x="6251" y="6782"/>
                  </a:lnTo>
                  <a:lnTo>
                    <a:pt x="625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3" name="Google Shape;1913;p44"/>
            <p:cNvSpPr/>
            <p:nvPr/>
          </p:nvSpPr>
          <p:spPr>
            <a:xfrm>
              <a:off x="-1247974" y="1926796"/>
              <a:ext cx="194485" cy="343839"/>
            </a:xfrm>
            <a:custGeom>
              <a:rect b="b" l="l" r="r" t="t"/>
              <a:pathLst>
                <a:path extrusionOk="0" h="11009" w="6227">
                  <a:moveTo>
                    <a:pt x="1" y="0"/>
                  </a:moveTo>
                  <a:lnTo>
                    <a:pt x="1" y="6453"/>
                  </a:lnTo>
                  <a:lnTo>
                    <a:pt x="4531" y="11009"/>
                  </a:lnTo>
                  <a:cubicBezTo>
                    <a:pt x="5594" y="9819"/>
                    <a:pt x="6226" y="8276"/>
                    <a:pt x="6226" y="6631"/>
                  </a:cubicBezTo>
                  <a:cubicBezTo>
                    <a:pt x="6226" y="3062"/>
                    <a:pt x="3392" y="202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14" name="Google Shape;1914;p44"/>
          <p:cNvSpPr txBox="1"/>
          <p:nvPr>
            <p:ph idx="6" type="subTitle"/>
          </p:nvPr>
        </p:nvSpPr>
        <p:spPr>
          <a:xfrm>
            <a:off x="788350" y="2744775"/>
            <a:ext cx="21723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PV of Annuity</a:t>
            </a:r>
            <a:endParaRPr/>
          </a:p>
        </p:txBody>
      </p:sp>
      <p:cxnSp>
        <p:nvCxnSpPr>
          <p:cNvPr id="1915" name="Google Shape;1915;p44"/>
          <p:cNvCxnSpPr/>
          <p:nvPr/>
        </p:nvCxnSpPr>
        <p:spPr>
          <a:xfrm>
            <a:off x="1273300" y="2670350"/>
            <a:ext cx="1202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916" name="Google Shape;1916;p44"/>
          <p:cNvGrpSpPr/>
          <p:nvPr/>
        </p:nvGrpSpPr>
        <p:grpSpPr>
          <a:xfrm>
            <a:off x="1571790" y="1741795"/>
            <a:ext cx="727220" cy="722333"/>
            <a:chOff x="-1467695" y="1926796"/>
            <a:chExt cx="414205" cy="414205"/>
          </a:xfrm>
        </p:grpSpPr>
        <p:sp>
          <p:nvSpPr>
            <p:cNvPr id="1917" name="Google Shape;1917;p44"/>
            <p:cNvSpPr/>
            <p:nvPr/>
          </p:nvSpPr>
          <p:spPr>
            <a:xfrm>
              <a:off x="-1467695" y="1926796"/>
              <a:ext cx="343870" cy="414205"/>
            </a:xfrm>
            <a:custGeom>
              <a:rect b="b" l="l" r="r" t="t"/>
              <a:pathLst>
                <a:path extrusionOk="0" h="13262" w="11010">
                  <a:moveTo>
                    <a:pt x="3923" y="3897"/>
                  </a:moveTo>
                  <a:lnTo>
                    <a:pt x="3923" y="4682"/>
                  </a:lnTo>
                  <a:lnTo>
                    <a:pt x="4682" y="4682"/>
                  </a:lnTo>
                  <a:lnTo>
                    <a:pt x="4682" y="5466"/>
                  </a:lnTo>
                  <a:lnTo>
                    <a:pt x="3518" y="5466"/>
                  </a:lnTo>
                  <a:cubicBezTo>
                    <a:pt x="3316" y="5466"/>
                    <a:pt x="3138" y="5618"/>
                    <a:pt x="3138" y="5846"/>
                  </a:cubicBezTo>
                  <a:lnTo>
                    <a:pt x="3138" y="6226"/>
                  </a:lnTo>
                  <a:lnTo>
                    <a:pt x="4682" y="6226"/>
                  </a:lnTo>
                  <a:lnTo>
                    <a:pt x="4682" y="7390"/>
                  </a:lnTo>
                  <a:cubicBezTo>
                    <a:pt x="4682" y="7896"/>
                    <a:pt x="4353" y="8326"/>
                    <a:pt x="3923" y="8503"/>
                  </a:cubicBezTo>
                  <a:lnTo>
                    <a:pt x="3923" y="9339"/>
                  </a:lnTo>
                  <a:lnTo>
                    <a:pt x="3138" y="9339"/>
                  </a:lnTo>
                  <a:lnTo>
                    <a:pt x="3138" y="8554"/>
                  </a:lnTo>
                  <a:lnTo>
                    <a:pt x="2354" y="8554"/>
                  </a:lnTo>
                  <a:lnTo>
                    <a:pt x="2354" y="7795"/>
                  </a:lnTo>
                  <a:lnTo>
                    <a:pt x="3518" y="7795"/>
                  </a:lnTo>
                  <a:cubicBezTo>
                    <a:pt x="3746" y="7795"/>
                    <a:pt x="3923" y="7618"/>
                    <a:pt x="3923" y="7415"/>
                  </a:cubicBezTo>
                  <a:lnTo>
                    <a:pt x="3923" y="7010"/>
                  </a:lnTo>
                  <a:lnTo>
                    <a:pt x="2354" y="7010"/>
                  </a:lnTo>
                  <a:lnTo>
                    <a:pt x="2354" y="5846"/>
                  </a:lnTo>
                  <a:cubicBezTo>
                    <a:pt x="2354" y="5340"/>
                    <a:pt x="2683" y="4910"/>
                    <a:pt x="3138" y="4758"/>
                  </a:cubicBezTo>
                  <a:lnTo>
                    <a:pt x="3138" y="3897"/>
                  </a:lnTo>
                  <a:close/>
                  <a:moveTo>
                    <a:pt x="6251" y="0"/>
                  </a:moveTo>
                  <a:cubicBezTo>
                    <a:pt x="2835" y="202"/>
                    <a:pt x="0" y="3062"/>
                    <a:pt x="0" y="6631"/>
                  </a:cubicBezTo>
                  <a:cubicBezTo>
                    <a:pt x="0" y="10199"/>
                    <a:pt x="2987" y="13261"/>
                    <a:pt x="6631" y="13261"/>
                  </a:cubicBezTo>
                  <a:cubicBezTo>
                    <a:pt x="8276" y="13261"/>
                    <a:pt x="9820" y="12629"/>
                    <a:pt x="11009" y="11566"/>
                  </a:cubicBezTo>
                  <a:lnTo>
                    <a:pt x="6251" y="6782"/>
                  </a:lnTo>
                  <a:lnTo>
                    <a:pt x="625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8" name="Google Shape;1918;p44"/>
            <p:cNvSpPr/>
            <p:nvPr/>
          </p:nvSpPr>
          <p:spPr>
            <a:xfrm>
              <a:off x="-1247974" y="1926796"/>
              <a:ext cx="194485" cy="343839"/>
            </a:xfrm>
            <a:custGeom>
              <a:rect b="b" l="l" r="r" t="t"/>
              <a:pathLst>
                <a:path extrusionOk="0" h="11009" w="6227">
                  <a:moveTo>
                    <a:pt x="1" y="0"/>
                  </a:moveTo>
                  <a:lnTo>
                    <a:pt x="1" y="6453"/>
                  </a:lnTo>
                  <a:lnTo>
                    <a:pt x="4531" y="11009"/>
                  </a:lnTo>
                  <a:cubicBezTo>
                    <a:pt x="5594" y="9819"/>
                    <a:pt x="6226" y="8276"/>
                    <a:pt x="6226" y="6631"/>
                  </a:cubicBezTo>
                  <a:cubicBezTo>
                    <a:pt x="6226" y="3062"/>
                    <a:pt x="3392" y="202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19" name="Google Shape;1919;p44"/>
          <p:cNvGrpSpPr/>
          <p:nvPr/>
        </p:nvGrpSpPr>
        <p:grpSpPr>
          <a:xfrm>
            <a:off x="6814365" y="1825620"/>
            <a:ext cx="727220" cy="722333"/>
            <a:chOff x="-1467695" y="1926796"/>
            <a:chExt cx="414205" cy="414205"/>
          </a:xfrm>
        </p:grpSpPr>
        <p:sp>
          <p:nvSpPr>
            <p:cNvPr id="1920" name="Google Shape;1920;p44"/>
            <p:cNvSpPr/>
            <p:nvPr/>
          </p:nvSpPr>
          <p:spPr>
            <a:xfrm>
              <a:off x="-1467695" y="1926796"/>
              <a:ext cx="343870" cy="414205"/>
            </a:xfrm>
            <a:custGeom>
              <a:rect b="b" l="l" r="r" t="t"/>
              <a:pathLst>
                <a:path extrusionOk="0" h="13262" w="11010">
                  <a:moveTo>
                    <a:pt x="3923" y="3897"/>
                  </a:moveTo>
                  <a:lnTo>
                    <a:pt x="3923" y="4682"/>
                  </a:lnTo>
                  <a:lnTo>
                    <a:pt x="4682" y="4682"/>
                  </a:lnTo>
                  <a:lnTo>
                    <a:pt x="4682" y="5466"/>
                  </a:lnTo>
                  <a:lnTo>
                    <a:pt x="3518" y="5466"/>
                  </a:lnTo>
                  <a:cubicBezTo>
                    <a:pt x="3316" y="5466"/>
                    <a:pt x="3138" y="5618"/>
                    <a:pt x="3138" y="5846"/>
                  </a:cubicBezTo>
                  <a:lnTo>
                    <a:pt x="3138" y="6226"/>
                  </a:lnTo>
                  <a:lnTo>
                    <a:pt x="4682" y="6226"/>
                  </a:lnTo>
                  <a:lnTo>
                    <a:pt x="4682" y="7390"/>
                  </a:lnTo>
                  <a:cubicBezTo>
                    <a:pt x="4682" y="7896"/>
                    <a:pt x="4353" y="8326"/>
                    <a:pt x="3923" y="8503"/>
                  </a:cubicBezTo>
                  <a:lnTo>
                    <a:pt x="3923" y="9339"/>
                  </a:lnTo>
                  <a:lnTo>
                    <a:pt x="3138" y="9339"/>
                  </a:lnTo>
                  <a:lnTo>
                    <a:pt x="3138" y="8554"/>
                  </a:lnTo>
                  <a:lnTo>
                    <a:pt x="2354" y="8554"/>
                  </a:lnTo>
                  <a:lnTo>
                    <a:pt x="2354" y="7795"/>
                  </a:lnTo>
                  <a:lnTo>
                    <a:pt x="3518" y="7795"/>
                  </a:lnTo>
                  <a:cubicBezTo>
                    <a:pt x="3746" y="7795"/>
                    <a:pt x="3923" y="7618"/>
                    <a:pt x="3923" y="7415"/>
                  </a:cubicBezTo>
                  <a:lnTo>
                    <a:pt x="3923" y="7010"/>
                  </a:lnTo>
                  <a:lnTo>
                    <a:pt x="2354" y="7010"/>
                  </a:lnTo>
                  <a:lnTo>
                    <a:pt x="2354" y="5846"/>
                  </a:lnTo>
                  <a:cubicBezTo>
                    <a:pt x="2354" y="5340"/>
                    <a:pt x="2683" y="4910"/>
                    <a:pt x="3138" y="4758"/>
                  </a:cubicBezTo>
                  <a:lnTo>
                    <a:pt x="3138" y="3897"/>
                  </a:lnTo>
                  <a:close/>
                  <a:moveTo>
                    <a:pt x="6251" y="0"/>
                  </a:moveTo>
                  <a:cubicBezTo>
                    <a:pt x="2835" y="202"/>
                    <a:pt x="0" y="3062"/>
                    <a:pt x="0" y="6631"/>
                  </a:cubicBezTo>
                  <a:cubicBezTo>
                    <a:pt x="0" y="10199"/>
                    <a:pt x="2987" y="13261"/>
                    <a:pt x="6631" y="13261"/>
                  </a:cubicBezTo>
                  <a:cubicBezTo>
                    <a:pt x="8276" y="13261"/>
                    <a:pt x="9820" y="12629"/>
                    <a:pt x="11009" y="11566"/>
                  </a:cubicBezTo>
                  <a:lnTo>
                    <a:pt x="6251" y="6782"/>
                  </a:lnTo>
                  <a:lnTo>
                    <a:pt x="625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1" name="Google Shape;1921;p44"/>
            <p:cNvSpPr/>
            <p:nvPr/>
          </p:nvSpPr>
          <p:spPr>
            <a:xfrm>
              <a:off x="-1247974" y="1926796"/>
              <a:ext cx="194485" cy="343839"/>
            </a:xfrm>
            <a:custGeom>
              <a:rect b="b" l="l" r="r" t="t"/>
              <a:pathLst>
                <a:path extrusionOk="0" h="11009" w="6227">
                  <a:moveTo>
                    <a:pt x="1" y="0"/>
                  </a:moveTo>
                  <a:lnTo>
                    <a:pt x="1" y="6453"/>
                  </a:lnTo>
                  <a:lnTo>
                    <a:pt x="4531" y="11009"/>
                  </a:lnTo>
                  <a:cubicBezTo>
                    <a:pt x="5594" y="9819"/>
                    <a:pt x="6226" y="8276"/>
                    <a:pt x="6226" y="6631"/>
                  </a:cubicBezTo>
                  <a:cubicBezTo>
                    <a:pt x="6226" y="3062"/>
                    <a:pt x="3392" y="202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5" name="Shape 1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6" name="Google Shape;1926;p45"/>
          <p:cNvSpPr txBox="1"/>
          <p:nvPr>
            <p:ph type="title"/>
          </p:nvPr>
        </p:nvSpPr>
        <p:spPr>
          <a:xfrm>
            <a:off x="713225" y="520925"/>
            <a:ext cx="7717500" cy="7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Value (FV) Formulas</a:t>
            </a:r>
            <a:endParaRPr/>
          </a:p>
        </p:txBody>
      </p:sp>
      <p:sp>
        <p:nvSpPr>
          <p:cNvPr id="1927" name="Google Shape;1927;p45"/>
          <p:cNvSpPr txBox="1"/>
          <p:nvPr>
            <p:ph idx="2" type="subTitle"/>
          </p:nvPr>
        </p:nvSpPr>
        <p:spPr>
          <a:xfrm>
            <a:off x="3485700" y="3431000"/>
            <a:ext cx="21726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Single Payment Future Worth</a:t>
            </a:r>
            <a:endParaRPr/>
          </a:p>
        </p:txBody>
      </p:sp>
      <p:sp>
        <p:nvSpPr>
          <p:cNvPr id="1928" name="Google Shape;1928;p45"/>
          <p:cNvSpPr txBox="1"/>
          <p:nvPr>
            <p:ph idx="4" type="subTitle"/>
          </p:nvPr>
        </p:nvSpPr>
        <p:spPr>
          <a:xfrm>
            <a:off x="6144375" y="2775700"/>
            <a:ext cx="21723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FV of Gradient </a:t>
            </a:r>
            <a:endParaRPr/>
          </a:p>
        </p:txBody>
      </p:sp>
      <p:cxnSp>
        <p:nvCxnSpPr>
          <p:cNvPr id="1929" name="Google Shape;1929;p45"/>
          <p:cNvCxnSpPr/>
          <p:nvPr/>
        </p:nvCxnSpPr>
        <p:spPr>
          <a:xfrm>
            <a:off x="3917375" y="2701225"/>
            <a:ext cx="1202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30" name="Google Shape;1930;p45"/>
          <p:cNvCxnSpPr/>
          <p:nvPr/>
        </p:nvCxnSpPr>
        <p:spPr>
          <a:xfrm>
            <a:off x="6629350" y="2701275"/>
            <a:ext cx="1202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931" name="Google Shape;1931;p45"/>
          <p:cNvGrpSpPr/>
          <p:nvPr/>
        </p:nvGrpSpPr>
        <p:grpSpPr>
          <a:xfrm>
            <a:off x="4154965" y="1741795"/>
            <a:ext cx="727220" cy="722333"/>
            <a:chOff x="-1467695" y="1926796"/>
            <a:chExt cx="414205" cy="414205"/>
          </a:xfrm>
        </p:grpSpPr>
        <p:sp>
          <p:nvSpPr>
            <p:cNvPr id="1932" name="Google Shape;1932;p45"/>
            <p:cNvSpPr/>
            <p:nvPr/>
          </p:nvSpPr>
          <p:spPr>
            <a:xfrm>
              <a:off x="-1467695" y="1926796"/>
              <a:ext cx="343870" cy="414205"/>
            </a:xfrm>
            <a:custGeom>
              <a:rect b="b" l="l" r="r" t="t"/>
              <a:pathLst>
                <a:path extrusionOk="0" h="13262" w="11010">
                  <a:moveTo>
                    <a:pt x="3923" y="3897"/>
                  </a:moveTo>
                  <a:lnTo>
                    <a:pt x="3923" y="4682"/>
                  </a:lnTo>
                  <a:lnTo>
                    <a:pt x="4682" y="4682"/>
                  </a:lnTo>
                  <a:lnTo>
                    <a:pt x="4682" y="5466"/>
                  </a:lnTo>
                  <a:lnTo>
                    <a:pt x="3518" y="5466"/>
                  </a:lnTo>
                  <a:cubicBezTo>
                    <a:pt x="3316" y="5466"/>
                    <a:pt x="3138" y="5618"/>
                    <a:pt x="3138" y="5846"/>
                  </a:cubicBezTo>
                  <a:lnTo>
                    <a:pt x="3138" y="6226"/>
                  </a:lnTo>
                  <a:lnTo>
                    <a:pt x="4682" y="6226"/>
                  </a:lnTo>
                  <a:lnTo>
                    <a:pt x="4682" y="7390"/>
                  </a:lnTo>
                  <a:cubicBezTo>
                    <a:pt x="4682" y="7896"/>
                    <a:pt x="4353" y="8326"/>
                    <a:pt x="3923" y="8503"/>
                  </a:cubicBezTo>
                  <a:lnTo>
                    <a:pt x="3923" y="9339"/>
                  </a:lnTo>
                  <a:lnTo>
                    <a:pt x="3138" y="9339"/>
                  </a:lnTo>
                  <a:lnTo>
                    <a:pt x="3138" y="8554"/>
                  </a:lnTo>
                  <a:lnTo>
                    <a:pt x="2354" y="8554"/>
                  </a:lnTo>
                  <a:lnTo>
                    <a:pt x="2354" y="7795"/>
                  </a:lnTo>
                  <a:lnTo>
                    <a:pt x="3518" y="7795"/>
                  </a:lnTo>
                  <a:cubicBezTo>
                    <a:pt x="3746" y="7795"/>
                    <a:pt x="3923" y="7618"/>
                    <a:pt x="3923" y="7415"/>
                  </a:cubicBezTo>
                  <a:lnTo>
                    <a:pt x="3923" y="7010"/>
                  </a:lnTo>
                  <a:lnTo>
                    <a:pt x="2354" y="7010"/>
                  </a:lnTo>
                  <a:lnTo>
                    <a:pt x="2354" y="5846"/>
                  </a:lnTo>
                  <a:cubicBezTo>
                    <a:pt x="2354" y="5340"/>
                    <a:pt x="2683" y="4910"/>
                    <a:pt x="3138" y="4758"/>
                  </a:cubicBezTo>
                  <a:lnTo>
                    <a:pt x="3138" y="3897"/>
                  </a:lnTo>
                  <a:close/>
                  <a:moveTo>
                    <a:pt x="6251" y="0"/>
                  </a:moveTo>
                  <a:cubicBezTo>
                    <a:pt x="2835" y="202"/>
                    <a:pt x="0" y="3062"/>
                    <a:pt x="0" y="6631"/>
                  </a:cubicBezTo>
                  <a:cubicBezTo>
                    <a:pt x="0" y="10199"/>
                    <a:pt x="2987" y="13261"/>
                    <a:pt x="6631" y="13261"/>
                  </a:cubicBezTo>
                  <a:cubicBezTo>
                    <a:pt x="8276" y="13261"/>
                    <a:pt x="9820" y="12629"/>
                    <a:pt x="11009" y="11566"/>
                  </a:cubicBezTo>
                  <a:lnTo>
                    <a:pt x="6251" y="6782"/>
                  </a:lnTo>
                  <a:lnTo>
                    <a:pt x="625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3" name="Google Shape;1933;p45"/>
            <p:cNvSpPr/>
            <p:nvPr/>
          </p:nvSpPr>
          <p:spPr>
            <a:xfrm>
              <a:off x="-1247974" y="1926796"/>
              <a:ext cx="194485" cy="343839"/>
            </a:xfrm>
            <a:custGeom>
              <a:rect b="b" l="l" r="r" t="t"/>
              <a:pathLst>
                <a:path extrusionOk="0" h="11009" w="6227">
                  <a:moveTo>
                    <a:pt x="1" y="0"/>
                  </a:moveTo>
                  <a:lnTo>
                    <a:pt x="1" y="6453"/>
                  </a:lnTo>
                  <a:lnTo>
                    <a:pt x="4531" y="11009"/>
                  </a:lnTo>
                  <a:cubicBezTo>
                    <a:pt x="5594" y="9819"/>
                    <a:pt x="6226" y="8276"/>
                    <a:pt x="6226" y="6631"/>
                  </a:cubicBezTo>
                  <a:cubicBezTo>
                    <a:pt x="6226" y="3062"/>
                    <a:pt x="3392" y="202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34" name="Google Shape;1934;p45"/>
          <p:cNvSpPr txBox="1"/>
          <p:nvPr>
            <p:ph idx="6" type="subTitle"/>
          </p:nvPr>
        </p:nvSpPr>
        <p:spPr>
          <a:xfrm>
            <a:off x="788350" y="2744775"/>
            <a:ext cx="21723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FV of Annuity</a:t>
            </a:r>
            <a:endParaRPr/>
          </a:p>
        </p:txBody>
      </p:sp>
      <p:cxnSp>
        <p:nvCxnSpPr>
          <p:cNvPr id="1935" name="Google Shape;1935;p45"/>
          <p:cNvCxnSpPr/>
          <p:nvPr/>
        </p:nvCxnSpPr>
        <p:spPr>
          <a:xfrm>
            <a:off x="1273300" y="2670350"/>
            <a:ext cx="1202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936" name="Google Shape;1936;p45"/>
          <p:cNvGrpSpPr/>
          <p:nvPr/>
        </p:nvGrpSpPr>
        <p:grpSpPr>
          <a:xfrm>
            <a:off x="1571790" y="1741795"/>
            <a:ext cx="727220" cy="722333"/>
            <a:chOff x="-1467695" y="1926796"/>
            <a:chExt cx="414205" cy="414205"/>
          </a:xfrm>
        </p:grpSpPr>
        <p:sp>
          <p:nvSpPr>
            <p:cNvPr id="1937" name="Google Shape;1937;p45"/>
            <p:cNvSpPr/>
            <p:nvPr/>
          </p:nvSpPr>
          <p:spPr>
            <a:xfrm>
              <a:off x="-1467695" y="1926796"/>
              <a:ext cx="343870" cy="414205"/>
            </a:xfrm>
            <a:custGeom>
              <a:rect b="b" l="l" r="r" t="t"/>
              <a:pathLst>
                <a:path extrusionOk="0" h="13262" w="11010">
                  <a:moveTo>
                    <a:pt x="3923" y="3897"/>
                  </a:moveTo>
                  <a:lnTo>
                    <a:pt x="3923" y="4682"/>
                  </a:lnTo>
                  <a:lnTo>
                    <a:pt x="4682" y="4682"/>
                  </a:lnTo>
                  <a:lnTo>
                    <a:pt x="4682" y="5466"/>
                  </a:lnTo>
                  <a:lnTo>
                    <a:pt x="3518" y="5466"/>
                  </a:lnTo>
                  <a:cubicBezTo>
                    <a:pt x="3316" y="5466"/>
                    <a:pt x="3138" y="5618"/>
                    <a:pt x="3138" y="5846"/>
                  </a:cubicBezTo>
                  <a:lnTo>
                    <a:pt x="3138" y="6226"/>
                  </a:lnTo>
                  <a:lnTo>
                    <a:pt x="4682" y="6226"/>
                  </a:lnTo>
                  <a:lnTo>
                    <a:pt x="4682" y="7390"/>
                  </a:lnTo>
                  <a:cubicBezTo>
                    <a:pt x="4682" y="7896"/>
                    <a:pt x="4353" y="8326"/>
                    <a:pt x="3923" y="8503"/>
                  </a:cubicBezTo>
                  <a:lnTo>
                    <a:pt x="3923" y="9339"/>
                  </a:lnTo>
                  <a:lnTo>
                    <a:pt x="3138" y="9339"/>
                  </a:lnTo>
                  <a:lnTo>
                    <a:pt x="3138" y="8554"/>
                  </a:lnTo>
                  <a:lnTo>
                    <a:pt x="2354" y="8554"/>
                  </a:lnTo>
                  <a:lnTo>
                    <a:pt x="2354" y="7795"/>
                  </a:lnTo>
                  <a:lnTo>
                    <a:pt x="3518" y="7795"/>
                  </a:lnTo>
                  <a:cubicBezTo>
                    <a:pt x="3746" y="7795"/>
                    <a:pt x="3923" y="7618"/>
                    <a:pt x="3923" y="7415"/>
                  </a:cubicBezTo>
                  <a:lnTo>
                    <a:pt x="3923" y="7010"/>
                  </a:lnTo>
                  <a:lnTo>
                    <a:pt x="2354" y="7010"/>
                  </a:lnTo>
                  <a:lnTo>
                    <a:pt x="2354" y="5846"/>
                  </a:lnTo>
                  <a:cubicBezTo>
                    <a:pt x="2354" y="5340"/>
                    <a:pt x="2683" y="4910"/>
                    <a:pt x="3138" y="4758"/>
                  </a:cubicBezTo>
                  <a:lnTo>
                    <a:pt x="3138" y="3897"/>
                  </a:lnTo>
                  <a:close/>
                  <a:moveTo>
                    <a:pt x="6251" y="0"/>
                  </a:moveTo>
                  <a:cubicBezTo>
                    <a:pt x="2835" y="202"/>
                    <a:pt x="0" y="3062"/>
                    <a:pt x="0" y="6631"/>
                  </a:cubicBezTo>
                  <a:cubicBezTo>
                    <a:pt x="0" y="10199"/>
                    <a:pt x="2987" y="13261"/>
                    <a:pt x="6631" y="13261"/>
                  </a:cubicBezTo>
                  <a:cubicBezTo>
                    <a:pt x="8276" y="13261"/>
                    <a:pt x="9820" y="12629"/>
                    <a:pt x="11009" y="11566"/>
                  </a:cubicBezTo>
                  <a:lnTo>
                    <a:pt x="6251" y="6782"/>
                  </a:lnTo>
                  <a:lnTo>
                    <a:pt x="625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8" name="Google Shape;1938;p45"/>
            <p:cNvSpPr/>
            <p:nvPr/>
          </p:nvSpPr>
          <p:spPr>
            <a:xfrm>
              <a:off x="-1247974" y="1926796"/>
              <a:ext cx="194485" cy="343839"/>
            </a:xfrm>
            <a:custGeom>
              <a:rect b="b" l="l" r="r" t="t"/>
              <a:pathLst>
                <a:path extrusionOk="0" h="11009" w="6227">
                  <a:moveTo>
                    <a:pt x="1" y="0"/>
                  </a:moveTo>
                  <a:lnTo>
                    <a:pt x="1" y="6453"/>
                  </a:lnTo>
                  <a:lnTo>
                    <a:pt x="4531" y="11009"/>
                  </a:lnTo>
                  <a:cubicBezTo>
                    <a:pt x="5594" y="9819"/>
                    <a:pt x="6226" y="8276"/>
                    <a:pt x="6226" y="6631"/>
                  </a:cubicBezTo>
                  <a:cubicBezTo>
                    <a:pt x="6226" y="3062"/>
                    <a:pt x="3392" y="202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39" name="Google Shape;1939;p45"/>
          <p:cNvGrpSpPr/>
          <p:nvPr/>
        </p:nvGrpSpPr>
        <p:grpSpPr>
          <a:xfrm>
            <a:off x="6814365" y="1825620"/>
            <a:ext cx="727220" cy="722333"/>
            <a:chOff x="-1467695" y="1926796"/>
            <a:chExt cx="414205" cy="414205"/>
          </a:xfrm>
        </p:grpSpPr>
        <p:sp>
          <p:nvSpPr>
            <p:cNvPr id="1940" name="Google Shape;1940;p45"/>
            <p:cNvSpPr/>
            <p:nvPr/>
          </p:nvSpPr>
          <p:spPr>
            <a:xfrm>
              <a:off x="-1467695" y="1926796"/>
              <a:ext cx="343870" cy="414205"/>
            </a:xfrm>
            <a:custGeom>
              <a:rect b="b" l="l" r="r" t="t"/>
              <a:pathLst>
                <a:path extrusionOk="0" h="13262" w="11010">
                  <a:moveTo>
                    <a:pt x="3923" y="3897"/>
                  </a:moveTo>
                  <a:lnTo>
                    <a:pt x="3923" y="4682"/>
                  </a:lnTo>
                  <a:lnTo>
                    <a:pt x="4682" y="4682"/>
                  </a:lnTo>
                  <a:lnTo>
                    <a:pt x="4682" y="5466"/>
                  </a:lnTo>
                  <a:lnTo>
                    <a:pt x="3518" y="5466"/>
                  </a:lnTo>
                  <a:cubicBezTo>
                    <a:pt x="3316" y="5466"/>
                    <a:pt x="3138" y="5618"/>
                    <a:pt x="3138" y="5846"/>
                  </a:cubicBezTo>
                  <a:lnTo>
                    <a:pt x="3138" y="6226"/>
                  </a:lnTo>
                  <a:lnTo>
                    <a:pt x="4682" y="6226"/>
                  </a:lnTo>
                  <a:lnTo>
                    <a:pt x="4682" y="7390"/>
                  </a:lnTo>
                  <a:cubicBezTo>
                    <a:pt x="4682" y="7896"/>
                    <a:pt x="4353" y="8326"/>
                    <a:pt x="3923" y="8503"/>
                  </a:cubicBezTo>
                  <a:lnTo>
                    <a:pt x="3923" y="9339"/>
                  </a:lnTo>
                  <a:lnTo>
                    <a:pt x="3138" y="9339"/>
                  </a:lnTo>
                  <a:lnTo>
                    <a:pt x="3138" y="8554"/>
                  </a:lnTo>
                  <a:lnTo>
                    <a:pt x="2354" y="8554"/>
                  </a:lnTo>
                  <a:lnTo>
                    <a:pt x="2354" y="7795"/>
                  </a:lnTo>
                  <a:lnTo>
                    <a:pt x="3518" y="7795"/>
                  </a:lnTo>
                  <a:cubicBezTo>
                    <a:pt x="3746" y="7795"/>
                    <a:pt x="3923" y="7618"/>
                    <a:pt x="3923" y="7415"/>
                  </a:cubicBezTo>
                  <a:lnTo>
                    <a:pt x="3923" y="7010"/>
                  </a:lnTo>
                  <a:lnTo>
                    <a:pt x="2354" y="7010"/>
                  </a:lnTo>
                  <a:lnTo>
                    <a:pt x="2354" y="5846"/>
                  </a:lnTo>
                  <a:cubicBezTo>
                    <a:pt x="2354" y="5340"/>
                    <a:pt x="2683" y="4910"/>
                    <a:pt x="3138" y="4758"/>
                  </a:cubicBezTo>
                  <a:lnTo>
                    <a:pt x="3138" y="3897"/>
                  </a:lnTo>
                  <a:close/>
                  <a:moveTo>
                    <a:pt x="6251" y="0"/>
                  </a:moveTo>
                  <a:cubicBezTo>
                    <a:pt x="2835" y="202"/>
                    <a:pt x="0" y="3062"/>
                    <a:pt x="0" y="6631"/>
                  </a:cubicBezTo>
                  <a:cubicBezTo>
                    <a:pt x="0" y="10199"/>
                    <a:pt x="2987" y="13261"/>
                    <a:pt x="6631" y="13261"/>
                  </a:cubicBezTo>
                  <a:cubicBezTo>
                    <a:pt x="8276" y="13261"/>
                    <a:pt x="9820" y="12629"/>
                    <a:pt x="11009" y="11566"/>
                  </a:cubicBezTo>
                  <a:lnTo>
                    <a:pt x="6251" y="6782"/>
                  </a:lnTo>
                  <a:lnTo>
                    <a:pt x="625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1" name="Google Shape;1941;p45"/>
            <p:cNvSpPr/>
            <p:nvPr/>
          </p:nvSpPr>
          <p:spPr>
            <a:xfrm>
              <a:off x="-1247974" y="1926796"/>
              <a:ext cx="194485" cy="343839"/>
            </a:xfrm>
            <a:custGeom>
              <a:rect b="b" l="l" r="r" t="t"/>
              <a:pathLst>
                <a:path extrusionOk="0" h="11009" w="6227">
                  <a:moveTo>
                    <a:pt x="1" y="0"/>
                  </a:moveTo>
                  <a:lnTo>
                    <a:pt x="1" y="6453"/>
                  </a:lnTo>
                  <a:lnTo>
                    <a:pt x="4531" y="11009"/>
                  </a:lnTo>
                  <a:cubicBezTo>
                    <a:pt x="5594" y="9819"/>
                    <a:pt x="6226" y="8276"/>
                    <a:pt x="6226" y="6631"/>
                  </a:cubicBezTo>
                  <a:cubicBezTo>
                    <a:pt x="6226" y="3062"/>
                    <a:pt x="3392" y="202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5" name="Shape 1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" name="Google Shape;1946;p46"/>
          <p:cNvSpPr txBox="1"/>
          <p:nvPr>
            <p:ph type="title"/>
          </p:nvPr>
        </p:nvSpPr>
        <p:spPr>
          <a:xfrm>
            <a:off x="4819900" y="1969625"/>
            <a:ext cx="3610800" cy="156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CASH FLOW</a:t>
            </a:r>
            <a:r>
              <a:rPr lang="en"/>
              <a:t> </a:t>
            </a:r>
            <a:r>
              <a:rPr lang="en">
                <a:solidFill>
                  <a:schemeClr val="lt2"/>
                </a:solidFill>
              </a:rPr>
              <a:t>ANALYSIS</a:t>
            </a:r>
            <a:endParaRPr>
              <a:solidFill>
                <a:schemeClr val="lt2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</a:endParaRPr>
          </a:p>
        </p:txBody>
      </p:sp>
      <p:cxnSp>
        <p:nvCxnSpPr>
          <p:cNvPr id="1947" name="Google Shape;1947;p46"/>
          <p:cNvCxnSpPr/>
          <p:nvPr/>
        </p:nvCxnSpPr>
        <p:spPr>
          <a:xfrm>
            <a:off x="7576150" y="1915750"/>
            <a:ext cx="7293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948" name="Google Shape;1948;p46"/>
          <p:cNvGrpSpPr/>
          <p:nvPr/>
        </p:nvGrpSpPr>
        <p:grpSpPr>
          <a:xfrm>
            <a:off x="713225" y="1255012"/>
            <a:ext cx="3310636" cy="2633475"/>
            <a:chOff x="713225" y="1255012"/>
            <a:chExt cx="3310636" cy="2633475"/>
          </a:xfrm>
        </p:grpSpPr>
        <p:sp>
          <p:nvSpPr>
            <p:cNvPr id="1949" name="Google Shape;1949;p46"/>
            <p:cNvSpPr/>
            <p:nvPr/>
          </p:nvSpPr>
          <p:spPr>
            <a:xfrm>
              <a:off x="2026849" y="3738888"/>
              <a:ext cx="1063811" cy="149599"/>
            </a:xfrm>
            <a:custGeom>
              <a:rect b="b" l="l" r="r" t="t"/>
              <a:pathLst>
                <a:path extrusionOk="0" h="4980" w="35369">
                  <a:moveTo>
                    <a:pt x="35368" y="2490"/>
                  </a:moveTo>
                  <a:cubicBezTo>
                    <a:pt x="35368" y="3850"/>
                    <a:pt x="27438" y="4979"/>
                    <a:pt x="17685" y="4979"/>
                  </a:cubicBezTo>
                  <a:cubicBezTo>
                    <a:pt x="7902" y="4979"/>
                    <a:pt x="1" y="3850"/>
                    <a:pt x="1" y="2490"/>
                  </a:cubicBezTo>
                  <a:cubicBezTo>
                    <a:pt x="1" y="1101"/>
                    <a:pt x="7902" y="1"/>
                    <a:pt x="17685" y="1"/>
                  </a:cubicBezTo>
                  <a:cubicBezTo>
                    <a:pt x="27438" y="1"/>
                    <a:pt x="35368" y="1101"/>
                    <a:pt x="35368" y="2490"/>
                  </a:cubicBezTo>
                  <a:close/>
                </a:path>
              </a:pathLst>
            </a:custGeom>
            <a:solidFill>
              <a:srgbClr val="000000">
                <a:alpha val="119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0" name="Google Shape;1950;p46"/>
            <p:cNvSpPr/>
            <p:nvPr/>
          </p:nvSpPr>
          <p:spPr>
            <a:xfrm>
              <a:off x="1321732" y="1576672"/>
              <a:ext cx="2515832" cy="1902373"/>
            </a:xfrm>
            <a:custGeom>
              <a:rect b="b" l="l" r="r" t="t"/>
              <a:pathLst>
                <a:path extrusionOk="0" h="63328" w="83645">
                  <a:moveTo>
                    <a:pt x="1997" y="1"/>
                  </a:moveTo>
                  <a:lnTo>
                    <a:pt x="81647" y="1"/>
                  </a:lnTo>
                  <a:cubicBezTo>
                    <a:pt x="82747" y="1"/>
                    <a:pt x="83644" y="869"/>
                    <a:pt x="83644" y="1969"/>
                  </a:cubicBezTo>
                  <a:lnTo>
                    <a:pt x="83644" y="61359"/>
                  </a:lnTo>
                  <a:cubicBezTo>
                    <a:pt x="83644" y="62459"/>
                    <a:pt x="82747" y="63327"/>
                    <a:pt x="81647" y="63327"/>
                  </a:cubicBezTo>
                  <a:lnTo>
                    <a:pt x="1997" y="63327"/>
                  </a:lnTo>
                  <a:cubicBezTo>
                    <a:pt x="897" y="63327"/>
                    <a:pt x="0" y="62459"/>
                    <a:pt x="0" y="61359"/>
                  </a:cubicBezTo>
                  <a:lnTo>
                    <a:pt x="0" y="1969"/>
                  </a:lnTo>
                  <a:cubicBezTo>
                    <a:pt x="0" y="869"/>
                    <a:pt x="897" y="1"/>
                    <a:pt x="199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1" name="Google Shape;1951;p46"/>
            <p:cNvSpPr/>
            <p:nvPr/>
          </p:nvSpPr>
          <p:spPr>
            <a:xfrm>
              <a:off x="1321732" y="3212032"/>
              <a:ext cx="2515832" cy="266965"/>
            </a:xfrm>
            <a:custGeom>
              <a:rect b="b" l="l" r="r" t="t"/>
              <a:pathLst>
                <a:path extrusionOk="0" h="8887" w="83645">
                  <a:moveTo>
                    <a:pt x="81647" y="8886"/>
                  </a:moveTo>
                  <a:lnTo>
                    <a:pt x="1997" y="8886"/>
                  </a:lnTo>
                  <a:cubicBezTo>
                    <a:pt x="897" y="8886"/>
                    <a:pt x="0" y="8018"/>
                    <a:pt x="0" y="6918"/>
                  </a:cubicBezTo>
                  <a:lnTo>
                    <a:pt x="0" y="1"/>
                  </a:lnTo>
                  <a:lnTo>
                    <a:pt x="83644" y="1"/>
                  </a:lnTo>
                  <a:lnTo>
                    <a:pt x="83644" y="6918"/>
                  </a:lnTo>
                  <a:cubicBezTo>
                    <a:pt x="83644" y="8018"/>
                    <a:pt x="82747" y="8886"/>
                    <a:pt x="81647" y="888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2" name="Google Shape;1952;p46"/>
            <p:cNvSpPr/>
            <p:nvPr/>
          </p:nvSpPr>
          <p:spPr>
            <a:xfrm>
              <a:off x="2208790" y="3478960"/>
              <a:ext cx="733891" cy="319085"/>
            </a:xfrm>
            <a:custGeom>
              <a:rect b="b" l="l" r="r" t="t"/>
              <a:pathLst>
                <a:path extrusionOk="0" h="10622" w="24400">
                  <a:moveTo>
                    <a:pt x="3590" y="4399"/>
                  </a:moveTo>
                  <a:lnTo>
                    <a:pt x="3590" y="0"/>
                  </a:lnTo>
                  <a:lnTo>
                    <a:pt x="20781" y="0"/>
                  </a:lnTo>
                  <a:lnTo>
                    <a:pt x="20781" y="4399"/>
                  </a:lnTo>
                  <a:cubicBezTo>
                    <a:pt x="20781" y="6454"/>
                    <a:pt x="21910" y="8336"/>
                    <a:pt x="23734" y="9291"/>
                  </a:cubicBezTo>
                  <a:lnTo>
                    <a:pt x="23734" y="9291"/>
                  </a:lnTo>
                  <a:cubicBezTo>
                    <a:pt x="24399" y="9638"/>
                    <a:pt x="24139" y="10622"/>
                    <a:pt x="23386" y="10622"/>
                  </a:cubicBezTo>
                  <a:lnTo>
                    <a:pt x="985" y="10622"/>
                  </a:lnTo>
                  <a:cubicBezTo>
                    <a:pt x="232" y="10622"/>
                    <a:pt x="1" y="9638"/>
                    <a:pt x="637" y="9291"/>
                  </a:cubicBezTo>
                  <a:lnTo>
                    <a:pt x="637" y="9291"/>
                  </a:lnTo>
                  <a:cubicBezTo>
                    <a:pt x="2461" y="8336"/>
                    <a:pt x="3590" y="6454"/>
                    <a:pt x="3590" y="43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3" name="Google Shape;1953;p46"/>
            <p:cNvSpPr/>
            <p:nvPr/>
          </p:nvSpPr>
          <p:spPr>
            <a:xfrm>
              <a:off x="1419214" y="1666218"/>
              <a:ext cx="2321712" cy="1444173"/>
            </a:xfrm>
            <a:custGeom>
              <a:rect b="b" l="l" r="r" t="t"/>
              <a:pathLst>
                <a:path extrusionOk="0" h="48075" w="77191">
                  <a:moveTo>
                    <a:pt x="1622" y="1"/>
                  </a:moveTo>
                  <a:lnTo>
                    <a:pt x="75541" y="1"/>
                  </a:lnTo>
                  <a:cubicBezTo>
                    <a:pt x="76467" y="1"/>
                    <a:pt x="77191" y="724"/>
                    <a:pt x="77191" y="1651"/>
                  </a:cubicBezTo>
                  <a:lnTo>
                    <a:pt x="77191" y="46425"/>
                  </a:lnTo>
                  <a:cubicBezTo>
                    <a:pt x="77191" y="47322"/>
                    <a:pt x="76467" y="48074"/>
                    <a:pt x="75541" y="48074"/>
                  </a:cubicBezTo>
                  <a:lnTo>
                    <a:pt x="1622" y="48074"/>
                  </a:lnTo>
                  <a:cubicBezTo>
                    <a:pt x="724" y="48074"/>
                    <a:pt x="1" y="47322"/>
                    <a:pt x="1" y="46425"/>
                  </a:cubicBezTo>
                  <a:lnTo>
                    <a:pt x="1" y="1651"/>
                  </a:lnTo>
                  <a:cubicBezTo>
                    <a:pt x="1" y="724"/>
                    <a:pt x="724" y="1"/>
                    <a:pt x="16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4" name="Google Shape;1954;p46"/>
            <p:cNvSpPr/>
            <p:nvPr/>
          </p:nvSpPr>
          <p:spPr>
            <a:xfrm>
              <a:off x="1743064" y="2108755"/>
              <a:ext cx="310791" cy="76542"/>
            </a:xfrm>
            <a:custGeom>
              <a:rect b="b" l="l" r="r" t="t"/>
              <a:pathLst>
                <a:path extrusionOk="0" h="2548" w="10333">
                  <a:moveTo>
                    <a:pt x="9059" y="2548"/>
                  </a:moveTo>
                  <a:lnTo>
                    <a:pt x="1274" y="2548"/>
                  </a:lnTo>
                  <a:cubicBezTo>
                    <a:pt x="579" y="2548"/>
                    <a:pt x="0" y="1969"/>
                    <a:pt x="0" y="1274"/>
                  </a:cubicBezTo>
                  <a:lnTo>
                    <a:pt x="0" y="1274"/>
                  </a:lnTo>
                  <a:cubicBezTo>
                    <a:pt x="0" y="551"/>
                    <a:pt x="579" y="1"/>
                    <a:pt x="1274" y="1"/>
                  </a:cubicBezTo>
                  <a:lnTo>
                    <a:pt x="9059" y="1"/>
                  </a:lnTo>
                  <a:cubicBezTo>
                    <a:pt x="9754" y="1"/>
                    <a:pt x="10333" y="551"/>
                    <a:pt x="10333" y="1274"/>
                  </a:cubicBezTo>
                  <a:lnTo>
                    <a:pt x="10333" y="1274"/>
                  </a:lnTo>
                  <a:cubicBezTo>
                    <a:pt x="10333" y="1969"/>
                    <a:pt x="9754" y="2548"/>
                    <a:pt x="9059" y="25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5" name="Google Shape;1955;p46"/>
            <p:cNvSpPr/>
            <p:nvPr/>
          </p:nvSpPr>
          <p:spPr>
            <a:xfrm>
              <a:off x="1743064" y="2244381"/>
              <a:ext cx="620709" cy="76542"/>
            </a:xfrm>
            <a:custGeom>
              <a:rect b="b" l="l" r="r" t="t"/>
              <a:pathLst>
                <a:path extrusionOk="0" h="2548" w="20637">
                  <a:moveTo>
                    <a:pt x="19363" y="2548"/>
                  </a:moveTo>
                  <a:lnTo>
                    <a:pt x="1274" y="2548"/>
                  </a:lnTo>
                  <a:cubicBezTo>
                    <a:pt x="579" y="2548"/>
                    <a:pt x="0" y="1969"/>
                    <a:pt x="0" y="1274"/>
                  </a:cubicBezTo>
                  <a:lnTo>
                    <a:pt x="0" y="1274"/>
                  </a:lnTo>
                  <a:cubicBezTo>
                    <a:pt x="0" y="580"/>
                    <a:pt x="579" y="1"/>
                    <a:pt x="1274" y="1"/>
                  </a:cubicBezTo>
                  <a:lnTo>
                    <a:pt x="19363" y="1"/>
                  </a:lnTo>
                  <a:cubicBezTo>
                    <a:pt x="20058" y="1"/>
                    <a:pt x="20636" y="580"/>
                    <a:pt x="20636" y="1274"/>
                  </a:cubicBezTo>
                  <a:lnTo>
                    <a:pt x="20636" y="1274"/>
                  </a:lnTo>
                  <a:cubicBezTo>
                    <a:pt x="20636" y="1969"/>
                    <a:pt x="20058" y="2548"/>
                    <a:pt x="19363" y="25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6" name="Google Shape;1956;p46"/>
            <p:cNvSpPr/>
            <p:nvPr/>
          </p:nvSpPr>
          <p:spPr>
            <a:xfrm>
              <a:off x="1743064" y="2380008"/>
              <a:ext cx="403069" cy="76542"/>
            </a:xfrm>
            <a:custGeom>
              <a:rect b="b" l="l" r="r" t="t"/>
              <a:pathLst>
                <a:path extrusionOk="0" h="2548" w="13401">
                  <a:moveTo>
                    <a:pt x="12127" y="2548"/>
                  </a:moveTo>
                  <a:lnTo>
                    <a:pt x="1274" y="2548"/>
                  </a:lnTo>
                  <a:cubicBezTo>
                    <a:pt x="579" y="2548"/>
                    <a:pt x="0" y="1969"/>
                    <a:pt x="0" y="1274"/>
                  </a:cubicBezTo>
                  <a:lnTo>
                    <a:pt x="0" y="1274"/>
                  </a:lnTo>
                  <a:cubicBezTo>
                    <a:pt x="0" y="580"/>
                    <a:pt x="579" y="1"/>
                    <a:pt x="1274" y="1"/>
                  </a:cubicBezTo>
                  <a:lnTo>
                    <a:pt x="12127" y="1"/>
                  </a:lnTo>
                  <a:cubicBezTo>
                    <a:pt x="12822" y="1"/>
                    <a:pt x="13401" y="580"/>
                    <a:pt x="13401" y="1274"/>
                  </a:cubicBezTo>
                  <a:lnTo>
                    <a:pt x="13401" y="1274"/>
                  </a:lnTo>
                  <a:cubicBezTo>
                    <a:pt x="13401" y="1969"/>
                    <a:pt x="12822" y="2548"/>
                    <a:pt x="12127" y="25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7" name="Google Shape;1957;p46"/>
            <p:cNvSpPr/>
            <p:nvPr/>
          </p:nvSpPr>
          <p:spPr>
            <a:xfrm>
              <a:off x="1743064" y="2507825"/>
              <a:ext cx="256832" cy="75671"/>
            </a:xfrm>
            <a:custGeom>
              <a:rect b="b" l="l" r="r" t="t"/>
              <a:pathLst>
                <a:path extrusionOk="0" h="2519" w="8539">
                  <a:moveTo>
                    <a:pt x="7265" y="2518"/>
                  </a:moveTo>
                  <a:lnTo>
                    <a:pt x="1274" y="2518"/>
                  </a:lnTo>
                  <a:cubicBezTo>
                    <a:pt x="579" y="2518"/>
                    <a:pt x="0" y="1968"/>
                    <a:pt x="0" y="1274"/>
                  </a:cubicBezTo>
                  <a:lnTo>
                    <a:pt x="0" y="1274"/>
                  </a:lnTo>
                  <a:cubicBezTo>
                    <a:pt x="0" y="550"/>
                    <a:pt x="579" y="0"/>
                    <a:pt x="1274" y="0"/>
                  </a:cubicBezTo>
                  <a:lnTo>
                    <a:pt x="7265" y="0"/>
                  </a:lnTo>
                  <a:cubicBezTo>
                    <a:pt x="7960" y="0"/>
                    <a:pt x="8538" y="550"/>
                    <a:pt x="8538" y="1274"/>
                  </a:cubicBezTo>
                  <a:lnTo>
                    <a:pt x="8538" y="1274"/>
                  </a:lnTo>
                  <a:cubicBezTo>
                    <a:pt x="8538" y="1968"/>
                    <a:pt x="7960" y="2518"/>
                    <a:pt x="7265" y="2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8" name="Google Shape;1958;p46"/>
            <p:cNvSpPr/>
            <p:nvPr/>
          </p:nvSpPr>
          <p:spPr>
            <a:xfrm>
              <a:off x="1743064" y="2633869"/>
              <a:ext cx="493602" cy="76542"/>
            </a:xfrm>
            <a:custGeom>
              <a:rect b="b" l="l" r="r" t="t"/>
              <a:pathLst>
                <a:path extrusionOk="0" h="2548" w="16411">
                  <a:moveTo>
                    <a:pt x="15137" y="2548"/>
                  </a:moveTo>
                  <a:lnTo>
                    <a:pt x="1274" y="2548"/>
                  </a:lnTo>
                  <a:cubicBezTo>
                    <a:pt x="579" y="2548"/>
                    <a:pt x="0" y="1969"/>
                    <a:pt x="0" y="1274"/>
                  </a:cubicBezTo>
                  <a:lnTo>
                    <a:pt x="0" y="1274"/>
                  </a:lnTo>
                  <a:cubicBezTo>
                    <a:pt x="0" y="580"/>
                    <a:pt x="579" y="1"/>
                    <a:pt x="1274" y="1"/>
                  </a:cubicBezTo>
                  <a:lnTo>
                    <a:pt x="15137" y="1"/>
                  </a:lnTo>
                  <a:cubicBezTo>
                    <a:pt x="15832" y="1"/>
                    <a:pt x="16411" y="580"/>
                    <a:pt x="16411" y="1274"/>
                  </a:cubicBezTo>
                  <a:lnTo>
                    <a:pt x="16411" y="1274"/>
                  </a:lnTo>
                  <a:cubicBezTo>
                    <a:pt x="16411" y="1969"/>
                    <a:pt x="15832" y="2548"/>
                    <a:pt x="15137" y="25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9" name="Google Shape;1959;p46"/>
            <p:cNvSpPr/>
            <p:nvPr/>
          </p:nvSpPr>
          <p:spPr>
            <a:xfrm>
              <a:off x="2693677" y="2238313"/>
              <a:ext cx="323002" cy="526030"/>
            </a:xfrm>
            <a:custGeom>
              <a:rect b="b" l="l" r="r" t="t"/>
              <a:pathLst>
                <a:path extrusionOk="0" h="17511" w="10739">
                  <a:moveTo>
                    <a:pt x="10160" y="5152"/>
                  </a:moveTo>
                  <a:lnTo>
                    <a:pt x="6136" y="492"/>
                  </a:lnTo>
                  <a:cubicBezTo>
                    <a:pt x="5731" y="0"/>
                    <a:pt x="4979" y="0"/>
                    <a:pt x="4574" y="492"/>
                  </a:cubicBezTo>
                  <a:lnTo>
                    <a:pt x="551" y="5152"/>
                  </a:lnTo>
                  <a:cubicBezTo>
                    <a:pt x="1" y="5818"/>
                    <a:pt x="464" y="6831"/>
                    <a:pt x="1332" y="6831"/>
                  </a:cubicBezTo>
                  <a:lnTo>
                    <a:pt x="2142" y="6831"/>
                  </a:lnTo>
                  <a:cubicBezTo>
                    <a:pt x="2316" y="6831"/>
                    <a:pt x="2490" y="7004"/>
                    <a:pt x="2490" y="7178"/>
                  </a:cubicBezTo>
                  <a:lnTo>
                    <a:pt x="2490" y="16468"/>
                  </a:lnTo>
                  <a:cubicBezTo>
                    <a:pt x="2490" y="17047"/>
                    <a:pt x="2953" y="17510"/>
                    <a:pt x="3503" y="17510"/>
                  </a:cubicBezTo>
                  <a:lnTo>
                    <a:pt x="7207" y="17510"/>
                  </a:lnTo>
                  <a:cubicBezTo>
                    <a:pt x="7786" y="17510"/>
                    <a:pt x="8249" y="17047"/>
                    <a:pt x="8249" y="16468"/>
                  </a:cubicBezTo>
                  <a:lnTo>
                    <a:pt x="8249" y="7178"/>
                  </a:lnTo>
                  <a:cubicBezTo>
                    <a:pt x="8249" y="7004"/>
                    <a:pt x="8394" y="6831"/>
                    <a:pt x="8597" y="6831"/>
                  </a:cubicBezTo>
                  <a:lnTo>
                    <a:pt x="9378" y="6831"/>
                  </a:lnTo>
                  <a:cubicBezTo>
                    <a:pt x="10275" y="6831"/>
                    <a:pt x="10738" y="5818"/>
                    <a:pt x="10160" y="515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0" name="Google Shape;1960;p46"/>
            <p:cNvSpPr/>
            <p:nvPr/>
          </p:nvSpPr>
          <p:spPr>
            <a:xfrm>
              <a:off x="3095007" y="2032245"/>
              <a:ext cx="322972" cy="732105"/>
            </a:xfrm>
            <a:custGeom>
              <a:rect b="b" l="l" r="r" t="t"/>
              <a:pathLst>
                <a:path extrusionOk="0" h="24371" w="10738">
                  <a:moveTo>
                    <a:pt x="10159" y="5124"/>
                  </a:moveTo>
                  <a:lnTo>
                    <a:pt x="6165" y="464"/>
                  </a:lnTo>
                  <a:cubicBezTo>
                    <a:pt x="5731" y="1"/>
                    <a:pt x="5007" y="1"/>
                    <a:pt x="4602" y="464"/>
                  </a:cubicBezTo>
                  <a:lnTo>
                    <a:pt x="579" y="5124"/>
                  </a:lnTo>
                  <a:cubicBezTo>
                    <a:pt x="0" y="5789"/>
                    <a:pt x="463" y="6831"/>
                    <a:pt x="1360" y="6831"/>
                  </a:cubicBezTo>
                  <a:lnTo>
                    <a:pt x="2142" y="6831"/>
                  </a:lnTo>
                  <a:cubicBezTo>
                    <a:pt x="2345" y="6831"/>
                    <a:pt x="2489" y="6976"/>
                    <a:pt x="2489" y="7178"/>
                  </a:cubicBezTo>
                  <a:lnTo>
                    <a:pt x="2489" y="16469"/>
                  </a:lnTo>
                  <a:cubicBezTo>
                    <a:pt x="2489" y="16498"/>
                    <a:pt x="2489" y="16527"/>
                    <a:pt x="2489" y="16556"/>
                  </a:cubicBezTo>
                  <a:lnTo>
                    <a:pt x="2489" y="23242"/>
                  </a:lnTo>
                  <a:cubicBezTo>
                    <a:pt x="2489" y="23878"/>
                    <a:pt x="3010" y="24370"/>
                    <a:pt x="3618" y="24370"/>
                  </a:cubicBezTo>
                  <a:lnTo>
                    <a:pt x="7149" y="24370"/>
                  </a:lnTo>
                  <a:cubicBezTo>
                    <a:pt x="7757" y="24370"/>
                    <a:pt x="8249" y="23878"/>
                    <a:pt x="8249" y="23271"/>
                  </a:cubicBezTo>
                  <a:lnTo>
                    <a:pt x="8249" y="16527"/>
                  </a:lnTo>
                  <a:cubicBezTo>
                    <a:pt x="8249" y="16498"/>
                    <a:pt x="8249" y="16469"/>
                    <a:pt x="8249" y="16440"/>
                  </a:cubicBezTo>
                  <a:lnTo>
                    <a:pt x="8249" y="7150"/>
                  </a:lnTo>
                  <a:cubicBezTo>
                    <a:pt x="8249" y="6976"/>
                    <a:pt x="8394" y="6831"/>
                    <a:pt x="8596" y="6831"/>
                  </a:cubicBezTo>
                  <a:lnTo>
                    <a:pt x="9378" y="6831"/>
                  </a:lnTo>
                  <a:cubicBezTo>
                    <a:pt x="10275" y="6831"/>
                    <a:pt x="10738" y="5789"/>
                    <a:pt x="10159" y="512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1" name="Google Shape;1961;p46"/>
            <p:cNvSpPr/>
            <p:nvPr/>
          </p:nvSpPr>
          <p:spPr>
            <a:xfrm>
              <a:off x="713225" y="2226989"/>
              <a:ext cx="840937" cy="641684"/>
            </a:xfrm>
            <a:custGeom>
              <a:rect b="b" l="l" r="r" t="t"/>
              <a:pathLst>
                <a:path extrusionOk="0" h="21361" w="27959">
                  <a:moveTo>
                    <a:pt x="26512" y="21360"/>
                  </a:moveTo>
                  <a:lnTo>
                    <a:pt x="1447" y="21360"/>
                  </a:lnTo>
                  <a:cubicBezTo>
                    <a:pt x="637" y="21360"/>
                    <a:pt x="0" y="20724"/>
                    <a:pt x="0" y="19913"/>
                  </a:cubicBezTo>
                  <a:lnTo>
                    <a:pt x="0" y="1448"/>
                  </a:lnTo>
                  <a:cubicBezTo>
                    <a:pt x="0" y="667"/>
                    <a:pt x="637" y="1"/>
                    <a:pt x="1447" y="1"/>
                  </a:cubicBezTo>
                  <a:lnTo>
                    <a:pt x="26512" y="1"/>
                  </a:lnTo>
                  <a:cubicBezTo>
                    <a:pt x="27322" y="1"/>
                    <a:pt x="27959" y="667"/>
                    <a:pt x="27959" y="1448"/>
                  </a:cubicBezTo>
                  <a:lnTo>
                    <a:pt x="27959" y="19913"/>
                  </a:lnTo>
                  <a:cubicBezTo>
                    <a:pt x="27959" y="20724"/>
                    <a:pt x="27322" y="21360"/>
                    <a:pt x="26512" y="213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2" name="Google Shape;1962;p46"/>
            <p:cNvSpPr/>
            <p:nvPr/>
          </p:nvSpPr>
          <p:spPr>
            <a:xfrm>
              <a:off x="902987" y="2315244"/>
              <a:ext cx="383729" cy="377813"/>
            </a:xfrm>
            <a:custGeom>
              <a:rect b="b" l="l" r="r" t="t"/>
              <a:pathLst>
                <a:path extrusionOk="0" h="12577" w="12758">
                  <a:moveTo>
                    <a:pt x="7246" y="0"/>
                  </a:moveTo>
                  <a:cubicBezTo>
                    <a:pt x="6673" y="0"/>
                    <a:pt x="6069" y="104"/>
                    <a:pt x="5442" y="333"/>
                  </a:cubicBezTo>
                  <a:cubicBezTo>
                    <a:pt x="1" y="2765"/>
                    <a:pt x="1998" y="8842"/>
                    <a:pt x="5066" y="11245"/>
                  </a:cubicBezTo>
                  <a:cubicBezTo>
                    <a:pt x="5876" y="11968"/>
                    <a:pt x="5645" y="12576"/>
                    <a:pt x="5645" y="12576"/>
                  </a:cubicBezTo>
                  <a:lnTo>
                    <a:pt x="8770" y="12576"/>
                  </a:lnTo>
                  <a:cubicBezTo>
                    <a:pt x="8423" y="11360"/>
                    <a:pt x="12186" y="9363"/>
                    <a:pt x="12388" y="6151"/>
                  </a:cubicBezTo>
                  <a:cubicBezTo>
                    <a:pt x="12758" y="3369"/>
                    <a:pt x="10509" y="0"/>
                    <a:pt x="724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3" name="Google Shape;1963;p46"/>
            <p:cNvSpPr/>
            <p:nvPr/>
          </p:nvSpPr>
          <p:spPr>
            <a:xfrm>
              <a:off x="1062310" y="2693016"/>
              <a:ext cx="114926" cy="97390"/>
            </a:xfrm>
            <a:custGeom>
              <a:rect b="b" l="l" r="r" t="t"/>
              <a:pathLst>
                <a:path extrusionOk="0" h="3242" w="3821">
                  <a:moveTo>
                    <a:pt x="3473" y="0"/>
                  </a:moveTo>
                  <a:cubicBezTo>
                    <a:pt x="3444" y="1476"/>
                    <a:pt x="3821" y="3242"/>
                    <a:pt x="1679" y="3068"/>
                  </a:cubicBezTo>
                  <a:cubicBezTo>
                    <a:pt x="0" y="3010"/>
                    <a:pt x="377" y="1129"/>
                    <a:pt x="3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4" name="Google Shape;1964;p46"/>
            <p:cNvSpPr/>
            <p:nvPr/>
          </p:nvSpPr>
          <p:spPr>
            <a:xfrm>
              <a:off x="1010936" y="2404370"/>
              <a:ext cx="234213" cy="288684"/>
            </a:xfrm>
            <a:custGeom>
              <a:rect b="b" l="l" r="r" t="t"/>
              <a:pathLst>
                <a:path extrusionOk="0" fill="none" h="9610" w="7787">
                  <a:moveTo>
                    <a:pt x="4226" y="9609"/>
                  </a:moveTo>
                  <a:cubicBezTo>
                    <a:pt x="4226" y="9609"/>
                    <a:pt x="4168" y="4689"/>
                    <a:pt x="4603" y="3329"/>
                  </a:cubicBezTo>
                  <a:cubicBezTo>
                    <a:pt x="5037" y="1968"/>
                    <a:pt x="5905" y="926"/>
                    <a:pt x="6542" y="2084"/>
                  </a:cubicBezTo>
                  <a:cubicBezTo>
                    <a:pt x="7786" y="5818"/>
                    <a:pt x="1187" y="6744"/>
                    <a:pt x="666" y="3444"/>
                  </a:cubicBezTo>
                  <a:cubicBezTo>
                    <a:pt x="1" y="290"/>
                    <a:pt x="3561" y="0"/>
                    <a:pt x="2953" y="9609"/>
                  </a:cubicBezTo>
                </a:path>
              </a:pathLst>
            </a:custGeom>
            <a:solidFill>
              <a:schemeClr val="accent1"/>
            </a:solidFill>
            <a:ln cap="flat" cmpd="sng" w="9400">
              <a:solidFill>
                <a:schemeClr val="accent1"/>
              </a:solidFill>
              <a:prstDash val="solid"/>
              <a:miter lim="289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5" name="Google Shape;1965;p46"/>
            <p:cNvSpPr/>
            <p:nvPr/>
          </p:nvSpPr>
          <p:spPr>
            <a:xfrm>
              <a:off x="1567050" y="2958400"/>
              <a:ext cx="2026039" cy="59575"/>
            </a:xfrm>
            <a:custGeom>
              <a:rect b="b" l="l" r="r" t="t"/>
              <a:pathLst>
                <a:path extrusionOk="0" h="408" w="11548">
                  <a:moveTo>
                    <a:pt x="198" y="1"/>
                  </a:moveTo>
                  <a:cubicBezTo>
                    <a:pt x="88" y="1"/>
                    <a:pt x="0" y="88"/>
                    <a:pt x="0" y="198"/>
                  </a:cubicBezTo>
                  <a:cubicBezTo>
                    <a:pt x="0" y="308"/>
                    <a:pt x="88" y="407"/>
                    <a:pt x="198" y="407"/>
                  </a:cubicBezTo>
                  <a:lnTo>
                    <a:pt x="11349" y="407"/>
                  </a:lnTo>
                  <a:cubicBezTo>
                    <a:pt x="11459" y="407"/>
                    <a:pt x="11547" y="308"/>
                    <a:pt x="11547" y="198"/>
                  </a:cubicBezTo>
                  <a:cubicBezTo>
                    <a:pt x="11547" y="88"/>
                    <a:pt x="11459" y="1"/>
                    <a:pt x="11349" y="1"/>
                  </a:cubicBezTo>
                  <a:close/>
                </a:path>
              </a:pathLst>
            </a:custGeom>
            <a:solidFill>
              <a:srgbClr val="FFFFFF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6" name="Google Shape;1966;p46"/>
            <p:cNvSpPr/>
            <p:nvPr/>
          </p:nvSpPr>
          <p:spPr>
            <a:xfrm>
              <a:off x="3182052" y="1255012"/>
              <a:ext cx="841809" cy="641654"/>
            </a:xfrm>
            <a:custGeom>
              <a:rect b="b" l="l" r="r" t="t"/>
              <a:pathLst>
                <a:path extrusionOk="0" h="21360" w="27988">
                  <a:moveTo>
                    <a:pt x="26541" y="21360"/>
                  </a:moveTo>
                  <a:lnTo>
                    <a:pt x="1448" y="21360"/>
                  </a:lnTo>
                  <a:cubicBezTo>
                    <a:pt x="666" y="21360"/>
                    <a:pt x="0" y="20694"/>
                    <a:pt x="0" y="19913"/>
                  </a:cubicBezTo>
                  <a:lnTo>
                    <a:pt x="0" y="1447"/>
                  </a:lnTo>
                  <a:cubicBezTo>
                    <a:pt x="0" y="637"/>
                    <a:pt x="666" y="0"/>
                    <a:pt x="1448" y="0"/>
                  </a:cubicBezTo>
                  <a:lnTo>
                    <a:pt x="26541" y="0"/>
                  </a:lnTo>
                  <a:cubicBezTo>
                    <a:pt x="27322" y="0"/>
                    <a:pt x="27988" y="637"/>
                    <a:pt x="27988" y="1447"/>
                  </a:cubicBezTo>
                  <a:lnTo>
                    <a:pt x="27988" y="19913"/>
                  </a:lnTo>
                  <a:cubicBezTo>
                    <a:pt x="27988" y="20694"/>
                    <a:pt x="27322" y="21360"/>
                    <a:pt x="26541" y="213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7" name="Google Shape;1967;p46"/>
            <p:cNvSpPr/>
            <p:nvPr/>
          </p:nvSpPr>
          <p:spPr>
            <a:xfrm>
              <a:off x="3609490" y="1335848"/>
              <a:ext cx="150628" cy="218271"/>
            </a:xfrm>
            <a:custGeom>
              <a:rect b="b" l="l" r="r" t="t"/>
              <a:pathLst>
                <a:path extrusionOk="0" h="7266" w="5008">
                  <a:moveTo>
                    <a:pt x="4863" y="2374"/>
                  </a:moveTo>
                  <a:cubicBezTo>
                    <a:pt x="5007" y="2229"/>
                    <a:pt x="5007" y="2027"/>
                    <a:pt x="4863" y="1882"/>
                  </a:cubicBezTo>
                  <a:lnTo>
                    <a:pt x="4863" y="1882"/>
                  </a:lnTo>
                  <a:cubicBezTo>
                    <a:pt x="4776" y="1824"/>
                    <a:pt x="4689" y="1737"/>
                    <a:pt x="4602" y="1679"/>
                  </a:cubicBezTo>
                  <a:cubicBezTo>
                    <a:pt x="4602" y="1679"/>
                    <a:pt x="4602" y="1679"/>
                    <a:pt x="4602" y="1650"/>
                  </a:cubicBezTo>
                  <a:cubicBezTo>
                    <a:pt x="4515" y="1593"/>
                    <a:pt x="4428" y="1535"/>
                    <a:pt x="4342" y="1448"/>
                  </a:cubicBezTo>
                  <a:cubicBezTo>
                    <a:pt x="4342" y="1448"/>
                    <a:pt x="4342" y="1448"/>
                    <a:pt x="4342" y="1448"/>
                  </a:cubicBezTo>
                  <a:cubicBezTo>
                    <a:pt x="4226" y="1390"/>
                    <a:pt x="4139" y="1303"/>
                    <a:pt x="4052" y="1245"/>
                  </a:cubicBezTo>
                  <a:cubicBezTo>
                    <a:pt x="4052" y="1245"/>
                    <a:pt x="4052" y="1245"/>
                    <a:pt x="4052" y="1245"/>
                  </a:cubicBezTo>
                  <a:cubicBezTo>
                    <a:pt x="3965" y="1187"/>
                    <a:pt x="3850" y="1101"/>
                    <a:pt x="3763" y="1043"/>
                  </a:cubicBezTo>
                  <a:lnTo>
                    <a:pt x="3763" y="1043"/>
                  </a:lnTo>
                  <a:cubicBezTo>
                    <a:pt x="3647" y="985"/>
                    <a:pt x="3560" y="927"/>
                    <a:pt x="3444" y="869"/>
                  </a:cubicBezTo>
                  <a:lnTo>
                    <a:pt x="3444" y="869"/>
                  </a:lnTo>
                  <a:cubicBezTo>
                    <a:pt x="3358" y="811"/>
                    <a:pt x="3242" y="782"/>
                    <a:pt x="3126" y="724"/>
                  </a:cubicBezTo>
                  <a:lnTo>
                    <a:pt x="3126" y="724"/>
                  </a:lnTo>
                  <a:cubicBezTo>
                    <a:pt x="2258" y="290"/>
                    <a:pt x="1303" y="30"/>
                    <a:pt x="290" y="1"/>
                  </a:cubicBezTo>
                  <a:cubicBezTo>
                    <a:pt x="116" y="1"/>
                    <a:pt x="0" y="117"/>
                    <a:pt x="0" y="290"/>
                  </a:cubicBezTo>
                  <a:lnTo>
                    <a:pt x="0" y="7265"/>
                  </a:lnTo>
                  <a:lnTo>
                    <a:pt x="4892" y="2374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8" name="Google Shape;1968;p46"/>
            <p:cNvSpPr/>
            <p:nvPr/>
          </p:nvSpPr>
          <p:spPr>
            <a:xfrm>
              <a:off x="3374431" y="1360210"/>
              <a:ext cx="443132" cy="443420"/>
            </a:xfrm>
            <a:custGeom>
              <a:rect b="b" l="l" r="r" t="t"/>
              <a:pathLst>
                <a:path extrusionOk="0" h="14761" w="14733">
                  <a:moveTo>
                    <a:pt x="12301" y="2460"/>
                  </a:moveTo>
                  <a:lnTo>
                    <a:pt x="7468" y="7294"/>
                  </a:lnTo>
                  <a:lnTo>
                    <a:pt x="7468" y="347"/>
                  </a:lnTo>
                  <a:cubicBezTo>
                    <a:pt x="7468" y="145"/>
                    <a:pt x="7323" y="0"/>
                    <a:pt x="7121" y="0"/>
                  </a:cubicBezTo>
                  <a:cubicBezTo>
                    <a:pt x="3156" y="174"/>
                    <a:pt x="1" y="3560"/>
                    <a:pt x="174" y="7612"/>
                  </a:cubicBezTo>
                  <a:cubicBezTo>
                    <a:pt x="348" y="11346"/>
                    <a:pt x="3387" y="14385"/>
                    <a:pt x="7092" y="14558"/>
                  </a:cubicBezTo>
                  <a:cubicBezTo>
                    <a:pt x="11288" y="14761"/>
                    <a:pt x="14733" y="11432"/>
                    <a:pt x="14733" y="7294"/>
                  </a:cubicBezTo>
                  <a:cubicBezTo>
                    <a:pt x="14733" y="5441"/>
                    <a:pt x="14038" y="3763"/>
                    <a:pt x="12909" y="2489"/>
                  </a:cubicBezTo>
                  <a:cubicBezTo>
                    <a:pt x="12764" y="2287"/>
                    <a:pt x="12475" y="2287"/>
                    <a:pt x="12301" y="246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9" name="Google Shape;1969;p46"/>
            <p:cNvSpPr/>
            <p:nvPr/>
          </p:nvSpPr>
          <p:spPr>
            <a:xfrm>
              <a:off x="3599023" y="1428008"/>
              <a:ext cx="218543" cy="305206"/>
            </a:xfrm>
            <a:custGeom>
              <a:rect b="b" l="l" r="r" t="t"/>
              <a:pathLst>
                <a:path extrusionOk="0" h="10160" w="7266">
                  <a:moveTo>
                    <a:pt x="5153" y="10159"/>
                  </a:moveTo>
                  <a:cubicBezTo>
                    <a:pt x="6455" y="8857"/>
                    <a:pt x="7266" y="7034"/>
                    <a:pt x="7266" y="5037"/>
                  </a:cubicBezTo>
                  <a:cubicBezTo>
                    <a:pt x="7266" y="3155"/>
                    <a:pt x="6571" y="1448"/>
                    <a:pt x="5384" y="145"/>
                  </a:cubicBezTo>
                  <a:cubicBezTo>
                    <a:pt x="5268" y="1"/>
                    <a:pt x="5037" y="1"/>
                    <a:pt x="4892" y="145"/>
                  </a:cubicBezTo>
                  <a:lnTo>
                    <a:pt x="1" y="503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0" name="Google Shape;1970;p46"/>
            <p:cNvSpPr/>
            <p:nvPr/>
          </p:nvSpPr>
          <p:spPr>
            <a:xfrm>
              <a:off x="752275" y="2300331"/>
              <a:ext cx="21000" cy="495000"/>
            </a:xfrm>
            <a:prstGeom prst="roundRect">
              <a:avLst>
                <a:gd fmla="val 50000" name="adj"/>
              </a:avLst>
            </a:prstGeom>
            <a:solidFill>
              <a:srgbClr val="FFFFFF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1" name="Google Shape;1971;p46"/>
            <p:cNvSpPr/>
            <p:nvPr/>
          </p:nvSpPr>
          <p:spPr>
            <a:xfrm>
              <a:off x="3222125" y="1328340"/>
              <a:ext cx="21000" cy="495000"/>
            </a:xfrm>
            <a:prstGeom prst="roundRect">
              <a:avLst>
                <a:gd fmla="val 50000" name="adj"/>
              </a:avLst>
            </a:prstGeom>
            <a:solidFill>
              <a:srgbClr val="FFFFFF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5" name="Shape 1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" name="Google Shape;1976;p47"/>
          <p:cNvSpPr txBox="1"/>
          <p:nvPr>
            <p:ph type="title"/>
          </p:nvPr>
        </p:nvSpPr>
        <p:spPr>
          <a:xfrm>
            <a:off x="770463" y="616900"/>
            <a:ext cx="3186600" cy="159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</a:t>
            </a:r>
            <a:r>
              <a:rPr lang="en"/>
              <a:t> </a:t>
            </a:r>
            <a:r>
              <a:rPr lang="en">
                <a:solidFill>
                  <a:schemeClr val="lt2"/>
                </a:solidFill>
              </a:rPr>
              <a:t>CASH FLOW? </a:t>
            </a:r>
            <a:endParaRPr/>
          </a:p>
        </p:txBody>
      </p:sp>
      <p:sp>
        <p:nvSpPr>
          <p:cNvPr id="1977" name="Google Shape;1977;p47"/>
          <p:cNvSpPr txBox="1"/>
          <p:nvPr>
            <p:ph idx="1" type="subTitle"/>
          </p:nvPr>
        </p:nvSpPr>
        <p:spPr>
          <a:xfrm>
            <a:off x="770475" y="2124325"/>
            <a:ext cx="3235500" cy="219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Manrope SemiBold"/>
                <a:ea typeface="Manrope SemiBold"/>
                <a:cs typeface="Manrope SemiBold"/>
                <a:sym typeface="Manrope SemiBold"/>
              </a:rPr>
              <a:t>Cash Flow refers to the movement of money into or out of a project over time. These flows occur at different points during the project’s life cycle. Cash flows are </a:t>
            </a:r>
            <a:r>
              <a:rPr lang="en" sz="1300">
                <a:latin typeface="Manrope SemiBold"/>
                <a:ea typeface="Manrope SemiBold"/>
                <a:cs typeface="Manrope SemiBold"/>
                <a:sym typeface="Manrope SemiBold"/>
              </a:rPr>
              <a:t>either</a:t>
            </a:r>
            <a:r>
              <a:rPr lang="en" sz="1300">
                <a:latin typeface="Manrope SemiBold"/>
                <a:ea typeface="Manrope SemiBold"/>
                <a:cs typeface="Manrope SemiBold"/>
                <a:sym typeface="Manrope SemiBold"/>
              </a:rPr>
              <a:t>:</a:t>
            </a:r>
            <a:endParaRPr sz="1300"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Manrope SemiBold"/>
                <a:ea typeface="Manrope SemiBold"/>
                <a:cs typeface="Manrope SemiBold"/>
                <a:sym typeface="Manrope SemiBold"/>
              </a:rPr>
              <a:t>1. Inflows, such as savings, revenues, or returns</a:t>
            </a:r>
            <a:endParaRPr sz="1300"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Manrope SemiBold"/>
                <a:ea typeface="Manrope SemiBold"/>
                <a:cs typeface="Manrope SemiBold"/>
                <a:sym typeface="Manrope SemiBold"/>
              </a:rPr>
              <a:t>2. Outflows, such as operating costs, maintenance expenses, and initial investments</a:t>
            </a:r>
            <a:endParaRPr sz="1300"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pic>
        <p:nvPicPr>
          <p:cNvPr id="1978" name="Google Shape;1978;p47" title="Understanding-the-Cash-Flow-Statement-Color-fc25b41daf7d45e3a63fd5f916fbf9ee.pn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16666" r="16666" t="0"/>
          <a:stretch/>
        </p:blipFill>
        <p:spPr>
          <a:xfrm>
            <a:off x="4691300" y="681676"/>
            <a:ext cx="3780300" cy="3780300"/>
          </a:xfrm>
          <a:prstGeom prst="ellipse">
            <a:avLst/>
          </a:prstGeom>
        </p:spPr>
      </p:pic>
      <p:cxnSp>
        <p:nvCxnSpPr>
          <p:cNvPr id="1979" name="Google Shape;1979;p47"/>
          <p:cNvCxnSpPr/>
          <p:nvPr/>
        </p:nvCxnSpPr>
        <p:spPr>
          <a:xfrm>
            <a:off x="860463" y="1756147"/>
            <a:ext cx="2267700" cy="5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3" name="Shape 1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4" name="Google Shape;1984;p48"/>
          <p:cNvSpPr txBox="1"/>
          <p:nvPr>
            <p:ph type="title"/>
          </p:nvPr>
        </p:nvSpPr>
        <p:spPr>
          <a:xfrm>
            <a:off x="713225" y="520925"/>
            <a:ext cx="7717500" cy="7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CASH FLOWS</a:t>
            </a:r>
            <a:endParaRPr/>
          </a:p>
        </p:txBody>
      </p:sp>
      <p:sp>
        <p:nvSpPr>
          <p:cNvPr id="1985" name="Google Shape;1985;p48"/>
          <p:cNvSpPr txBox="1"/>
          <p:nvPr>
            <p:ph idx="1" type="subTitle"/>
          </p:nvPr>
        </p:nvSpPr>
        <p:spPr>
          <a:xfrm>
            <a:off x="1947913" y="1952524"/>
            <a:ext cx="2156100" cy="83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a lump sum, essentially a one time inflow or outflow.</a:t>
            </a:r>
            <a:endParaRPr/>
          </a:p>
        </p:txBody>
      </p:sp>
      <p:sp>
        <p:nvSpPr>
          <p:cNvPr id="1986" name="Google Shape;1986;p48"/>
          <p:cNvSpPr txBox="1"/>
          <p:nvPr>
            <p:ph idx="2" type="subTitle"/>
          </p:nvPr>
        </p:nvSpPr>
        <p:spPr>
          <a:xfrm>
            <a:off x="1947925" y="1477725"/>
            <a:ext cx="25251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SINGLE PAYMENT</a:t>
            </a:r>
            <a:endParaRPr/>
          </a:p>
        </p:txBody>
      </p:sp>
      <p:sp>
        <p:nvSpPr>
          <p:cNvPr id="1987" name="Google Shape;1987;p48"/>
          <p:cNvSpPr txBox="1"/>
          <p:nvPr>
            <p:ph idx="3" type="subTitle"/>
          </p:nvPr>
        </p:nvSpPr>
        <p:spPr>
          <a:xfrm>
            <a:off x="3723313" y="3559451"/>
            <a:ext cx="2156100" cy="83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Means i</a:t>
            </a:r>
            <a:r>
              <a:rPr lang="en"/>
              <a:t>ncreasing amounts each year.</a:t>
            </a:r>
            <a:endParaRPr/>
          </a:p>
        </p:txBody>
      </p:sp>
      <p:sp>
        <p:nvSpPr>
          <p:cNvPr id="1988" name="Google Shape;1988;p48"/>
          <p:cNvSpPr txBox="1"/>
          <p:nvPr>
            <p:ph idx="4" type="subTitle"/>
          </p:nvPr>
        </p:nvSpPr>
        <p:spPr>
          <a:xfrm>
            <a:off x="3723324" y="3084650"/>
            <a:ext cx="33225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GRADIENT PAYMENT</a:t>
            </a:r>
            <a:endParaRPr/>
          </a:p>
        </p:txBody>
      </p:sp>
      <p:sp>
        <p:nvSpPr>
          <p:cNvPr id="1989" name="Google Shape;1989;p48"/>
          <p:cNvSpPr txBox="1"/>
          <p:nvPr>
            <p:ph idx="5" type="subTitle"/>
          </p:nvPr>
        </p:nvSpPr>
        <p:spPr>
          <a:xfrm>
            <a:off x="5954138" y="1952515"/>
            <a:ext cx="2157900" cy="83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annuity, meaning the same amount is repeated yearly.</a:t>
            </a:r>
            <a:endParaRPr/>
          </a:p>
        </p:txBody>
      </p:sp>
      <p:sp>
        <p:nvSpPr>
          <p:cNvPr id="1990" name="Google Shape;1990;p48"/>
          <p:cNvSpPr txBox="1"/>
          <p:nvPr>
            <p:ph idx="6" type="subTitle"/>
          </p:nvPr>
        </p:nvSpPr>
        <p:spPr>
          <a:xfrm>
            <a:off x="5954150" y="1477725"/>
            <a:ext cx="28425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UNIFORM PAYMENT</a:t>
            </a:r>
            <a:endParaRPr/>
          </a:p>
        </p:txBody>
      </p:sp>
      <p:cxnSp>
        <p:nvCxnSpPr>
          <p:cNvPr id="1991" name="Google Shape;1991;p48"/>
          <p:cNvCxnSpPr/>
          <p:nvPr/>
        </p:nvCxnSpPr>
        <p:spPr>
          <a:xfrm>
            <a:off x="1031963" y="2639738"/>
            <a:ext cx="8181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2" name="Google Shape;1992;p48"/>
          <p:cNvCxnSpPr/>
          <p:nvPr/>
        </p:nvCxnSpPr>
        <p:spPr>
          <a:xfrm>
            <a:off x="5038188" y="2639738"/>
            <a:ext cx="8181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3" name="Google Shape;1993;p48"/>
          <p:cNvCxnSpPr/>
          <p:nvPr/>
        </p:nvCxnSpPr>
        <p:spPr>
          <a:xfrm>
            <a:off x="2807363" y="4255700"/>
            <a:ext cx="8181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994" name="Google Shape;1994;p48"/>
          <p:cNvGrpSpPr/>
          <p:nvPr/>
        </p:nvGrpSpPr>
        <p:grpSpPr>
          <a:xfrm>
            <a:off x="5084169" y="1647637"/>
            <a:ext cx="726139" cy="676892"/>
            <a:chOff x="-3080947" y="1249394"/>
            <a:chExt cx="413425" cy="388126"/>
          </a:xfrm>
        </p:grpSpPr>
        <p:sp>
          <p:nvSpPr>
            <p:cNvPr id="1995" name="Google Shape;1995;p48"/>
            <p:cNvSpPr/>
            <p:nvPr/>
          </p:nvSpPr>
          <p:spPr>
            <a:xfrm>
              <a:off x="-2935528" y="1515776"/>
              <a:ext cx="122556" cy="121744"/>
            </a:xfrm>
            <a:custGeom>
              <a:rect b="b" l="l" r="r" t="t"/>
              <a:pathLst>
                <a:path extrusionOk="0" h="3898" w="3924">
                  <a:moveTo>
                    <a:pt x="1975" y="0"/>
                  </a:moveTo>
                  <a:cubicBezTo>
                    <a:pt x="886" y="0"/>
                    <a:pt x="1" y="861"/>
                    <a:pt x="1" y="1949"/>
                  </a:cubicBezTo>
                  <a:cubicBezTo>
                    <a:pt x="1" y="3012"/>
                    <a:pt x="886" y="3897"/>
                    <a:pt x="1975" y="3897"/>
                  </a:cubicBezTo>
                  <a:cubicBezTo>
                    <a:pt x="3063" y="3897"/>
                    <a:pt x="3923" y="3012"/>
                    <a:pt x="3923" y="1949"/>
                  </a:cubicBezTo>
                  <a:cubicBezTo>
                    <a:pt x="3923" y="861"/>
                    <a:pt x="3063" y="0"/>
                    <a:pt x="197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6" name="Google Shape;1996;p48"/>
            <p:cNvSpPr/>
            <p:nvPr/>
          </p:nvSpPr>
          <p:spPr>
            <a:xfrm>
              <a:off x="-2797200" y="1322103"/>
              <a:ext cx="117809" cy="174715"/>
            </a:xfrm>
            <a:custGeom>
              <a:rect b="b" l="l" r="r" t="t"/>
              <a:pathLst>
                <a:path extrusionOk="0" h="5594" w="3772">
                  <a:moveTo>
                    <a:pt x="3771" y="1"/>
                  </a:moveTo>
                  <a:cubicBezTo>
                    <a:pt x="2278" y="1"/>
                    <a:pt x="1063" y="1215"/>
                    <a:pt x="1063" y="2709"/>
                  </a:cubicBezTo>
                  <a:lnTo>
                    <a:pt x="1063" y="4101"/>
                  </a:lnTo>
                  <a:lnTo>
                    <a:pt x="557" y="3594"/>
                  </a:lnTo>
                  <a:lnTo>
                    <a:pt x="1" y="4151"/>
                  </a:lnTo>
                  <a:lnTo>
                    <a:pt x="1443" y="5594"/>
                  </a:lnTo>
                  <a:lnTo>
                    <a:pt x="2886" y="4151"/>
                  </a:lnTo>
                  <a:lnTo>
                    <a:pt x="2329" y="3594"/>
                  </a:lnTo>
                  <a:lnTo>
                    <a:pt x="1823" y="4101"/>
                  </a:lnTo>
                  <a:lnTo>
                    <a:pt x="1823" y="2709"/>
                  </a:lnTo>
                  <a:cubicBezTo>
                    <a:pt x="1823" y="1646"/>
                    <a:pt x="2708" y="760"/>
                    <a:pt x="3771" y="760"/>
                  </a:cubicBezTo>
                  <a:lnTo>
                    <a:pt x="377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7" name="Google Shape;1997;p48"/>
            <p:cNvSpPr/>
            <p:nvPr/>
          </p:nvSpPr>
          <p:spPr>
            <a:xfrm>
              <a:off x="-3069110" y="1322103"/>
              <a:ext cx="117809" cy="174715"/>
            </a:xfrm>
            <a:custGeom>
              <a:rect b="b" l="l" r="r" t="t"/>
              <a:pathLst>
                <a:path extrusionOk="0" h="5594" w="3772">
                  <a:moveTo>
                    <a:pt x="1" y="1"/>
                  </a:moveTo>
                  <a:lnTo>
                    <a:pt x="1" y="760"/>
                  </a:lnTo>
                  <a:cubicBezTo>
                    <a:pt x="1064" y="760"/>
                    <a:pt x="1949" y="1646"/>
                    <a:pt x="1949" y="2709"/>
                  </a:cubicBezTo>
                  <a:lnTo>
                    <a:pt x="1949" y="4101"/>
                  </a:lnTo>
                  <a:lnTo>
                    <a:pt x="1443" y="3594"/>
                  </a:lnTo>
                  <a:lnTo>
                    <a:pt x="886" y="4151"/>
                  </a:lnTo>
                  <a:lnTo>
                    <a:pt x="2329" y="5594"/>
                  </a:lnTo>
                  <a:lnTo>
                    <a:pt x="3772" y="4151"/>
                  </a:lnTo>
                  <a:lnTo>
                    <a:pt x="3215" y="3594"/>
                  </a:lnTo>
                  <a:lnTo>
                    <a:pt x="2709" y="4101"/>
                  </a:lnTo>
                  <a:lnTo>
                    <a:pt x="2709" y="2709"/>
                  </a:lnTo>
                  <a:cubicBezTo>
                    <a:pt x="2709" y="1215"/>
                    <a:pt x="1494" y="1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8" name="Google Shape;1998;p48"/>
            <p:cNvSpPr/>
            <p:nvPr/>
          </p:nvSpPr>
          <p:spPr>
            <a:xfrm>
              <a:off x="-3080947" y="1249394"/>
              <a:ext cx="413425" cy="64058"/>
            </a:xfrm>
            <a:custGeom>
              <a:rect b="b" l="l" r="r" t="t"/>
              <a:pathLst>
                <a:path extrusionOk="0" h="2051" w="13237">
                  <a:moveTo>
                    <a:pt x="0" y="0"/>
                  </a:moveTo>
                  <a:lnTo>
                    <a:pt x="0" y="760"/>
                  </a:lnTo>
                  <a:lnTo>
                    <a:pt x="380" y="760"/>
                  </a:lnTo>
                  <a:cubicBezTo>
                    <a:pt x="1594" y="760"/>
                    <a:pt x="2657" y="1266"/>
                    <a:pt x="3442" y="2050"/>
                  </a:cubicBezTo>
                  <a:lnTo>
                    <a:pt x="9794" y="2050"/>
                  </a:lnTo>
                  <a:cubicBezTo>
                    <a:pt x="10579" y="1266"/>
                    <a:pt x="11667" y="760"/>
                    <a:pt x="12856" y="760"/>
                  </a:cubicBezTo>
                  <a:lnTo>
                    <a:pt x="13236" y="760"/>
                  </a:lnTo>
                  <a:lnTo>
                    <a:pt x="1323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9" name="Google Shape;1999;p48"/>
            <p:cNvSpPr/>
            <p:nvPr/>
          </p:nvSpPr>
          <p:spPr>
            <a:xfrm>
              <a:off x="-2954487" y="1337907"/>
              <a:ext cx="161285" cy="64870"/>
            </a:xfrm>
            <a:custGeom>
              <a:rect b="b" l="l" r="r" t="t"/>
              <a:pathLst>
                <a:path extrusionOk="0" h="2077" w="5164">
                  <a:moveTo>
                    <a:pt x="0" y="1"/>
                  </a:moveTo>
                  <a:cubicBezTo>
                    <a:pt x="355" y="608"/>
                    <a:pt x="582" y="1317"/>
                    <a:pt x="608" y="2076"/>
                  </a:cubicBezTo>
                  <a:lnTo>
                    <a:pt x="4556" y="2076"/>
                  </a:lnTo>
                  <a:cubicBezTo>
                    <a:pt x="4581" y="1317"/>
                    <a:pt x="4783" y="608"/>
                    <a:pt x="51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0" name="Google Shape;2000;p48"/>
            <p:cNvSpPr/>
            <p:nvPr/>
          </p:nvSpPr>
          <p:spPr>
            <a:xfrm>
              <a:off x="-2935528" y="1427232"/>
              <a:ext cx="122556" cy="64058"/>
            </a:xfrm>
            <a:custGeom>
              <a:rect b="b" l="l" r="r" t="t"/>
              <a:pathLst>
                <a:path extrusionOk="0" h="2051" w="3924">
                  <a:moveTo>
                    <a:pt x="1" y="1"/>
                  </a:moveTo>
                  <a:lnTo>
                    <a:pt x="1" y="2051"/>
                  </a:lnTo>
                  <a:lnTo>
                    <a:pt x="3923" y="2051"/>
                  </a:lnTo>
                  <a:lnTo>
                    <a:pt x="392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01" name="Google Shape;2001;p48"/>
          <p:cNvGrpSpPr/>
          <p:nvPr/>
        </p:nvGrpSpPr>
        <p:grpSpPr>
          <a:xfrm>
            <a:off x="1077950" y="1647637"/>
            <a:ext cx="726139" cy="722374"/>
            <a:chOff x="-4491875" y="1926796"/>
            <a:chExt cx="413425" cy="414205"/>
          </a:xfrm>
        </p:grpSpPr>
        <p:sp>
          <p:nvSpPr>
            <p:cNvPr id="2002" name="Google Shape;2002;p48"/>
            <p:cNvSpPr/>
            <p:nvPr/>
          </p:nvSpPr>
          <p:spPr>
            <a:xfrm>
              <a:off x="-4491875" y="2218445"/>
              <a:ext cx="413425" cy="49816"/>
            </a:xfrm>
            <a:custGeom>
              <a:rect b="b" l="l" r="r" t="t"/>
              <a:pathLst>
                <a:path extrusionOk="0" h="1595" w="13237">
                  <a:moveTo>
                    <a:pt x="1" y="1"/>
                  </a:moveTo>
                  <a:lnTo>
                    <a:pt x="1" y="1595"/>
                  </a:lnTo>
                  <a:lnTo>
                    <a:pt x="13237" y="1595"/>
                  </a:lnTo>
                  <a:lnTo>
                    <a:pt x="1323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3" name="Google Shape;2003;p48"/>
            <p:cNvSpPr/>
            <p:nvPr/>
          </p:nvSpPr>
          <p:spPr>
            <a:xfrm>
              <a:off x="-4491875" y="1976580"/>
              <a:ext cx="97258" cy="218190"/>
            </a:xfrm>
            <a:custGeom>
              <a:rect b="b" l="l" r="r" t="t"/>
              <a:pathLst>
                <a:path extrusionOk="0" h="6986" w="3114">
                  <a:moveTo>
                    <a:pt x="1" y="0"/>
                  </a:moveTo>
                  <a:lnTo>
                    <a:pt x="1" y="6985"/>
                  </a:lnTo>
                  <a:lnTo>
                    <a:pt x="3114" y="6985"/>
                  </a:lnTo>
                  <a:lnTo>
                    <a:pt x="311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4" name="Google Shape;2004;p48"/>
            <p:cNvSpPr/>
            <p:nvPr/>
          </p:nvSpPr>
          <p:spPr>
            <a:xfrm>
              <a:off x="-4175709" y="1976580"/>
              <a:ext cx="97258" cy="218190"/>
            </a:xfrm>
            <a:custGeom>
              <a:rect b="b" l="l" r="r" t="t"/>
              <a:pathLst>
                <a:path extrusionOk="0" h="6986" w="3114">
                  <a:moveTo>
                    <a:pt x="1" y="0"/>
                  </a:moveTo>
                  <a:lnTo>
                    <a:pt x="1" y="6985"/>
                  </a:lnTo>
                  <a:lnTo>
                    <a:pt x="3114" y="6985"/>
                  </a:lnTo>
                  <a:lnTo>
                    <a:pt x="311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5" name="Google Shape;2005;p48"/>
            <p:cNvSpPr/>
            <p:nvPr/>
          </p:nvSpPr>
          <p:spPr>
            <a:xfrm>
              <a:off x="-4394648" y="2291966"/>
              <a:ext cx="218971" cy="49035"/>
            </a:xfrm>
            <a:custGeom>
              <a:rect b="b" l="l" r="r" t="t"/>
              <a:pathLst>
                <a:path extrusionOk="0" h="1570" w="7011">
                  <a:moveTo>
                    <a:pt x="1570" y="0"/>
                  </a:moveTo>
                  <a:lnTo>
                    <a:pt x="1570" y="785"/>
                  </a:lnTo>
                  <a:lnTo>
                    <a:pt x="1" y="785"/>
                  </a:lnTo>
                  <a:lnTo>
                    <a:pt x="1" y="1569"/>
                  </a:lnTo>
                  <a:lnTo>
                    <a:pt x="7011" y="1569"/>
                  </a:lnTo>
                  <a:lnTo>
                    <a:pt x="7011" y="785"/>
                  </a:lnTo>
                  <a:lnTo>
                    <a:pt x="5442" y="785"/>
                  </a:lnTo>
                  <a:lnTo>
                    <a:pt x="54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6" name="Google Shape;2006;p48"/>
            <p:cNvSpPr/>
            <p:nvPr/>
          </p:nvSpPr>
          <p:spPr>
            <a:xfrm>
              <a:off x="-4248418" y="1928358"/>
              <a:ext cx="46661" cy="48254"/>
            </a:xfrm>
            <a:custGeom>
              <a:rect b="b" l="l" r="r" t="t"/>
              <a:pathLst>
                <a:path extrusionOk="0" h="1545" w="1494">
                  <a:moveTo>
                    <a:pt x="0" y="1"/>
                  </a:moveTo>
                  <a:lnTo>
                    <a:pt x="0" y="1544"/>
                  </a:lnTo>
                  <a:lnTo>
                    <a:pt x="1494" y="1544"/>
                  </a:lnTo>
                  <a:cubicBezTo>
                    <a:pt x="1342" y="785"/>
                    <a:pt x="760" y="152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7" name="Google Shape;2007;p48"/>
            <p:cNvSpPr/>
            <p:nvPr/>
          </p:nvSpPr>
          <p:spPr>
            <a:xfrm>
              <a:off x="-4370131" y="1926796"/>
              <a:ext cx="169967" cy="267975"/>
            </a:xfrm>
            <a:custGeom>
              <a:rect b="b" l="l" r="r" t="t"/>
              <a:pathLst>
                <a:path extrusionOk="0" h="8580" w="5442">
                  <a:moveTo>
                    <a:pt x="3113" y="3138"/>
                  </a:moveTo>
                  <a:lnTo>
                    <a:pt x="3113" y="3897"/>
                  </a:lnTo>
                  <a:lnTo>
                    <a:pt x="785" y="3897"/>
                  </a:lnTo>
                  <a:lnTo>
                    <a:pt x="785" y="3138"/>
                  </a:lnTo>
                  <a:close/>
                  <a:moveTo>
                    <a:pt x="4657" y="3138"/>
                  </a:moveTo>
                  <a:lnTo>
                    <a:pt x="4657" y="3897"/>
                  </a:lnTo>
                  <a:lnTo>
                    <a:pt x="3872" y="3897"/>
                  </a:lnTo>
                  <a:lnTo>
                    <a:pt x="3872" y="3138"/>
                  </a:lnTo>
                  <a:close/>
                  <a:moveTo>
                    <a:pt x="1544" y="4682"/>
                  </a:moveTo>
                  <a:lnTo>
                    <a:pt x="1544" y="5466"/>
                  </a:lnTo>
                  <a:lnTo>
                    <a:pt x="785" y="5466"/>
                  </a:lnTo>
                  <a:lnTo>
                    <a:pt x="785" y="4682"/>
                  </a:lnTo>
                  <a:close/>
                  <a:moveTo>
                    <a:pt x="4657" y="4682"/>
                  </a:moveTo>
                  <a:lnTo>
                    <a:pt x="4657" y="5466"/>
                  </a:lnTo>
                  <a:lnTo>
                    <a:pt x="2328" y="5466"/>
                  </a:lnTo>
                  <a:lnTo>
                    <a:pt x="2328" y="4682"/>
                  </a:lnTo>
                  <a:close/>
                  <a:moveTo>
                    <a:pt x="3113" y="6251"/>
                  </a:moveTo>
                  <a:lnTo>
                    <a:pt x="3113" y="7010"/>
                  </a:lnTo>
                  <a:lnTo>
                    <a:pt x="785" y="7010"/>
                  </a:lnTo>
                  <a:lnTo>
                    <a:pt x="785" y="6251"/>
                  </a:lnTo>
                  <a:close/>
                  <a:moveTo>
                    <a:pt x="4657" y="6251"/>
                  </a:moveTo>
                  <a:lnTo>
                    <a:pt x="4657" y="7010"/>
                  </a:lnTo>
                  <a:lnTo>
                    <a:pt x="3872" y="7010"/>
                  </a:lnTo>
                  <a:lnTo>
                    <a:pt x="3872" y="6251"/>
                  </a:lnTo>
                  <a:close/>
                  <a:moveTo>
                    <a:pt x="0" y="0"/>
                  </a:moveTo>
                  <a:lnTo>
                    <a:pt x="0" y="8579"/>
                  </a:lnTo>
                  <a:lnTo>
                    <a:pt x="5441" y="8579"/>
                  </a:lnTo>
                  <a:lnTo>
                    <a:pt x="5441" y="2354"/>
                  </a:lnTo>
                  <a:lnTo>
                    <a:pt x="3113" y="2354"/>
                  </a:lnTo>
                  <a:lnTo>
                    <a:pt x="311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08" name="Google Shape;2008;p48"/>
          <p:cNvGrpSpPr/>
          <p:nvPr/>
        </p:nvGrpSpPr>
        <p:grpSpPr>
          <a:xfrm>
            <a:off x="2855213" y="3263582"/>
            <a:ext cx="722387" cy="619193"/>
            <a:chOff x="-5680678" y="2585989"/>
            <a:chExt cx="414237" cy="358081"/>
          </a:xfrm>
        </p:grpSpPr>
        <p:sp>
          <p:nvSpPr>
            <p:cNvPr id="2009" name="Google Shape;2009;p48"/>
            <p:cNvSpPr/>
            <p:nvPr/>
          </p:nvSpPr>
          <p:spPr>
            <a:xfrm>
              <a:off x="-5552625" y="2585989"/>
              <a:ext cx="64839" cy="67212"/>
            </a:xfrm>
            <a:custGeom>
              <a:rect b="b" l="l" r="r" t="t"/>
              <a:pathLst>
                <a:path extrusionOk="0" h="2152" w="2076">
                  <a:moveTo>
                    <a:pt x="1418" y="1"/>
                  </a:moveTo>
                  <a:lnTo>
                    <a:pt x="1" y="2152"/>
                  </a:lnTo>
                  <a:lnTo>
                    <a:pt x="937" y="2152"/>
                  </a:lnTo>
                  <a:lnTo>
                    <a:pt x="2076" y="456"/>
                  </a:lnTo>
                  <a:lnTo>
                    <a:pt x="14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0" name="Google Shape;2010;p48"/>
            <p:cNvSpPr/>
            <p:nvPr/>
          </p:nvSpPr>
          <p:spPr>
            <a:xfrm>
              <a:off x="-5459364" y="2585989"/>
              <a:ext cx="64870" cy="67212"/>
            </a:xfrm>
            <a:custGeom>
              <a:rect b="b" l="l" r="r" t="t"/>
              <a:pathLst>
                <a:path extrusionOk="0" h="2152" w="2077">
                  <a:moveTo>
                    <a:pt x="659" y="1"/>
                  </a:moveTo>
                  <a:lnTo>
                    <a:pt x="1" y="456"/>
                  </a:lnTo>
                  <a:lnTo>
                    <a:pt x="1140" y="2152"/>
                  </a:lnTo>
                  <a:lnTo>
                    <a:pt x="2076" y="2152"/>
                  </a:lnTo>
                  <a:lnTo>
                    <a:pt x="65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1" name="Google Shape;2011;p48"/>
            <p:cNvSpPr/>
            <p:nvPr/>
          </p:nvSpPr>
          <p:spPr>
            <a:xfrm>
              <a:off x="-5680678" y="2653170"/>
              <a:ext cx="414237" cy="72772"/>
            </a:xfrm>
            <a:custGeom>
              <a:rect b="b" l="l" r="r" t="t"/>
              <a:pathLst>
                <a:path extrusionOk="0" h="2330" w="13263">
                  <a:moveTo>
                    <a:pt x="1" y="1"/>
                  </a:moveTo>
                  <a:lnTo>
                    <a:pt x="1" y="2329"/>
                  </a:lnTo>
                  <a:lnTo>
                    <a:pt x="13262" y="2329"/>
                  </a:lnTo>
                  <a:lnTo>
                    <a:pt x="13262" y="1"/>
                  </a:lnTo>
                  <a:lnTo>
                    <a:pt x="9162" y="1"/>
                  </a:lnTo>
                  <a:lnTo>
                    <a:pt x="10073" y="1317"/>
                  </a:lnTo>
                  <a:lnTo>
                    <a:pt x="9415" y="1772"/>
                  </a:lnTo>
                  <a:lnTo>
                    <a:pt x="8226" y="1"/>
                  </a:lnTo>
                  <a:lnTo>
                    <a:pt x="5037" y="1"/>
                  </a:lnTo>
                  <a:lnTo>
                    <a:pt x="3848" y="1772"/>
                  </a:lnTo>
                  <a:lnTo>
                    <a:pt x="3190" y="1317"/>
                  </a:lnTo>
                  <a:lnTo>
                    <a:pt x="410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2" name="Google Shape;2012;p48"/>
            <p:cNvSpPr/>
            <p:nvPr/>
          </p:nvSpPr>
          <p:spPr>
            <a:xfrm>
              <a:off x="-5654599" y="2749616"/>
              <a:ext cx="362047" cy="194454"/>
            </a:xfrm>
            <a:custGeom>
              <a:rect b="b" l="l" r="r" t="t"/>
              <a:pathLst>
                <a:path extrusionOk="0" h="6226" w="11592">
                  <a:moveTo>
                    <a:pt x="5417" y="1164"/>
                  </a:moveTo>
                  <a:lnTo>
                    <a:pt x="5417" y="1949"/>
                  </a:lnTo>
                  <a:lnTo>
                    <a:pt x="2304" y="1949"/>
                  </a:lnTo>
                  <a:lnTo>
                    <a:pt x="2304" y="1164"/>
                  </a:lnTo>
                  <a:close/>
                  <a:moveTo>
                    <a:pt x="9289" y="1164"/>
                  </a:moveTo>
                  <a:lnTo>
                    <a:pt x="9289" y="1949"/>
                  </a:lnTo>
                  <a:lnTo>
                    <a:pt x="6176" y="1949"/>
                  </a:lnTo>
                  <a:lnTo>
                    <a:pt x="6176" y="1164"/>
                  </a:lnTo>
                  <a:close/>
                  <a:moveTo>
                    <a:pt x="5417" y="2734"/>
                  </a:moveTo>
                  <a:lnTo>
                    <a:pt x="5417" y="3493"/>
                  </a:lnTo>
                  <a:lnTo>
                    <a:pt x="2304" y="3493"/>
                  </a:lnTo>
                  <a:lnTo>
                    <a:pt x="2304" y="2734"/>
                  </a:lnTo>
                  <a:close/>
                  <a:moveTo>
                    <a:pt x="9289" y="2734"/>
                  </a:moveTo>
                  <a:lnTo>
                    <a:pt x="9289" y="3493"/>
                  </a:lnTo>
                  <a:lnTo>
                    <a:pt x="6176" y="3493"/>
                  </a:lnTo>
                  <a:lnTo>
                    <a:pt x="6176" y="2734"/>
                  </a:lnTo>
                  <a:close/>
                  <a:moveTo>
                    <a:pt x="5417" y="4277"/>
                  </a:moveTo>
                  <a:lnTo>
                    <a:pt x="5417" y="5062"/>
                  </a:lnTo>
                  <a:lnTo>
                    <a:pt x="2304" y="5062"/>
                  </a:lnTo>
                  <a:lnTo>
                    <a:pt x="2304" y="4277"/>
                  </a:lnTo>
                  <a:close/>
                  <a:moveTo>
                    <a:pt x="9289" y="4277"/>
                  </a:moveTo>
                  <a:lnTo>
                    <a:pt x="9289" y="5062"/>
                  </a:lnTo>
                  <a:lnTo>
                    <a:pt x="6176" y="5062"/>
                  </a:lnTo>
                  <a:lnTo>
                    <a:pt x="6176" y="4277"/>
                  </a:lnTo>
                  <a:close/>
                  <a:moveTo>
                    <a:pt x="1" y="0"/>
                  </a:moveTo>
                  <a:lnTo>
                    <a:pt x="760" y="6226"/>
                  </a:lnTo>
                  <a:lnTo>
                    <a:pt x="10833" y="6226"/>
                  </a:lnTo>
                  <a:lnTo>
                    <a:pt x="1159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6" name="Shape 2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" name="Google Shape;2017;p49"/>
          <p:cNvSpPr txBox="1"/>
          <p:nvPr>
            <p:ph type="title"/>
          </p:nvPr>
        </p:nvSpPr>
        <p:spPr>
          <a:xfrm>
            <a:off x="713225" y="520925"/>
            <a:ext cx="7717500" cy="7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SINGLE PAYMENT CASH FLOW</a:t>
            </a:r>
            <a:endParaRPr/>
          </a:p>
        </p:txBody>
      </p:sp>
      <p:sp>
        <p:nvSpPr>
          <p:cNvPr id="2018" name="Google Shape;2018;p49"/>
          <p:cNvSpPr txBox="1"/>
          <p:nvPr>
            <p:ph idx="2" type="title"/>
          </p:nvPr>
        </p:nvSpPr>
        <p:spPr>
          <a:xfrm>
            <a:off x="1234700" y="1754925"/>
            <a:ext cx="2752800" cy="92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Future Value</a:t>
            </a:r>
            <a:endParaRPr sz="3300"/>
          </a:p>
        </p:txBody>
      </p:sp>
      <p:cxnSp>
        <p:nvCxnSpPr>
          <p:cNvPr id="2019" name="Google Shape;2019;p49"/>
          <p:cNvCxnSpPr/>
          <p:nvPr/>
        </p:nvCxnSpPr>
        <p:spPr>
          <a:xfrm>
            <a:off x="1683175" y="2674550"/>
            <a:ext cx="177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20" name="Google Shape;2020;p49"/>
          <p:cNvSpPr txBox="1"/>
          <p:nvPr>
            <p:ph idx="2" type="title"/>
          </p:nvPr>
        </p:nvSpPr>
        <p:spPr>
          <a:xfrm>
            <a:off x="5113150" y="1754925"/>
            <a:ext cx="3013800" cy="92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Present Value</a:t>
            </a:r>
            <a:endParaRPr sz="3300"/>
          </a:p>
        </p:txBody>
      </p:sp>
      <p:sp>
        <p:nvSpPr>
          <p:cNvPr id="2021" name="Google Shape;2021;p49"/>
          <p:cNvSpPr txBox="1"/>
          <p:nvPr>
            <p:ph idx="3" type="subTitle"/>
          </p:nvPr>
        </p:nvSpPr>
        <p:spPr>
          <a:xfrm>
            <a:off x="918565" y="2869750"/>
            <a:ext cx="30138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 = P(1+i)</a:t>
            </a:r>
            <a:r>
              <a:rPr baseline="30000" lang="en"/>
              <a:t>n</a:t>
            </a:r>
            <a:endParaRPr baseline="30000"/>
          </a:p>
        </p:txBody>
      </p:sp>
      <p:cxnSp>
        <p:nvCxnSpPr>
          <p:cNvPr id="2022" name="Google Shape;2022;p49"/>
          <p:cNvCxnSpPr/>
          <p:nvPr/>
        </p:nvCxnSpPr>
        <p:spPr>
          <a:xfrm>
            <a:off x="5733250" y="2674550"/>
            <a:ext cx="177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23" name="Google Shape;2023;p49"/>
          <p:cNvSpPr txBox="1"/>
          <p:nvPr>
            <p:ph idx="3" type="subTitle"/>
          </p:nvPr>
        </p:nvSpPr>
        <p:spPr>
          <a:xfrm>
            <a:off x="4870667" y="2869750"/>
            <a:ext cx="30138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 = F / (1+i)</a:t>
            </a:r>
            <a:r>
              <a:rPr baseline="30000" lang="en"/>
              <a:t>n</a:t>
            </a:r>
            <a:endParaRPr baseline="30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7" name="Shape 2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8" name="Google Shape;2028;p50"/>
          <p:cNvSpPr txBox="1"/>
          <p:nvPr/>
        </p:nvSpPr>
        <p:spPr>
          <a:xfrm>
            <a:off x="-25" y="505825"/>
            <a:ext cx="9144000" cy="21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anrope"/>
                <a:ea typeface="Manrope"/>
                <a:cs typeface="Manrope"/>
                <a:sym typeface="Manrope"/>
              </a:rPr>
              <a:t>A construction firm will receive Rs. 200,000 after 3 years from a supplier contract. The discount rate is 10% per year. What is the present value of this future amount? Given F=200,000, i=0.10, n=3</a:t>
            </a:r>
            <a:endParaRPr sz="1900"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029" name="Google Shape;2029;p50"/>
          <p:cNvSpPr txBox="1"/>
          <p:nvPr/>
        </p:nvSpPr>
        <p:spPr>
          <a:xfrm>
            <a:off x="0" y="1671175"/>
            <a:ext cx="9144000" cy="7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Manrope"/>
                <a:ea typeface="Manrope"/>
                <a:cs typeface="Manrope"/>
                <a:sym typeface="Manrope"/>
              </a:rPr>
              <a:t>P </a:t>
            </a:r>
            <a:r>
              <a:rPr lang="en" sz="1700">
                <a:latin typeface="Manrope"/>
                <a:ea typeface="Manrope"/>
                <a:cs typeface="Manrope"/>
                <a:sym typeface="Manrope"/>
              </a:rPr>
              <a:t>= F / (1+i)</a:t>
            </a:r>
            <a:r>
              <a:rPr baseline="30000" lang="en" sz="1700">
                <a:latin typeface="Manrope"/>
                <a:ea typeface="Manrope"/>
                <a:cs typeface="Manrope"/>
                <a:sym typeface="Manrope"/>
              </a:rPr>
              <a:t>n </a:t>
            </a:r>
            <a:r>
              <a:rPr lang="en" sz="1700">
                <a:latin typeface="Manrope"/>
                <a:ea typeface="Manrope"/>
                <a:cs typeface="Manrope"/>
                <a:sym typeface="Manrope"/>
              </a:rPr>
              <a:t>= </a:t>
            </a:r>
            <a:r>
              <a:rPr lang="en" sz="1700">
                <a:latin typeface="Manrope"/>
                <a:ea typeface="Manrope"/>
                <a:cs typeface="Manrope"/>
                <a:sym typeface="Manrope"/>
              </a:rPr>
              <a:t>200,000 / 1.331</a:t>
            </a:r>
            <a:r>
              <a:rPr lang="en" sz="1700">
                <a:latin typeface="Manrope"/>
                <a:ea typeface="Manrope"/>
                <a:cs typeface="Manrope"/>
                <a:sym typeface="Manrope"/>
              </a:rPr>
              <a:t>= 150,263</a:t>
            </a:r>
            <a:endParaRPr sz="1700"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2030" name="Google Shape;2030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6826" y="2167112"/>
            <a:ext cx="2669976" cy="2865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4" name="Shape 2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5" name="Google Shape;2035;p51"/>
          <p:cNvSpPr txBox="1"/>
          <p:nvPr>
            <p:ph type="title"/>
          </p:nvPr>
        </p:nvSpPr>
        <p:spPr>
          <a:xfrm>
            <a:off x="713225" y="520925"/>
            <a:ext cx="7717500" cy="7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UNIFORM PAYMENT CASH FLOW</a:t>
            </a:r>
            <a:endParaRPr/>
          </a:p>
        </p:txBody>
      </p:sp>
      <p:sp>
        <p:nvSpPr>
          <p:cNvPr id="2036" name="Google Shape;2036;p51"/>
          <p:cNvSpPr txBox="1"/>
          <p:nvPr>
            <p:ph idx="2" type="title"/>
          </p:nvPr>
        </p:nvSpPr>
        <p:spPr>
          <a:xfrm>
            <a:off x="1158500" y="1754925"/>
            <a:ext cx="3013800" cy="92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Future Worth</a:t>
            </a:r>
            <a:endParaRPr sz="3300"/>
          </a:p>
        </p:txBody>
      </p:sp>
      <p:cxnSp>
        <p:nvCxnSpPr>
          <p:cNvPr id="2037" name="Google Shape;2037;p51"/>
          <p:cNvCxnSpPr/>
          <p:nvPr/>
        </p:nvCxnSpPr>
        <p:spPr>
          <a:xfrm>
            <a:off x="1683175" y="2674550"/>
            <a:ext cx="177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38" name="Google Shape;2038;p51"/>
          <p:cNvSpPr txBox="1"/>
          <p:nvPr>
            <p:ph idx="2" type="title"/>
          </p:nvPr>
        </p:nvSpPr>
        <p:spPr>
          <a:xfrm>
            <a:off x="4960750" y="1754925"/>
            <a:ext cx="3249300" cy="92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Present Worth</a:t>
            </a:r>
            <a:endParaRPr sz="3300"/>
          </a:p>
        </p:txBody>
      </p:sp>
      <p:sp>
        <p:nvSpPr>
          <p:cNvPr id="2039" name="Google Shape;2039;p51"/>
          <p:cNvSpPr txBox="1"/>
          <p:nvPr>
            <p:ph idx="3" type="subTitle"/>
          </p:nvPr>
        </p:nvSpPr>
        <p:spPr>
          <a:xfrm>
            <a:off x="385175" y="2869750"/>
            <a:ext cx="42165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</a:t>
            </a:r>
            <a:r>
              <a:rPr lang="en"/>
              <a:t> = A [((1+i)</a:t>
            </a:r>
            <a:r>
              <a:rPr baseline="30000" lang="en"/>
              <a:t>n </a:t>
            </a:r>
            <a:r>
              <a:rPr lang="en"/>
              <a:t>-1)/i]</a:t>
            </a:r>
            <a:endParaRPr baseline="30000"/>
          </a:p>
        </p:txBody>
      </p:sp>
      <p:cxnSp>
        <p:nvCxnSpPr>
          <p:cNvPr id="2040" name="Google Shape;2040;p51"/>
          <p:cNvCxnSpPr/>
          <p:nvPr/>
        </p:nvCxnSpPr>
        <p:spPr>
          <a:xfrm>
            <a:off x="5733250" y="2674550"/>
            <a:ext cx="177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41" name="Google Shape;2041;p51"/>
          <p:cNvSpPr txBox="1"/>
          <p:nvPr>
            <p:ph idx="3" type="subTitle"/>
          </p:nvPr>
        </p:nvSpPr>
        <p:spPr>
          <a:xfrm>
            <a:off x="4070200" y="2869750"/>
            <a:ext cx="53385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 = A [((1+i)</a:t>
            </a:r>
            <a:r>
              <a:rPr baseline="30000" lang="en"/>
              <a:t>n </a:t>
            </a:r>
            <a:r>
              <a:rPr lang="en"/>
              <a:t>-1)/i(1+i)</a:t>
            </a:r>
            <a:r>
              <a:rPr baseline="30000" lang="en"/>
              <a:t>n</a:t>
            </a:r>
            <a:r>
              <a:rPr lang="en"/>
              <a:t>]</a:t>
            </a:r>
            <a:endParaRPr baseline="30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5" name="Shape 2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6" name="Google Shape;2046;p52"/>
          <p:cNvSpPr txBox="1"/>
          <p:nvPr/>
        </p:nvSpPr>
        <p:spPr>
          <a:xfrm>
            <a:off x="-25" y="505825"/>
            <a:ext cx="9144000" cy="28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anrope"/>
                <a:ea typeface="Manrope"/>
                <a:cs typeface="Manrope"/>
                <a:sym typeface="Manrope"/>
              </a:rPr>
              <a:t>A factory pays Rs. 100,000 every year for 5 years as maintenance.</a:t>
            </a:r>
            <a:endParaRPr sz="1900"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anrope"/>
                <a:ea typeface="Manrope"/>
                <a:cs typeface="Manrope"/>
                <a:sym typeface="Manrope"/>
              </a:rPr>
              <a:t>The discount rate is 12%. Find the present worth.</a:t>
            </a:r>
            <a:endParaRPr sz="1900"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anrope"/>
                <a:ea typeface="Manrope"/>
                <a:cs typeface="Manrope"/>
                <a:sym typeface="Manrope"/>
              </a:rPr>
              <a:t>Given A=100,000, i=0.12,n=5</a:t>
            </a:r>
            <a:endParaRPr sz="1900"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047" name="Google Shape;2047;p52"/>
          <p:cNvSpPr txBox="1"/>
          <p:nvPr/>
        </p:nvSpPr>
        <p:spPr>
          <a:xfrm>
            <a:off x="0" y="1671175"/>
            <a:ext cx="9144000" cy="7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Manrope"/>
                <a:ea typeface="Manrope"/>
                <a:cs typeface="Manrope"/>
                <a:sym typeface="Manrope"/>
              </a:rPr>
              <a:t>P = A [((1+i)</a:t>
            </a:r>
            <a:r>
              <a:rPr baseline="30000" lang="en" sz="1700">
                <a:latin typeface="Manrope"/>
                <a:ea typeface="Manrope"/>
                <a:cs typeface="Manrope"/>
                <a:sym typeface="Manrope"/>
              </a:rPr>
              <a:t>n</a:t>
            </a:r>
            <a:r>
              <a:rPr lang="en" sz="1700">
                <a:latin typeface="Manrope"/>
                <a:ea typeface="Manrope"/>
                <a:cs typeface="Manrope"/>
                <a:sym typeface="Manrope"/>
              </a:rPr>
              <a:t>-1)/i(1+i)</a:t>
            </a:r>
            <a:r>
              <a:rPr baseline="30000" lang="en" sz="1700">
                <a:latin typeface="Manrope"/>
                <a:ea typeface="Manrope"/>
                <a:cs typeface="Manrope"/>
                <a:sym typeface="Manrope"/>
              </a:rPr>
              <a:t>n</a:t>
            </a:r>
            <a:r>
              <a:rPr baseline="30000" lang="en" sz="1700">
                <a:latin typeface="Manrope"/>
                <a:ea typeface="Manrope"/>
                <a:cs typeface="Manrope"/>
                <a:sym typeface="Manrope"/>
              </a:rPr>
              <a:t> </a:t>
            </a:r>
            <a:r>
              <a:rPr lang="en" sz="1700">
                <a:latin typeface="Manrope"/>
                <a:ea typeface="Manrope"/>
                <a:cs typeface="Manrope"/>
                <a:sym typeface="Manrope"/>
              </a:rPr>
              <a:t>] </a:t>
            </a:r>
            <a:r>
              <a:rPr lang="en" sz="1700">
                <a:latin typeface="Manrope"/>
                <a:ea typeface="Manrope"/>
                <a:cs typeface="Manrope"/>
                <a:sym typeface="Manrope"/>
              </a:rPr>
              <a:t>= </a:t>
            </a:r>
            <a:r>
              <a:rPr lang="en" sz="1700">
                <a:latin typeface="Manrope"/>
                <a:ea typeface="Manrope"/>
                <a:cs typeface="Manrope"/>
                <a:sym typeface="Manrope"/>
              </a:rPr>
              <a:t>100,000(0.7623/0.2115)</a:t>
            </a:r>
            <a:r>
              <a:rPr lang="en" sz="1700">
                <a:latin typeface="Manrope"/>
                <a:ea typeface="Manrope"/>
                <a:cs typeface="Manrope"/>
                <a:sym typeface="Manrope"/>
              </a:rPr>
              <a:t>= </a:t>
            </a:r>
            <a:r>
              <a:rPr lang="en" sz="1700">
                <a:latin typeface="Manrope"/>
                <a:ea typeface="Manrope"/>
                <a:cs typeface="Manrope"/>
                <a:sym typeface="Manrope"/>
              </a:rPr>
              <a:t>360,420</a:t>
            </a:r>
            <a:endParaRPr sz="1700"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2048" name="Google Shape;2048;p52" title="Screenshot 2025-12-08 at 10.26.42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6263" y="2172325"/>
            <a:ext cx="5211474" cy="236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2" name="Shape 2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Google Shape;2053;p53"/>
          <p:cNvSpPr txBox="1"/>
          <p:nvPr>
            <p:ph type="title"/>
          </p:nvPr>
        </p:nvSpPr>
        <p:spPr>
          <a:xfrm>
            <a:off x="4266700" y="1529975"/>
            <a:ext cx="4153800" cy="15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GRADIENT SERIES</a:t>
            </a:r>
            <a:endParaRPr/>
          </a:p>
        </p:txBody>
      </p:sp>
      <p:cxnSp>
        <p:nvCxnSpPr>
          <p:cNvPr id="2054" name="Google Shape;2054;p53"/>
          <p:cNvCxnSpPr/>
          <p:nvPr/>
        </p:nvCxnSpPr>
        <p:spPr>
          <a:xfrm>
            <a:off x="4649600" y="3037775"/>
            <a:ext cx="36411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055" name="Google Shape;2055;p53"/>
          <p:cNvGrpSpPr/>
          <p:nvPr/>
        </p:nvGrpSpPr>
        <p:grpSpPr>
          <a:xfrm>
            <a:off x="726562" y="1255007"/>
            <a:ext cx="2833748" cy="2745069"/>
            <a:chOff x="726562" y="1255007"/>
            <a:chExt cx="2833748" cy="2745069"/>
          </a:xfrm>
        </p:grpSpPr>
        <p:sp>
          <p:nvSpPr>
            <p:cNvPr id="2056" name="Google Shape;2056;p53"/>
            <p:cNvSpPr/>
            <p:nvPr/>
          </p:nvSpPr>
          <p:spPr>
            <a:xfrm>
              <a:off x="1218500" y="3577625"/>
              <a:ext cx="2341810" cy="186876"/>
            </a:xfrm>
            <a:custGeom>
              <a:rect b="b" l="l" r="r" t="t"/>
              <a:pathLst>
                <a:path extrusionOk="0" h="1442" w="27153">
                  <a:moveTo>
                    <a:pt x="13571" y="1"/>
                  </a:moveTo>
                  <a:cubicBezTo>
                    <a:pt x="6082" y="1"/>
                    <a:pt x="1" y="320"/>
                    <a:pt x="1" y="716"/>
                  </a:cubicBezTo>
                  <a:cubicBezTo>
                    <a:pt x="1" y="1111"/>
                    <a:pt x="6082" y="1441"/>
                    <a:pt x="13571" y="1441"/>
                  </a:cubicBezTo>
                  <a:cubicBezTo>
                    <a:pt x="21071" y="1441"/>
                    <a:pt x="27153" y="1111"/>
                    <a:pt x="27153" y="716"/>
                  </a:cubicBezTo>
                  <a:cubicBezTo>
                    <a:pt x="27153" y="320"/>
                    <a:pt x="21071" y="1"/>
                    <a:pt x="13571" y="1"/>
                  </a:cubicBezTo>
                  <a:close/>
                </a:path>
              </a:pathLst>
            </a:custGeom>
            <a:solidFill>
              <a:srgbClr val="000000">
                <a:alpha val="119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7" name="Google Shape;2057;p53"/>
            <p:cNvSpPr/>
            <p:nvPr/>
          </p:nvSpPr>
          <p:spPr>
            <a:xfrm>
              <a:off x="1548324" y="1255007"/>
              <a:ext cx="1682159" cy="2413884"/>
            </a:xfrm>
            <a:custGeom>
              <a:rect b="b" l="l" r="r" t="t"/>
              <a:pathLst>
                <a:path extrusionOk="0" h="78898" w="54789">
                  <a:moveTo>
                    <a:pt x="1" y="0"/>
                  </a:moveTo>
                  <a:lnTo>
                    <a:pt x="1" y="78897"/>
                  </a:lnTo>
                  <a:lnTo>
                    <a:pt x="54789" y="78897"/>
                  </a:lnTo>
                  <a:lnTo>
                    <a:pt x="5478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8" name="Google Shape;2058;p53"/>
            <p:cNvSpPr/>
            <p:nvPr/>
          </p:nvSpPr>
          <p:spPr>
            <a:xfrm rot="-5400000">
              <a:off x="1103685" y="1810334"/>
              <a:ext cx="1033979" cy="26000"/>
            </a:xfrm>
            <a:custGeom>
              <a:rect b="b" l="l" r="r" t="t"/>
              <a:pathLst>
                <a:path extrusionOk="0" h="408" w="11548">
                  <a:moveTo>
                    <a:pt x="198" y="1"/>
                  </a:moveTo>
                  <a:cubicBezTo>
                    <a:pt x="88" y="1"/>
                    <a:pt x="0" y="88"/>
                    <a:pt x="0" y="198"/>
                  </a:cubicBezTo>
                  <a:cubicBezTo>
                    <a:pt x="0" y="308"/>
                    <a:pt x="88" y="407"/>
                    <a:pt x="198" y="407"/>
                  </a:cubicBezTo>
                  <a:lnTo>
                    <a:pt x="11349" y="407"/>
                  </a:lnTo>
                  <a:cubicBezTo>
                    <a:pt x="11459" y="407"/>
                    <a:pt x="11547" y="308"/>
                    <a:pt x="11547" y="198"/>
                  </a:cubicBezTo>
                  <a:cubicBezTo>
                    <a:pt x="11547" y="88"/>
                    <a:pt x="11459" y="1"/>
                    <a:pt x="11349" y="1"/>
                  </a:cubicBezTo>
                  <a:close/>
                </a:path>
              </a:pathLst>
            </a:custGeom>
            <a:solidFill>
              <a:srgbClr val="FFFFFF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9" name="Google Shape;2059;p53"/>
            <p:cNvSpPr/>
            <p:nvPr/>
          </p:nvSpPr>
          <p:spPr>
            <a:xfrm>
              <a:off x="726562" y="3813200"/>
              <a:ext cx="1612413" cy="186876"/>
            </a:xfrm>
            <a:custGeom>
              <a:rect b="b" l="l" r="r" t="t"/>
              <a:pathLst>
                <a:path extrusionOk="0" h="1442" w="27153">
                  <a:moveTo>
                    <a:pt x="13571" y="1"/>
                  </a:moveTo>
                  <a:cubicBezTo>
                    <a:pt x="6082" y="1"/>
                    <a:pt x="1" y="320"/>
                    <a:pt x="1" y="716"/>
                  </a:cubicBezTo>
                  <a:cubicBezTo>
                    <a:pt x="1" y="1111"/>
                    <a:pt x="6082" y="1441"/>
                    <a:pt x="13571" y="1441"/>
                  </a:cubicBezTo>
                  <a:cubicBezTo>
                    <a:pt x="21071" y="1441"/>
                    <a:pt x="27153" y="1111"/>
                    <a:pt x="27153" y="716"/>
                  </a:cubicBezTo>
                  <a:cubicBezTo>
                    <a:pt x="27153" y="320"/>
                    <a:pt x="21071" y="1"/>
                    <a:pt x="13571" y="1"/>
                  </a:cubicBezTo>
                  <a:close/>
                </a:path>
              </a:pathLst>
            </a:custGeom>
            <a:solidFill>
              <a:srgbClr val="000000">
                <a:alpha val="119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0" name="Google Shape;2060;p53"/>
            <p:cNvSpPr/>
            <p:nvPr/>
          </p:nvSpPr>
          <p:spPr>
            <a:xfrm>
              <a:off x="1752716" y="2110374"/>
              <a:ext cx="1306269" cy="31"/>
            </a:xfrm>
            <a:custGeom>
              <a:rect b="b" l="l" r="r" t="t"/>
              <a:pathLst>
                <a:path extrusionOk="0" fill="none" h="1" w="42546">
                  <a:moveTo>
                    <a:pt x="0" y="1"/>
                  </a:moveTo>
                  <a:lnTo>
                    <a:pt x="42546" y="1"/>
                  </a:lnTo>
                </a:path>
              </a:pathLst>
            </a:custGeom>
            <a:noFill/>
            <a:ln cap="flat" cmpd="sng" w="9400">
              <a:solidFill>
                <a:schemeClr val="lt1"/>
              </a:solidFill>
              <a:prstDash val="solid"/>
              <a:miter lim="289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1" name="Google Shape;2061;p53"/>
            <p:cNvSpPr/>
            <p:nvPr/>
          </p:nvSpPr>
          <p:spPr>
            <a:xfrm>
              <a:off x="1752716" y="1394886"/>
              <a:ext cx="1133014" cy="558787"/>
            </a:xfrm>
            <a:custGeom>
              <a:rect b="b" l="l" r="r" t="t"/>
              <a:pathLst>
                <a:path extrusionOk="0" fill="none" h="18264" w="36903">
                  <a:moveTo>
                    <a:pt x="0" y="18264"/>
                  </a:moveTo>
                  <a:lnTo>
                    <a:pt x="5644" y="12649"/>
                  </a:lnTo>
                  <a:lnTo>
                    <a:pt x="10883" y="17280"/>
                  </a:lnTo>
                  <a:lnTo>
                    <a:pt x="22344" y="4719"/>
                  </a:lnTo>
                  <a:lnTo>
                    <a:pt x="25209" y="7295"/>
                  </a:lnTo>
                  <a:lnTo>
                    <a:pt x="30564" y="1940"/>
                  </a:lnTo>
                  <a:lnTo>
                    <a:pt x="36902" y="1"/>
                  </a:lnTo>
                </a:path>
              </a:pathLst>
            </a:custGeom>
            <a:noFill/>
            <a:ln cap="flat" cmpd="sng" w="9400">
              <a:solidFill>
                <a:schemeClr val="lt1"/>
              </a:solidFill>
              <a:prstDash val="solid"/>
              <a:miter lim="289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2" name="Google Shape;2062;p53"/>
            <p:cNvSpPr/>
            <p:nvPr/>
          </p:nvSpPr>
          <p:spPr>
            <a:xfrm>
              <a:off x="2885730" y="1394886"/>
              <a:ext cx="31" cy="715525"/>
            </a:xfrm>
            <a:custGeom>
              <a:rect b="b" l="l" r="r" t="t"/>
              <a:pathLst>
                <a:path extrusionOk="0" fill="none" h="23387" w="1">
                  <a:moveTo>
                    <a:pt x="0" y="1"/>
                  </a:moveTo>
                  <a:lnTo>
                    <a:pt x="0" y="23387"/>
                  </a:lnTo>
                </a:path>
              </a:pathLst>
            </a:custGeom>
            <a:noFill/>
            <a:ln cap="flat" cmpd="sng" w="9400">
              <a:solidFill>
                <a:schemeClr val="lt1"/>
              </a:solidFill>
              <a:prstDash val="solid"/>
              <a:miter lim="289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3" name="Google Shape;2063;p53"/>
            <p:cNvSpPr/>
            <p:nvPr/>
          </p:nvSpPr>
          <p:spPr>
            <a:xfrm>
              <a:off x="2786190" y="1424134"/>
              <a:ext cx="31" cy="689825"/>
            </a:xfrm>
            <a:custGeom>
              <a:rect b="b" l="l" r="r" t="t"/>
              <a:pathLst>
                <a:path extrusionOk="0" fill="none" h="22547" w="1">
                  <a:moveTo>
                    <a:pt x="1" y="0"/>
                  </a:moveTo>
                  <a:lnTo>
                    <a:pt x="1" y="22546"/>
                  </a:lnTo>
                </a:path>
              </a:pathLst>
            </a:custGeom>
            <a:noFill/>
            <a:ln cap="flat" cmpd="sng" w="9400">
              <a:solidFill>
                <a:schemeClr val="lt1"/>
              </a:solidFill>
              <a:prstDash val="solid"/>
              <a:miter lim="289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4" name="Google Shape;2064;p53"/>
            <p:cNvSpPr/>
            <p:nvPr/>
          </p:nvSpPr>
          <p:spPr>
            <a:xfrm>
              <a:off x="2691101" y="1454239"/>
              <a:ext cx="31" cy="656171"/>
            </a:xfrm>
            <a:custGeom>
              <a:rect b="b" l="l" r="r" t="t"/>
              <a:pathLst>
                <a:path extrusionOk="0" fill="none" h="21447" w="1">
                  <a:moveTo>
                    <a:pt x="1" y="0"/>
                  </a:moveTo>
                  <a:lnTo>
                    <a:pt x="1" y="21447"/>
                  </a:lnTo>
                </a:path>
              </a:pathLst>
            </a:custGeom>
            <a:noFill/>
            <a:ln cap="flat" cmpd="sng" w="9400">
              <a:solidFill>
                <a:schemeClr val="lt1"/>
              </a:solidFill>
              <a:prstDash val="solid"/>
              <a:miter lim="289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5" name="Google Shape;2065;p53"/>
            <p:cNvSpPr/>
            <p:nvPr/>
          </p:nvSpPr>
          <p:spPr>
            <a:xfrm>
              <a:off x="2604917" y="1540119"/>
              <a:ext cx="31" cy="570291"/>
            </a:xfrm>
            <a:custGeom>
              <a:rect b="b" l="l" r="r" t="t"/>
              <a:pathLst>
                <a:path extrusionOk="0" fill="none" h="18640" w="1">
                  <a:moveTo>
                    <a:pt x="0" y="1"/>
                  </a:moveTo>
                  <a:lnTo>
                    <a:pt x="0" y="18640"/>
                  </a:lnTo>
                </a:path>
              </a:pathLst>
            </a:custGeom>
            <a:noFill/>
            <a:ln cap="flat" cmpd="sng" w="9400">
              <a:solidFill>
                <a:schemeClr val="lt1"/>
              </a:solidFill>
              <a:prstDash val="solid"/>
              <a:miter lim="289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6" name="Google Shape;2066;p53"/>
            <p:cNvSpPr/>
            <p:nvPr/>
          </p:nvSpPr>
          <p:spPr>
            <a:xfrm>
              <a:off x="2526716" y="1618044"/>
              <a:ext cx="31" cy="492365"/>
            </a:xfrm>
            <a:custGeom>
              <a:rect b="b" l="l" r="r" t="t"/>
              <a:pathLst>
                <a:path extrusionOk="0" fill="none" h="16093" w="1">
                  <a:moveTo>
                    <a:pt x="0" y="1"/>
                  </a:moveTo>
                  <a:lnTo>
                    <a:pt x="0" y="16093"/>
                  </a:lnTo>
                </a:path>
              </a:pathLst>
            </a:custGeom>
            <a:noFill/>
            <a:ln cap="flat" cmpd="sng" w="9400">
              <a:solidFill>
                <a:schemeClr val="lt1"/>
              </a:solidFill>
              <a:prstDash val="solid"/>
              <a:miter lim="289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7" name="Google Shape;2067;p53"/>
            <p:cNvSpPr/>
            <p:nvPr/>
          </p:nvSpPr>
          <p:spPr>
            <a:xfrm>
              <a:off x="2438720" y="1539232"/>
              <a:ext cx="31" cy="571178"/>
            </a:xfrm>
            <a:custGeom>
              <a:rect b="b" l="l" r="r" t="t"/>
              <a:pathLst>
                <a:path extrusionOk="0" fill="none" h="18669" w="1">
                  <a:moveTo>
                    <a:pt x="1" y="1"/>
                  </a:moveTo>
                  <a:lnTo>
                    <a:pt x="1" y="18669"/>
                  </a:lnTo>
                </a:path>
              </a:pathLst>
            </a:custGeom>
            <a:noFill/>
            <a:ln cap="flat" cmpd="sng" w="9400">
              <a:solidFill>
                <a:schemeClr val="lt1"/>
              </a:solidFill>
              <a:prstDash val="solid"/>
              <a:miter lim="289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8" name="Google Shape;2068;p53"/>
            <p:cNvSpPr/>
            <p:nvPr/>
          </p:nvSpPr>
          <p:spPr>
            <a:xfrm>
              <a:off x="2360550" y="1625142"/>
              <a:ext cx="31" cy="485267"/>
            </a:xfrm>
            <a:custGeom>
              <a:rect b="b" l="l" r="r" t="t"/>
              <a:pathLst>
                <a:path extrusionOk="0" fill="none" h="15861" w="1">
                  <a:moveTo>
                    <a:pt x="0" y="0"/>
                  </a:moveTo>
                  <a:lnTo>
                    <a:pt x="0" y="15861"/>
                  </a:lnTo>
                </a:path>
              </a:pathLst>
            </a:custGeom>
            <a:noFill/>
            <a:ln cap="flat" cmpd="sng" w="9400">
              <a:solidFill>
                <a:schemeClr val="lt1"/>
              </a:solidFill>
              <a:prstDash val="solid"/>
              <a:miter lim="289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9" name="Google Shape;2069;p53"/>
            <p:cNvSpPr/>
            <p:nvPr/>
          </p:nvSpPr>
          <p:spPr>
            <a:xfrm>
              <a:off x="2273444" y="1720750"/>
              <a:ext cx="31" cy="389658"/>
            </a:xfrm>
            <a:custGeom>
              <a:rect b="b" l="l" r="r" t="t"/>
              <a:pathLst>
                <a:path extrusionOk="0" fill="none" h="12736" w="1">
                  <a:moveTo>
                    <a:pt x="1" y="1"/>
                  </a:moveTo>
                  <a:lnTo>
                    <a:pt x="1" y="12736"/>
                  </a:lnTo>
                </a:path>
              </a:pathLst>
            </a:custGeom>
            <a:noFill/>
            <a:ln cap="flat" cmpd="sng" w="9400">
              <a:solidFill>
                <a:schemeClr val="lt1"/>
              </a:solidFill>
              <a:prstDash val="solid"/>
              <a:miter lim="289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0" name="Google Shape;2070;p53"/>
            <p:cNvSpPr/>
            <p:nvPr/>
          </p:nvSpPr>
          <p:spPr>
            <a:xfrm>
              <a:off x="2182808" y="1818164"/>
              <a:ext cx="31" cy="292243"/>
            </a:xfrm>
            <a:custGeom>
              <a:rect b="b" l="l" r="r" t="t"/>
              <a:pathLst>
                <a:path extrusionOk="0" fill="none" h="9552" w="1">
                  <a:moveTo>
                    <a:pt x="1" y="1"/>
                  </a:moveTo>
                  <a:lnTo>
                    <a:pt x="1" y="9552"/>
                  </a:lnTo>
                </a:path>
              </a:pathLst>
            </a:custGeom>
            <a:noFill/>
            <a:ln cap="flat" cmpd="sng" w="9400">
              <a:solidFill>
                <a:schemeClr val="lt1"/>
              </a:solidFill>
              <a:prstDash val="solid"/>
              <a:miter lim="289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1" name="Google Shape;2071;p53"/>
            <p:cNvSpPr/>
            <p:nvPr/>
          </p:nvSpPr>
          <p:spPr>
            <a:xfrm>
              <a:off x="2086830" y="1923532"/>
              <a:ext cx="31" cy="186874"/>
            </a:xfrm>
            <a:custGeom>
              <a:rect b="b" l="l" r="r" t="t"/>
              <a:pathLst>
                <a:path extrusionOk="0" fill="none" h="6108" w="1">
                  <a:moveTo>
                    <a:pt x="1" y="1"/>
                  </a:moveTo>
                  <a:lnTo>
                    <a:pt x="1" y="6108"/>
                  </a:lnTo>
                </a:path>
              </a:pathLst>
            </a:custGeom>
            <a:noFill/>
            <a:ln cap="flat" cmpd="sng" w="9400">
              <a:solidFill>
                <a:schemeClr val="lt1"/>
              </a:solidFill>
              <a:prstDash val="solid"/>
              <a:miter lim="289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2" name="Google Shape;2072;p53"/>
            <p:cNvSpPr/>
            <p:nvPr/>
          </p:nvSpPr>
          <p:spPr>
            <a:xfrm>
              <a:off x="2004207" y="1851818"/>
              <a:ext cx="31" cy="256814"/>
            </a:xfrm>
            <a:custGeom>
              <a:rect b="b" l="l" r="r" t="t"/>
              <a:pathLst>
                <a:path extrusionOk="0" fill="none" h="8394" w="1">
                  <a:moveTo>
                    <a:pt x="0" y="8394"/>
                  </a:moveTo>
                  <a:lnTo>
                    <a:pt x="0" y="0"/>
                  </a:lnTo>
                </a:path>
              </a:pathLst>
            </a:custGeom>
            <a:noFill/>
            <a:ln cap="flat" cmpd="sng" w="9400">
              <a:solidFill>
                <a:schemeClr val="lt1"/>
              </a:solidFill>
              <a:prstDash val="solid"/>
              <a:miter lim="289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3" name="Google Shape;2073;p53"/>
            <p:cNvSpPr/>
            <p:nvPr/>
          </p:nvSpPr>
          <p:spPr>
            <a:xfrm>
              <a:off x="1926006" y="1781848"/>
              <a:ext cx="31" cy="328560"/>
            </a:xfrm>
            <a:custGeom>
              <a:rect b="b" l="l" r="r" t="t"/>
              <a:pathLst>
                <a:path extrusionOk="0" fill="none" h="10739" w="1">
                  <a:moveTo>
                    <a:pt x="0" y="1"/>
                  </a:moveTo>
                  <a:lnTo>
                    <a:pt x="0" y="10739"/>
                  </a:lnTo>
                </a:path>
              </a:pathLst>
            </a:custGeom>
            <a:noFill/>
            <a:ln cap="flat" cmpd="sng" w="9400">
              <a:solidFill>
                <a:schemeClr val="lt1"/>
              </a:solidFill>
              <a:prstDash val="solid"/>
              <a:miter lim="289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4" name="Google Shape;2074;p53"/>
            <p:cNvSpPr/>
            <p:nvPr/>
          </p:nvSpPr>
          <p:spPr>
            <a:xfrm>
              <a:off x="1847804" y="1858885"/>
              <a:ext cx="31" cy="249747"/>
            </a:xfrm>
            <a:custGeom>
              <a:rect b="b" l="l" r="r" t="t"/>
              <a:pathLst>
                <a:path extrusionOk="0" fill="none" h="8163" w="1">
                  <a:moveTo>
                    <a:pt x="0" y="1"/>
                  </a:moveTo>
                  <a:lnTo>
                    <a:pt x="0" y="8163"/>
                  </a:lnTo>
                </a:path>
              </a:pathLst>
            </a:custGeom>
            <a:noFill/>
            <a:ln cap="flat" cmpd="sng" w="9400">
              <a:solidFill>
                <a:schemeClr val="lt1"/>
              </a:solidFill>
              <a:prstDash val="solid"/>
              <a:miter lim="289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5" name="Google Shape;2075;p53"/>
            <p:cNvSpPr/>
            <p:nvPr/>
          </p:nvSpPr>
          <p:spPr>
            <a:xfrm>
              <a:off x="1752716" y="1953637"/>
              <a:ext cx="31" cy="154994"/>
            </a:xfrm>
            <a:custGeom>
              <a:rect b="b" l="l" r="r" t="t"/>
              <a:pathLst>
                <a:path extrusionOk="0" fill="none" h="5066" w="1">
                  <a:moveTo>
                    <a:pt x="0" y="1"/>
                  </a:moveTo>
                  <a:lnTo>
                    <a:pt x="0" y="5066"/>
                  </a:lnTo>
                </a:path>
              </a:pathLst>
            </a:custGeom>
            <a:noFill/>
            <a:ln cap="flat" cmpd="sng" w="9400">
              <a:solidFill>
                <a:schemeClr val="lt1"/>
              </a:solidFill>
              <a:prstDash val="solid"/>
              <a:miter lim="289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6" name="Google Shape;2076;p53"/>
            <p:cNvSpPr/>
            <p:nvPr/>
          </p:nvSpPr>
          <p:spPr>
            <a:xfrm>
              <a:off x="2413851" y="1514450"/>
              <a:ext cx="49799" cy="50482"/>
            </a:xfrm>
            <a:custGeom>
              <a:rect b="b" l="l" r="r" t="t"/>
              <a:pathLst>
                <a:path extrusionOk="0" h="1650" w="1622">
                  <a:moveTo>
                    <a:pt x="811" y="0"/>
                  </a:moveTo>
                  <a:cubicBezTo>
                    <a:pt x="348" y="0"/>
                    <a:pt x="1" y="376"/>
                    <a:pt x="1" y="811"/>
                  </a:cubicBezTo>
                  <a:cubicBezTo>
                    <a:pt x="1" y="1274"/>
                    <a:pt x="348" y="1650"/>
                    <a:pt x="811" y="1650"/>
                  </a:cubicBezTo>
                  <a:cubicBezTo>
                    <a:pt x="1245" y="1650"/>
                    <a:pt x="1621" y="1274"/>
                    <a:pt x="1621" y="811"/>
                  </a:cubicBezTo>
                  <a:cubicBezTo>
                    <a:pt x="1621" y="376"/>
                    <a:pt x="1245" y="0"/>
                    <a:pt x="81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7" name="Google Shape;2077;p53"/>
            <p:cNvSpPr/>
            <p:nvPr/>
          </p:nvSpPr>
          <p:spPr>
            <a:xfrm>
              <a:off x="2501816" y="1593262"/>
              <a:ext cx="49799" cy="49594"/>
            </a:xfrm>
            <a:custGeom>
              <a:rect b="b" l="l" r="r" t="t"/>
              <a:pathLst>
                <a:path extrusionOk="0" h="1621" w="1622">
                  <a:moveTo>
                    <a:pt x="811" y="0"/>
                  </a:moveTo>
                  <a:cubicBezTo>
                    <a:pt x="377" y="0"/>
                    <a:pt x="1" y="347"/>
                    <a:pt x="1" y="811"/>
                  </a:cubicBezTo>
                  <a:cubicBezTo>
                    <a:pt x="1" y="1245"/>
                    <a:pt x="377" y="1621"/>
                    <a:pt x="811" y="1621"/>
                  </a:cubicBezTo>
                  <a:cubicBezTo>
                    <a:pt x="1274" y="1621"/>
                    <a:pt x="1622" y="1245"/>
                    <a:pt x="1622" y="811"/>
                  </a:cubicBezTo>
                  <a:cubicBezTo>
                    <a:pt x="1622" y="347"/>
                    <a:pt x="1274" y="0"/>
                    <a:pt x="81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8" name="Google Shape;2078;p53"/>
            <p:cNvSpPr/>
            <p:nvPr/>
          </p:nvSpPr>
          <p:spPr>
            <a:xfrm>
              <a:off x="2335507" y="1429427"/>
              <a:ext cx="49799" cy="49625"/>
            </a:xfrm>
            <a:custGeom>
              <a:rect b="b" l="l" r="r" t="t"/>
              <a:pathLst>
                <a:path extrusionOk="0" h="1622" w="1622">
                  <a:moveTo>
                    <a:pt x="811" y="1"/>
                  </a:moveTo>
                  <a:cubicBezTo>
                    <a:pt x="348" y="1"/>
                    <a:pt x="0" y="377"/>
                    <a:pt x="0" y="811"/>
                  </a:cubicBezTo>
                  <a:cubicBezTo>
                    <a:pt x="0" y="1274"/>
                    <a:pt x="348" y="1622"/>
                    <a:pt x="811" y="1622"/>
                  </a:cubicBezTo>
                  <a:cubicBezTo>
                    <a:pt x="1245" y="1622"/>
                    <a:pt x="1621" y="1274"/>
                    <a:pt x="1621" y="811"/>
                  </a:cubicBezTo>
                  <a:cubicBezTo>
                    <a:pt x="1621" y="377"/>
                    <a:pt x="1245" y="1"/>
                    <a:pt x="81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9" name="Google Shape;2079;p53"/>
            <p:cNvSpPr/>
            <p:nvPr/>
          </p:nvSpPr>
          <p:spPr>
            <a:xfrm>
              <a:off x="2530104" y="1370104"/>
              <a:ext cx="49799" cy="50512"/>
            </a:xfrm>
            <a:custGeom>
              <a:rect b="b" l="l" r="r" t="t"/>
              <a:pathLst>
                <a:path extrusionOk="0" h="1651" w="1622">
                  <a:moveTo>
                    <a:pt x="811" y="1"/>
                  </a:moveTo>
                  <a:cubicBezTo>
                    <a:pt x="348" y="1"/>
                    <a:pt x="1" y="377"/>
                    <a:pt x="1" y="811"/>
                  </a:cubicBezTo>
                  <a:cubicBezTo>
                    <a:pt x="1" y="1274"/>
                    <a:pt x="348" y="1650"/>
                    <a:pt x="811" y="1650"/>
                  </a:cubicBezTo>
                  <a:cubicBezTo>
                    <a:pt x="1245" y="1650"/>
                    <a:pt x="1621" y="1274"/>
                    <a:pt x="1621" y="811"/>
                  </a:cubicBezTo>
                  <a:cubicBezTo>
                    <a:pt x="1621" y="377"/>
                    <a:pt x="1245" y="1"/>
                    <a:pt x="81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0" name="Google Shape;2080;p53"/>
            <p:cNvSpPr/>
            <p:nvPr/>
          </p:nvSpPr>
          <p:spPr>
            <a:xfrm>
              <a:off x="2061960" y="1898750"/>
              <a:ext cx="49799" cy="49625"/>
            </a:xfrm>
            <a:custGeom>
              <a:rect b="b" l="l" r="r" t="t"/>
              <a:pathLst>
                <a:path extrusionOk="0" h="1622" w="1622">
                  <a:moveTo>
                    <a:pt x="811" y="0"/>
                  </a:moveTo>
                  <a:cubicBezTo>
                    <a:pt x="377" y="0"/>
                    <a:pt x="0" y="377"/>
                    <a:pt x="0" y="811"/>
                  </a:cubicBezTo>
                  <a:cubicBezTo>
                    <a:pt x="0" y="1274"/>
                    <a:pt x="377" y="1621"/>
                    <a:pt x="811" y="1621"/>
                  </a:cubicBezTo>
                  <a:cubicBezTo>
                    <a:pt x="1274" y="1621"/>
                    <a:pt x="1621" y="1274"/>
                    <a:pt x="1621" y="811"/>
                  </a:cubicBezTo>
                  <a:cubicBezTo>
                    <a:pt x="1621" y="377"/>
                    <a:pt x="1274" y="0"/>
                    <a:pt x="81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1" name="Google Shape;2081;p53"/>
            <p:cNvSpPr/>
            <p:nvPr/>
          </p:nvSpPr>
          <p:spPr>
            <a:xfrm>
              <a:off x="1900215" y="1757066"/>
              <a:ext cx="50690" cy="49625"/>
            </a:xfrm>
            <a:custGeom>
              <a:rect b="b" l="l" r="r" t="t"/>
              <a:pathLst>
                <a:path extrusionOk="0" h="1622" w="1651">
                  <a:moveTo>
                    <a:pt x="840" y="0"/>
                  </a:moveTo>
                  <a:cubicBezTo>
                    <a:pt x="377" y="0"/>
                    <a:pt x="1" y="348"/>
                    <a:pt x="1" y="811"/>
                  </a:cubicBezTo>
                  <a:cubicBezTo>
                    <a:pt x="1" y="1245"/>
                    <a:pt x="377" y="1621"/>
                    <a:pt x="840" y="1621"/>
                  </a:cubicBezTo>
                  <a:cubicBezTo>
                    <a:pt x="1274" y="1621"/>
                    <a:pt x="1650" y="1245"/>
                    <a:pt x="1650" y="811"/>
                  </a:cubicBezTo>
                  <a:cubicBezTo>
                    <a:pt x="1650" y="348"/>
                    <a:pt x="1274" y="0"/>
                    <a:pt x="84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2" name="Google Shape;2082;p53"/>
            <p:cNvSpPr/>
            <p:nvPr/>
          </p:nvSpPr>
          <p:spPr>
            <a:xfrm>
              <a:off x="1727816" y="1928855"/>
              <a:ext cx="49799" cy="49625"/>
            </a:xfrm>
            <a:custGeom>
              <a:rect b="b" l="l" r="r" t="t"/>
              <a:pathLst>
                <a:path extrusionOk="0" h="1622" w="1622">
                  <a:moveTo>
                    <a:pt x="811" y="0"/>
                  </a:moveTo>
                  <a:cubicBezTo>
                    <a:pt x="348" y="0"/>
                    <a:pt x="1" y="377"/>
                    <a:pt x="1" y="811"/>
                  </a:cubicBezTo>
                  <a:cubicBezTo>
                    <a:pt x="1" y="1274"/>
                    <a:pt x="348" y="1621"/>
                    <a:pt x="811" y="1621"/>
                  </a:cubicBezTo>
                  <a:cubicBezTo>
                    <a:pt x="1245" y="1621"/>
                    <a:pt x="1622" y="1274"/>
                    <a:pt x="1622" y="811"/>
                  </a:cubicBezTo>
                  <a:cubicBezTo>
                    <a:pt x="1622" y="377"/>
                    <a:pt x="1245" y="0"/>
                    <a:pt x="81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3" name="Google Shape;2083;p53"/>
            <p:cNvSpPr/>
            <p:nvPr/>
          </p:nvSpPr>
          <p:spPr>
            <a:xfrm>
              <a:off x="2273444" y="2276840"/>
              <a:ext cx="785554" cy="31"/>
            </a:xfrm>
            <a:custGeom>
              <a:rect b="b" l="l" r="r" t="t"/>
              <a:pathLst>
                <a:path extrusionOk="0" fill="none" h="1" w="25586">
                  <a:moveTo>
                    <a:pt x="1" y="1"/>
                  </a:moveTo>
                  <a:lnTo>
                    <a:pt x="25586" y="1"/>
                  </a:lnTo>
                </a:path>
              </a:pathLst>
            </a:custGeom>
            <a:noFill/>
            <a:ln cap="flat" cmpd="sng" w="9400">
              <a:solidFill>
                <a:schemeClr val="lt1"/>
              </a:solidFill>
              <a:prstDash val="solid"/>
              <a:miter lim="289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4" name="Google Shape;2084;p53"/>
            <p:cNvSpPr/>
            <p:nvPr/>
          </p:nvSpPr>
          <p:spPr>
            <a:xfrm>
              <a:off x="2273444" y="2335276"/>
              <a:ext cx="792677" cy="31"/>
            </a:xfrm>
            <a:custGeom>
              <a:rect b="b" l="l" r="r" t="t"/>
              <a:pathLst>
                <a:path extrusionOk="0" fill="none" h="1" w="25818">
                  <a:moveTo>
                    <a:pt x="1" y="1"/>
                  </a:moveTo>
                  <a:lnTo>
                    <a:pt x="25817" y="1"/>
                  </a:lnTo>
                </a:path>
              </a:pathLst>
            </a:custGeom>
            <a:noFill/>
            <a:ln cap="flat" cmpd="sng" w="9400">
              <a:solidFill>
                <a:schemeClr val="lt1"/>
              </a:solidFill>
              <a:prstDash val="solid"/>
              <a:miter lim="289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5" name="Google Shape;2085;p53"/>
            <p:cNvSpPr/>
            <p:nvPr/>
          </p:nvSpPr>
          <p:spPr>
            <a:xfrm>
              <a:off x="2273444" y="2461907"/>
              <a:ext cx="785554" cy="31"/>
            </a:xfrm>
            <a:custGeom>
              <a:rect b="b" l="l" r="r" t="t"/>
              <a:pathLst>
                <a:path extrusionOk="0" fill="none" h="1" w="25586">
                  <a:moveTo>
                    <a:pt x="1" y="1"/>
                  </a:moveTo>
                  <a:lnTo>
                    <a:pt x="25586" y="1"/>
                  </a:lnTo>
                </a:path>
              </a:pathLst>
            </a:custGeom>
            <a:noFill/>
            <a:ln cap="flat" cmpd="sng" w="9400">
              <a:solidFill>
                <a:schemeClr val="lt1"/>
              </a:solidFill>
              <a:prstDash val="solid"/>
              <a:miter lim="289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6" name="Google Shape;2086;p53"/>
            <p:cNvSpPr/>
            <p:nvPr/>
          </p:nvSpPr>
          <p:spPr>
            <a:xfrm>
              <a:off x="2273444" y="2517712"/>
              <a:ext cx="785554" cy="31"/>
            </a:xfrm>
            <a:custGeom>
              <a:rect b="b" l="l" r="r" t="t"/>
              <a:pathLst>
                <a:path extrusionOk="0" fill="none" h="1" w="25586">
                  <a:moveTo>
                    <a:pt x="1" y="0"/>
                  </a:moveTo>
                  <a:lnTo>
                    <a:pt x="25586" y="0"/>
                  </a:lnTo>
                </a:path>
              </a:pathLst>
            </a:custGeom>
            <a:noFill/>
            <a:ln cap="flat" cmpd="sng" w="9400">
              <a:solidFill>
                <a:schemeClr val="lt1"/>
              </a:solidFill>
              <a:prstDash val="solid"/>
              <a:miter lim="289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7" name="Google Shape;2087;p53"/>
            <p:cNvSpPr/>
            <p:nvPr/>
          </p:nvSpPr>
          <p:spPr>
            <a:xfrm>
              <a:off x="2273444" y="2572599"/>
              <a:ext cx="785554" cy="31"/>
            </a:xfrm>
            <a:custGeom>
              <a:rect b="b" l="l" r="r" t="t"/>
              <a:pathLst>
                <a:path extrusionOk="0" fill="none" h="1" w="25586">
                  <a:moveTo>
                    <a:pt x="1" y="1"/>
                  </a:moveTo>
                  <a:lnTo>
                    <a:pt x="25586" y="1"/>
                  </a:lnTo>
                </a:path>
              </a:pathLst>
            </a:custGeom>
            <a:noFill/>
            <a:ln cap="flat" cmpd="sng" w="9400">
              <a:solidFill>
                <a:schemeClr val="lt1"/>
              </a:solidFill>
              <a:prstDash val="solid"/>
              <a:miter lim="289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8" name="Google Shape;2088;p53"/>
            <p:cNvSpPr/>
            <p:nvPr/>
          </p:nvSpPr>
          <p:spPr>
            <a:xfrm>
              <a:off x="2273444" y="2628373"/>
              <a:ext cx="785554" cy="31"/>
            </a:xfrm>
            <a:custGeom>
              <a:rect b="b" l="l" r="r" t="t"/>
              <a:pathLst>
                <a:path extrusionOk="0" fill="none" h="1" w="25586">
                  <a:moveTo>
                    <a:pt x="1" y="1"/>
                  </a:moveTo>
                  <a:lnTo>
                    <a:pt x="25586" y="1"/>
                  </a:lnTo>
                </a:path>
              </a:pathLst>
            </a:custGeom>
            <a:noFill/>
            <a:ln cap="flat" cmpd="sng" w="9400">
              <a:solidFill>
                <a:schemeClr val="lt1"/>
              </a:solidFill>
              <a:prstDash val="solid"/>
              <a:miter lim="289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9" name="Google Shape;2089;p53"/>
            <p:cNvSpPr/>
            <p:nvPr/>
          </p:nvSpPr>
          <p:spPr>
            <a:xfrm>
              <a:off x="2330090" y="2907306"/>
              <a:ext cx="61344" cy="156769"/>
            </a:xfrm>
            <a:custGeom>
              <a:rect b="b" l="l" r="r" t="t"/>
              <a:pathLst>
                <a:path extrusionOk="0" h="5124" w="1998">
                  <a:moveTo>
                    <a:pt x="0" y="1"/>
                  </a:moveTo>
                  <a:lnTo>
                    <a:pt x="0" y="5124"/>
                  </a:lnTo>
                  <a:lnTo>
                    <a:pt x="1997" y="5124"/>
                  </a:lnTo>
                  <a:lnTo>
                    <a:pt x="199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0" name="Google Shape;2090;p53"/>
            <p:cNvSpPr/>
            <p:nvPr/>
          </p:nvSpPr>
          <p:spPr>
            <a:xfrm>
              <a:off x="2443874" y="2818764"/>
              <a:ext cx="60453" cy="245311"/>
            </a:xfrm>
            <a:custGeom>
              <a:rect b="b" l="l" r="r" t="t"/>
              <a:pathLst>
                <a:path extrusionOk="0" h="8018" w="1969">
                  <a:moveTo>
                    <a:pt x="1" y="1"/>
                  </a:moveTo>
                  <a:lnTo>
                    <a:pt x="1" y="8018"/>
                  </a:lnTo>
                  <a:lnTo>
                    <a:pt x="1969" y="8018"/>
                  </a:lnTo>
                  <a:lnTo>
                    <a:pt x="19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1" name="Google Shape;2091;p53"/>
            <p:cNvSpPr/>
            <p:nvPr/>
          </p:nvSpPr>
          <p:spPr>
            <a:xfrm>
              <a:off x="2556767" y="2768283"/>
              <a:ext cx="61344" cy="295792"/>
            </a:xfrm>
            <a:custGeom>
              <a:rect b="b" l="l" r="r" t="t"/>
              <a:pathLst>
                <a:path extrusionOk="0" h="9668" w="1998">
                  <a:moveTo>
                    <a:pt x="0" y="1"/>
                  </a:moveTo>
                  <a:lnTo>
                    <a:pt x="0" y="9668"/>
                  </a:lnTo>
                  <a:lnTo>
                    <a:pt x="1997" y="9668"/>
                  </a:lnTo>
                  <a:lnTo>
                    <a:pt x="199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2" name="Google Shape;2092;p53"/>
            <p:cNvSpPr/>
            <p:nvPr/>
          </p:nvSpPr>
          <p:spPr>
            <a:xfrm>
              <a:off x="2784335" y="2768283"/>
              <a:ext cx="61344" cy="295792"/>
            </a:xfrm>
            <a:custGeom>
              <a:rect b="b" l="l" r="r" t="t"/>
              <a:pathLst>
                <a:path extrusionOk="0" h="9668" w="1998">
                  <a:moveTo>
                    <a:pt x="0" y="1"/>
                  </a:moveTo>
                  <a:lnTo>
                    <a:pt x="0" y="9668"/>
                  </a:lnTo>
                  <a:lnTo>
                    <a:pt x="1997" y="9668"/>
                  </a:lnTo>
                  <a:lnTo>
                    <a:pt x="199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3" name="Google Shape;2093;p53"/>
            <p:cNvSpPr/>
            <p:nvPr/>
          </p:nvSpPr>
          <p:spPr>
            <a:xfrm>
              <a:off x="2898118" y="2706298"/>
              <a:ext cx="60453" cy="357778"/>
            </a:xfrm>
            <a:custGeom>
              <a:rect b="b" l="l" r="r" t="t"/>
              <a:pathLst>
                <a:path extrusionOk="0" h="11694" w="1969">
                  <a:moveTo>
                    <a:pt x="1" y="1"/>
                  </a:moveTo>
                  <a:lnTo>
                    <a:pt x="1" y="11694"/>
                  </a:lnTo>
                  <a:lnTo>
                    <a:pt x="1969" y="11694"/>
                  </a:lnTo>
                  <a:lnTo>
                    <a:pt x="19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4" name="Google Shape;2094;p53"/>
            <p:cNvSpPr/>
            <p:nvPr/>
          </p:nvSpPr>
          <p:spPr>
            <a:xfrm>
              <a:off x="2670551" y="2677080"/>
              <a:ext cx="61344" cy="386996"/>
            </a:xfrm>
            <a:custGeom>
              <a:rect b="b" l="l" r="r" t="t"/>
              <a:pathLst>
                <a:path extrusionOk="0" h="12649" w="1998">
                  <a:moveTo>
                    <a:pt x="0" y="1"/>
                  </a:moveTo>
                  <a:lnTo>
                    <a:pt x="0" y="12649"/>
                  </a:lnTo>
                  <a:lnTo>
                    <a:pt x="1997" y="12649"/>
                  </a:lnTo>
                  <a:lnTo>
                    <a:pt x="199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5" name="Google Shape;2095;p53"/>
            <p:cNvSpPr/>
            <p:nvPr/>
          </p:nvSpPr>
          <p:spPr>
            <a:xfrm>
              <a:off x="2287660" y="3198629"/>
              <a:ext cx="598085" cy="162092"/>
            </a:xfrm>
            <a:custGeom>
              <a:rect b="b" l="l" r="r" t="t"/>
              <a:pathLst>
                <a:path extrusionOk="0" h="5298" w="19480">
                  <a:moveTo>
                    <a:pt x="1" y="1"/>
                  </a:moveTo>
                  <a:lnTo>
                    <a:pt x="1" y="5297"/>
                  </a:lnTo>
                  <a:lnTo>
                    <a:pt x="19479" y="5297"/>
                  </a:lnTo>
                  <a:lnTo>
                    <a:pt x="1947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6" name="Google Shape;2096;p53"/>
            <p:cNvSpPr/>
            <p:nvPr/>
          </p:nvSpPr>
          <p:spPr>
            <a:xfrm>
              <a:off x="2287660" y="3131351"/>
              <a:ext cx="821108" cy="31"/>
            </a:xfrm>
            <a:custGeom>
              <a:rect b="b" l="l" r="r" t="t"/>
              <a:pathLst>
                <a:path extrusionOk="0" fill="none" h="1" w="26744">
                  <a:moveTo>
                    <a:pt x="1" y="0"/>
                  </a:moveTo>
                  <a:lnTo>
                    <a:pt x="26744" y="0"/>
                  </a:lnTo>
                </a:path>
              </a:pathLst>
            </a:custGeom>
            <a:noFill/>
            <a:ln cap="flat" cmpd="sng" w="9400">
              <a:solidFill>
                <a:schemeClr val="lt1"/>
              </a:solidFill>
              <a:prstDash val="solid"/>
              <a:miter lim="289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7" name="Google Shape;2097;p53"/>
            <p:cNvSpPr/>
            <p:nvPr/>
          </p:nvSpPr>
          <p:spPr>
            <a:xfrm>
              <a:off x="2273444" y="3438614"/>
              <a:ext cx="835323" cy="31"/>
            </a:xfrm>
            <a:custGeom>
              <a:rect b="b" l="l" r="r" t="t"/>
              <a:pathLst>
                <a:path extrusionOk="0" fill="none" h="1" w="27207">
                  <a:moveTo>
                    <a:pt x="1" y="0"/>
                  </a:moveTo>
                  <a:lnTo>
                    <a:pt x="27207" y="0"/>
                  </a:lnTo>
                </a:path>
              </a:pathLst>
            </a:custGeom>
            <a:noFill/>
            <a:ln cap="flat" cmpd="sng" w="9400">
              <a:solidFill>
                <a:schemeClr val="lt1"/>
              </a:solidFill>
              <a:prstDash val="solid"/>
              <a:miter lim="289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8" name="Google Shape;2098;p53"/>
            <p:cNvSpPr/>
            <p:nvPr/>
          </p:nvSpPr>
          <p:spPr>
            <a:xfrm>
              <a:off x="2273444" y="3515651"/>
              <a:ext cx="835323" cy="918"/>
            </a:xfrm>
            <a:custGeom>
              <a:rect b="b" l="l" r="r" t="t"/>
              <a:pathLst>
                <a:path extrusionOk="0" fill="none" h="30" w="27207">
                  <a:moveTo>
                    <a:pt x="1" y="0"/>
                  </a:moveTo>
                  <a:cubicBezTo>
                    <a:pt x="406" y="29"/>
                    <a:pt x="27207" y="0"/>
                    <a:pt x="27207" y="0"/>
                  </a:cubicBezTo>
                </a:path>
              </a:pathLst>
            </a:custGeom>
            <a:noFill/>
            <a:ln cap="flat" cmpd="sng" w="9400">
              <a:solidFill>
                <a:schemeClr val="lt1"/>
              </a:solidFill>
              <a:prstDash val="solid"/>
              <a:miter lim="289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9" name="Google Shape;2099;p53"/>
            <p:cNvSpPr/>
            <p:nvPr/>
          </p:nvSpPr>
          <p:spPr>
            <a:xfrm>
              <a:off x="899625" y="2194510"/>
              <a:ext cx="1279619" cy="1693984"/>
            </a:xfrm>
            <a:custGeom>
              <a:rect b="b" l="l" r="r" t="t"/>
              <a:pathLst>
                <a:path extrusionOk="0" h="55368" w="41678">
                  <a:moveTo>
                    <a:pt x="0" y="0"/>
                  </a:moveTo>
                  <a:lnTo>
                    <a:pt x="0" y="55367"/>
                  </a:lnTo>
                  <a:lnTo>
                    <a:pt x="41678" y="55367"/>
                  </a:lnTo>
                  <a:lnTo>
                    <a:pt x="4167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0" name="Google Shape;2100;p53"/>
            <p:cNvSpPr/>
            <p:nvPr/>
          </p:nvSpPr>
          <p:spPr>
            <a:xfrm>
              <a:off x="977826" y="2276840"/>
              <a:ext cx="1140997" cy="370169"/>
            </a:xfrm>
            <a:custGeom>
              <a:rect b="b" l="l" r="r" t="t"/>
              <a:pathLst>
                <a:path extrusionOk="0" h="12099" w="37163">
                  <a:moveTo>
                    <a:pt x="0" y="1"/>
                  </a:moveTo>
                  <a:lnTo>
                    <a:pt x="0" y="12099"/>
                  </a:lnTo>
                  <a:lnTo>
                    <a:pt x="37163" y="12099"/>
                  </a:lnTo>
                  <a:lnTo>
                    <a:pt x="371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1" name="Google Shape;2101;p53"/>
            <p:cNvSpPr/>
            <p:nvPr/>
          </p:nvSpPr>
          <p:spPr>
            <a:xfrm>
              <a:off x="978717" y="2747050"/>
              <a:ext cx="1108115" cy="215205"/>
            </a:xfrm>
            <a:custGeom>
              <a:rect b="b" l="l" r="r" t="t"/>
              <a:pathLst>
                <a:path extrusionOk="0" h="7034" w="36092">
                  <a:moveTo>
                    <a:pt x="0" y="0"/>
                  </a:moveTo>
                  <a:lnTo>
                    <a:pt x="0" y="7033"/>
                  </a:lnTo>
                  <a:lnTo>
                    <a:pt x="36092" y="7033"/>
                  </a:lnTo>
                  <a:lnTo>
                    <a:pt x="3609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2" name="Google Shape;2102;p53"/>
            <p:cNvSpPr/>
            <p:nvPr/>
          </p:nvSpPr>
          <p:spPr>
            <a:xfrm>
              <a:off x="978717" y="3024208"/>
              <a:ext cx="1108115" cy="214318"/>
            </a:xfrm>
            <a:custGeom>
              <a:rect b="b" l="l" r="r" t="t"/>
              <a:pathLst>
                <a:path extrusionOk="0" h="7005" w="36092">
                  <a:moveTo>
                    <a:pt x="0" y="0"/>
                  </a:moveTo>
                  <a:lnTo>
                    <a:pt x="0" y="7004"/>
                  </a:lnTo>
                  <a:lnTo>
                    <a:pt x="36092" y="7004"/>
                  </a:lnTo>
                  <a:lnTo>
                    <a:pt x="3609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3" name="Google Shape;2103;p53"/>
            <p:cNvSpPr/>
            <p:nvPr/>
          </p:nvSpPr>
          <p:spPr>
            <a:xfrm>
              <a:off x="978717" y="3300478"/>
              <a:ext cx="1108115" cy="215205"/>
            </a:xfrm>
            <a:custGeom>
              <a:rect b="b" l="l" r="r" t="t"/>
              <a:pathLst>
                <a:path extrusionOk="0" h="7034" w="36092">
                  <a:moveTo>
                    <a:pt x="0" y="0"/>
                  </a:moveTo>
                  <a:lnTo>
                    <a:pt x="0" y="7033"/>
                  </a:lnTo>
                  <a:lnTo>
                    <a:pt x="36092" y="7033"/>
                  </a:lnTo>
                  <a:lnTo>
                    <a:pt x="3609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4" name="Google Shape;2104;p53"/>
            <p:cNvSpPr/>
            <p:nvPr/>
          </p:nvSpPr>
          <p:spPr>
            <a:xfrm>
              <a:off x="978717" y="3577636"/>
              <a:ext cx="1108115" cy="214318"/>
            </a:xfrm>
            <a:custGeom>
              <a:rect b="b" l="l" r="r" t="t"/>
              <a:pathLst>
                <a:path extrusionOk="0" h="7005" w="36092">
                  <a:moveTo>
                    <a:pt x="0" y="0"/>
                  </a:moveTo>
                  <a:lnTo>
                    <a:pt x="0" y="7004"/>
                  </a:lnTo>
                  <a:lnTo>
                    <a:pt x="36092" y="7004"/>
                  </a:lnTo>
                  <a:lnTo>
                    <a:pt x="3609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5" name="Google Shape;2105;p53"/>
            <p:cNvSpPr/>
            <p:nvPr/>
          </p:nvSpPr>
          <p:spPr>
            <a:xfrm>
              <a:off x="1208869" y="2706298"/>
              <a:ext cx="68467" cy="1130822"/>
            </a:xfrm>
            <a:custGeom>
              <a:rect b="b" l="l" r="r" t="t"/>
              <a:pathLst>
                <a:path extrusionOk="0" h="36961" w="2230">
                  <a:moveTo>
                    <a:pt x="0" y="1"/>
                  </a:moveTo>
                  <a:lnTo>
                    <a:pt x="0" y="36961"/>
                  </a:lnTo>
                  <a:lnTo>
                    <a:pt x="2229" y="36961"/>
                  </a:lnTo>
                  <a:lnTo>
                    <a:pt x="222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6" name="Google Shape;2106;p53"/>
            <p:cNvSpPr/>
            <p:nvPr/>
          </p:nvSpPr>
          <p:spPr>
            <a:xfrm>
              <a:off x="1509239" y="2706298"/>
              <a:ext cx="67545" cy="1130822"/>
            </a:xfrm>
            <a:custGeom>
              <a:rect b="b" l="l" r="r" t="t"/>
              <a:pathLst>
                <a:path extrusionOk="0" h="36961" w="2200">
                  <a:moveTo>
                    <a:pt x="0" y="1"/>
                  </a:moveTo>
                  <a:lnTo>
                    <a:pt x="0" y="36961"/>
                  </a:lnTo>
                  <a:lnTo>
                    <a:pt x="2200" y="36961"/>
                  </a:lnTo>
                  <a:lnTo>
                    <a:pt x="220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7" name="Google Shape;2107;p53"/>
            <p:cNvSpPr/>
            <p:nvPr/>
          </p:nvSpPr>
          <p:spPr>
            <a:xfrm>
              <a:off x="1798034" y="2706298"/>
              <a:ext cx="67546" cy="1130822"/>
            </a:xfrm>
            <a:custGeom>
              <a:rect b="b" l="l" r="r" t="t"/>
              <a:pathLst>
                <a:path extrusionOk="0" h="36961" w="2200">
                  <a:moveTo>
                    <a:pt x="0" y="1"/>
                  </a:moveTo>
                  <a:lnTo>
                    <a:pt x="0" y="36961"/>
                  </a:lnTo>
                  <a:lnTo>
                    <a:pt x="2200" y="36961"/>
                  </a:lnTo>
                  <a:lnTo>
                    <a:pt x="220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8" name="Google Shape;2108;p53"/>
            <p:cNvSpPr/>
            <p:nvPr/>
          </p:nvSpPr>
          <p:spPr>
            <a:xfrm>
              <a:off x="1327936" y="2854193"/>
              <a:ext cx="141324" cy="31"/>
            </a:xfrm>
            <a:custGeom>
              <a:rect b="b" l="l" r="r" t="t"/>
              <a:pathLst>
                <a:path extrusionOk="0" fill="none" h="1" w="4603">
                  <a:moveTo>
                    <a:pt x="1" y="0"/>
                  </a:moveTo>
                  <a:lnTo>
                    <a:pt x="4603" y="0"/>
                  </a:lnTo>
                </a:path>
              </a:pathLst>
            </a:custGeom>
            <a:noFill/>
            <a:ln cap="flat" cmpd="sng" w="36175">
              <a:solidFill>
                <a:schemeClr val="lt2"/>
              </a:solidFill>
              <a:prstDash val="solid"/>
              <a:miter lim="289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9" name="Google Shape;2109;p53"/>
            <p:cNvSpPr/>
            <p:nvPr/>
          </p:nvSpPr>
          <p:spPr>
            <a:xfrm>
              <a:off x="1327936" y="3131351"/>
              <a:ext cx="141324" cy="31"/>
            </a:xfrm>
            <a:custGeom>
              <a:rect b="b" l="l" r="r" t="t"/>
              <a:pathLst>
                <a:path extrusionOk="0" fill="none" h="1" w="4603">
                  <a:moveTo>
                    <a:pt x="1" y="0"/>
                  </a:moveTo>
                  <a:lnTo>
                    <a:pt x="4603" y="0"/>
                  </a:lnTo>
                </a:path>
              </a:pathLst>
            </a:custGeom>
            <a:noFill/>
            <a:ln cap="flat" cmpd="sng" w="36175">
              <a:solidFill>
                <a:schemeClr val="lt2"/>
              </a:solidFill>
              <a:prstDash val="solid"/>
              <a:miter lim="289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0" name="Google Shape;2110;p53"/>
            <p:cNvSpPr/>
            <p:nvPr/>
          </p:nvSpPr>
          <p:spPr>
            <a:xfrm>
              <a:off x="1361710" y="3043697"/>
              <a:ext cx="71997" cy="54918"/>
            </a:xfrm>
            <a:custGeom>
              <a:rect b="b" l="l" r="r" t="t"/>
              <a:pathLst>
                <a:path extrusionOk="0" h="1795" w="2345">
                  <a:moveTo>
                    <a:pt x="1187" y="0"/>
                  </a:moveTo>
                  <a:cubicBezTo>
                    <a:pt x="1" y="0"/>
                    <a:pt x="1" y="1794"/>
                    <a:pt x="1187" y="1794"/>
                  </a:cubicBezTo>
                  <a:cubicBezTo>
                    <a:pt x="2345" y="1794"/>
                    <a:pt x="2345" y="0"/>
                    <a:pt x="11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1" name="Google Shape;2111;p53"/>
            <p:cNvSpPr/>
            <p:nvPr/>
          </p:nvSpPr>
          <p:spPr>
            <a:xfrm>
              <a:off x="1361710" y="3165005"/>
              <a:ext cx="71997" cy="55805"/>
            </a:xfrm>
            <a:custGeom>
              <a:rect b="b" l="l" r="r" t="t"/>
              <a:pathLst>
                <a:path extrusionOk="0" h="1824" w="2345">
                  <a:moveTo>
                    <a:pt x="1187" y="0"/>
                  </a:moveTo>
                  <a:cubicBezTo>
                    <a:pt x="1" y="0"/>
                    <a:pt x="1" y="1824"/>
                    <a:pt x="1187" y="1824"/>
                  </a:cubicBezTo>
                  <a:cubicBezTo>
                    <a:pt x="2345" y="1824"/>
                    <a:pt x="2345" y="0"/>
                    <a:pt x="11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2" name="Google Shape;2112;p53"/>
            <p:cNvSpPr/>
            <p:nvPr/>
          </p:nvSpPr>
          <p:spPr>
            <a:xfrm>
              <a:off x="1865582" y="2747050"/>
              <a:ext cx="221273" cy="215205"/>
            </a:xfrm>
            <a:custGeom>
              <a:rect b="b" l="l" r="r" t="t"/>
              <a:pathLst>
                <a:path extrusionOk="0" h="7034" w="7207">
                  <a:moveTo>
                    <a:pt x="0" y="0"/>
                  </a:moveTo>
                  <a:lnTo>
                    <a:pt x="0" y="7033"/>
                  </a:lnTo>
                  <a:lnTo>
                    <a:pt x="7207" y="7033"/>
                  </a:lnTo>
                  <a:lnTo>
                    <a:pt x="720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3" name="Google Shape;2113;p53"/>
            <p:cNvSpPr/>
            <p:nvPr/>
          </p:nvSpPr>
          <p:spPr>
            <a:xfrm>
              <a:off x="1865582" y="3024208"/>
              <a:ext cx="221273" cy="214318"/>
            </a:xfrm>
            <a:custGeom>
              <a:rect b="b" l="l" r="r" t="t"/>
              <a:pathLst>
                <a:path extrusionOk="0" h="7005" w="7207">
                  <a:moveTo>
                    <a:pt x="0" y="0"/>
                  </a:moveTo>
                  <a:lnTo>
                    <a:pt x="0" y="7004"/>
                  </a:lnTo>
                  <a:lnTo>
                    <a:pt x="7207" y="7004"/>
                  </a:lnTo>
                  <a:lnTo>
                    <a:pt x="720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4" name="Google Shape;2114;p53"/>
            <p:cNvSpPr/>
            <p:nvPr/>
          </p:nvSpPr>
          <p:spPr>
            <a:xfrm>
              <a:off x="1865582" y="3300478"/>
              <a:ext cx="221273" cy="215205"/>
            </a:xfrm>
            <a:custGeom>
              <a:rect b="b" l="l" r="r" t="t"/>
              <a:pathLst>
                <a:path extrusionOk="0" h="7034" w="7207">
                  <a:moveTo>
                    <a:pt x="0" y="0"/>
                  </a:moveTo>
                  <a:lnTo>
                    <a:pt x="0" y="7033"/>
                  </a:lnTo>
                  <a:lnTo>
                    <a:pt x="7207" y="7033"/>
                  </a:lnTo>
                  <a:lnTo>
                    <a:pt x="720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5" name="Google Shape;2115;p53"/>
            <p:cNvSpPr/>
            <p:nvPr/>
          </p:nvSpPr>
          <p:spPr>
            <a:xfrm>
              <a:off x="2273444" y="2706298"/>
              <a:ext cx="737566" cy="357778"/>
            </a:xfrm>
            <a:custGeom>
              <a:rect b="b" l="l" r="r" t="t"/>
              <a:pathLst>
                <a:path extrusionOk="0" fill="none" h="11694" w="24023">
                  <a:moveTo>
                    <a:pt x="1" y="1"/>
                  </a:moveTo>
                  <a:lnTo>
                    <a:pt x="1" y="11694"/>
                  </a:lnTo>
                  <a:lnTo>
                    <a:pt x="24023" y="11694"/>
                  </a:lnTo>
                </a:path>
              </a:pathLst>
            </a:custGeom>
            <a:noFill/>
            <a:ln cap="flat" cmpd="sng" w="9400">
              <a:solidFill>
                <a:schemeClr val="lt1"/>
              </a:solidFill>
              <a:prstDash val="solid"/>
              <a:miter lim="289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6" name="Google Shape;2116;p53"/>
            <p:cNvSpPr/>
            <p:nvPr/>
          </p:nvSpPr>
          <p:spPr>
            <a:xfrm>
              <a:off x="1031335" y="2329396"/>
              <a:ext cx="1033979" cy="26000"/>
            </a:xfrm>
            <a:custGeom>
              <a:rect b="b" l="l" r="r" t="t"/>
              <a:pathLst>
                <a:path extrusionOk="0" h="408" w="11548">
                  <a:moveTo>
                    <a:pt x="198" y="1"/>
                  </a:moveTo>
                  <a:cubicBezTo>
                    <a:pt x="88" y="1"/>
                    <a:pt x="0" y="88"/>
                    <a:pt x="0" y="198"/>
                  </a:cubicBezTo>
                  <a:cubicBezTo>
                    <a:pt x="0" y="308"/>
                    <a:pt x="88" y="407"/>
                    <a:pt x="198" y="407"/>
                  </a:cubicBezTo>
                  <a:lnTo>
                    <a:pt x="11349" y="407"/>
                  </a:lnTo>
                  <a:cubicBezTo>
                    <a:pt x="11459" y="407"/>
                    <a:pt x="11547" y="308"/>
                    <a:pt x="11547" y="198"/>
                  </a:cubicBezTo>
                  <a:cubicBezTo>
                    <a:pt x="11547" y="88"/>
                    <a:pt x="11459" y="1"/>
                    <a:pt x="11349" y="1"/>
                  </a:cubicBezTo>
                  <a:close/>
                </a:path>
              </a:pathLst>
            </a:custGeom>
            <a:solidFill>
              <a:srgbClr val="FFFFFF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0" name="Shape 2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1" name="Google Shape;2121;p54"/>
          <p:cNvSpPr txBox="1"/>
          <p:nvPr>
            <p:ph type="title"/>
          </p:nvPr>
        </p:nvSpPr>
        <p:spPr>
          <a:xfrm>
            <a:off x="713225" y="520925"/>
            <a:ext cx="7717500" cy="7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</a:t>
            </a:r>
            <a:endParaRPr/>
          </a:p>
        </p:txBody>
      </p:sp>
      <p:sp>
        <p:nvSpPr>
          <p:cNvPr id="2122" name="Google Shape;2122;p54"/>
          <p:cNvSpPr txBox="1"/>
          <p:nvPr/>
        </p:nvSpPr>
        <p:spPr>
          <a:xfrm>
            <a:off x="1641290" y="2547662"/>
            <a:ext cx="2495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Fixed Amount</a:t>
            </a:r>
            <a:endParaRPr sz="2200">
              <a:solidFill>
                <a:schemeClr val="dk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2123" name="Google Shape;2123;p54"/>
          <p:cNvSpPr txBox="1"/>
          <p:nvPr/>
        </p:nvSpPr>
        <p:spPr>
          <a:xfrm>
            <a:off x="5935929" y="2547650"/>
            <a:ext cx="2494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Fixed Percentage</a:t>
            </a:r>
            <a:endParaRPr sz="2200">
              <a:solidFill>
                <a:schemeClr val="dk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2124" name="Google Shape;2124;p54"/>
          <p:cNvSpPr txBox="1"/>
          <p:nvPr/>
        </p:nvSpPr>
        <p:spPr>
          <a:xfrm>
            <a:off x="5709625" y="4113050"/>
            <a:ext cx="3544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P = A₁{1-(1+i)</a:t>
            </a:r>
            <a:r>
              <a:rPr b="1" baseline="30000" lang="en" sz="17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-n  </a:t>
            </a:r>
            <a:r>
              <a:rPr b="1" lang="en" sz="17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(1+f)</a:t>
            </a:r>
            <a:r>
              <a:rPr b="1" baseline="30000" lang="en" sz="17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n </a:t>
            </a:r>
            <a:r>
              <a:rPr b="1" lang="en" sz="17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/(i+f)}</a:t>
            </a:r>
            <a:endParaRPr b="1" sz="17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baseline="30000" sz="15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2125" name="Google Shape;2125;p54"/>
          <p:cNvCxnSpPr/>
          <p:nvPr/>
        </p:nvCxnSpPr>
        <p:spPr>
          <a:xfrm rot="10800000">
            <a:off x="1071533" y="2067375"/>
            <a:ext cx="0" cy="189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26" name="Google Shape;2126;p54"/>
          <p:cNvCxnSpPr/>
          <p:nvPr/>
        </p:nvCxnSpPr>
        <p:spPr>
          <a:xfrm rot="10800000">
            <a:off x="1071533" y="3380275"/>
            <a:ext cx="0" cy="189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27" name="Google Shape;2127;p54"/>
          <p:cNvCxnSpPr/>
          <p:nvPr/>
        </p:nvCxnSpPr>
        <p:spPr>
          <a:xfrm rot="10800000">
            <a:off x="5315508" y="2067375"/>
            <a:ext cx="0" cy="189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28" name="Google Shape;2128;p54"/>
          <p:cNvCxnSpPr/>
          <p:nvPr/>
        </p:nvCxnSpPr>
        <p:spPr>
          <a:xfrm rot="10800000">
            <a:off x="5315508" y="3380275"/>
            <a:ext cx="0" cy="189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29" name="Google Shape;2129;p54"/>
          <p:cNvCxnSpPr>
            <a:stCxn id="2130" idx="3"/>
            <a:endCxn id="2131" idx="1"/>
          </p:cNvCxnSpPr>
          <p:nvPr/>
        </p:nvCxnSpPr>
        <p:spPr>
          <a:xfrm>
            <a:off x="4136164" y="1792700"/>
            <a:ext cx="8718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132" name="Google Shape;2132;p54"/>
          <p:cNvGrpSpPr/>
          <p:nvPr/>
        </p:nvGrpSpPr>
        <p:grpSpPr>
          <a:xfrm>
            <a:off x="5015992" y="2506362"/>
            <a:ext cx="599025" cy="612638"/>
            <a:chOff x="-4629392" y="1248613"/>
            <a:chExt cx="399963" cy="414393"/>
          </a:xfrm>
        </p:grpSpPr>
        <p:sp>
          <p:nvSpPr>
            <p:cNvPr id="2133" name="Google Shape;2133;p54"/>
            <p:cNvSpPr/>
            <p:nvPr/>
          </p:nvSpPr>
          <p:spPr>
            <a:xfrm>
              <a:off x="-4348018" y="1248613"/>
              <a:ext cx="72772" cy="170748"/>
            </a:xfrm>
            <a:custGeom>
              <a:rect b="b" l="l" r="r" t="t"/>
              <a:pathLst>
                <a:path extrusionOk="0" h="5467" w="2330">
                  <a:moveTo>
                    <a:pt x="785" y="0"/>
                  </a:moveTo>
                  <a:lnTo>
                    <a:pt x="785" y="886"/>
                  </a:lnTo>
                  <a:cubicBezTo>
                    <a:pt x="330" y="1038"/>
                    <a:pt x="1" y="1468"/>
                    <a:pt x="1" y="1974"/>
                  </a:cubicBezTo>
                  <a:lnTo>
                    <a:pt x="1" y="3138"/>
                  </a:lnTo>
                  <a:lnTo>
                    <a:pt x="1544" y="3138"/>
                  </a:lnTo>
                  <a:lnTo>
                    <a:pt x="1544" y="3543"/>
                  </a:lnTo>
                  <a:cubicBezTo>
                    <a:pt x="1544" y="3746"/>
                    <a:pt x="1367" y="3923"/>
                    <a:pt x="1165" y="3923"/>
                  </a:cubicBezTo>
                  <a:lnTo>
                    <a:pt x="1" y="3923"/>
                  </a:lnTo>
                  <a:lnTo>
                    <a:pt x="1" y="4707"/>
                  </a:lnTo>
                  <a:lnTo>
                    <a:pt x="785" y="4707"/>
                  </a:lnTo>
                  <a:lnTo>
                    <a:pt x="785" y="5467"/>
                  </a:lnTo>
                  <a:lnTo>
                    <a:pt x="1544" y="5467"/>
                  </a:lnTo>
                  <a:lnTo>
                    <a:pt x="1544" y="4631"/>
                  </a:lnTo>
                  <a:cubicBezTo>
                    <a:pt x="2000" y="4480"/>
                    <a:pt x="2329" y="4049"/>
                    <a:pt x="2329" y="3543"/>
                  </a:cubicBezTo>
                  <a:lnTo>
                    <a:pt x="2329" y="2379"/>
                  </a:lnTo>
                  <a:lnTo>
                    <a:pt x="785" y="2379"/>
                  </a:lnTo>
                  <a:lnTo>
                    <a:pt x="785" y="1974"/>
                  </a:lnTo>
                  <a:cubicBezTo>
                    <a:pt x="785" y="1772"/>
                    <a:pt x="962" y="1594"/>
                    <a:pt x="1165" y="1594"/>
                  </a:cubicBezTo>
                  <a:lnTo>
                    <a:pt x="2329" y="1594"/>
                  </a:lnTo>
                  <a:lnTo>
                    <a:pt x="2329" y="810"/>
                  </a:lnTo>
                  <a:lnTo>
                    <a:pt x="1544" y="810"/>
                  </a:lnTo>
                  <a:lnTo>
                    <a:pt x="154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4" name="Google Shape;2134;p54"/>
            <p:cNvSpPr/>
            <p:nvPr/>
          </p:nvSpPr>
          <p:spPr>
            <a:xfrm>
              <a:off x="-4383592" y="1447783"/>
              <a:ext cx="120183" cy="120183"/>
            </a:xfrm>
            <a:custGeom>
              <a:rect b="b" l="l" r="r" t="t"/>
              <a:pathLst>
                <a:path extrusionOk="0" h="3848" w="3848">
                  <a:moveTo>
                    <a:pt x="1646" y="1"/>
                  </a:moveTo>
                  <a:lnTo>
                    <a:pt x="1" y="1671"/>
                  </a:lnTo>
                  <a:lnTo>
                    <a:pt x="2203" y="3847"/>
                  </a:lnTo>
                  <a:lnTo>
                    <a:pt x="3848" y="2202"/>
                  </a:lnTo>
                  <a:lnTo>
                    <a:pt x="164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5" name="Google Shape;2135;p54"/>
            <p:cNvSpPr/>
            <p:nvPr/>
          </p:nvSpPr>
          <p:spPr>
            <a:xfrm>
              <a:off x="-4521109" y="1311047"/>
              <a:ext cx="120183" cy="120183"/>
            </a:xfrm>
            <a:custGeom>
              <a:rect b="b" l="l" r="r" t="t"/>
              <a:pathLst>
                <a:path extrusionOk="0" h="3848" w="3848">
                  <a:moveTo>
                    <a:pt x="1671" y="0"/>
                  </a:moveTo>
                  <a:lnTo>
                    <a:pt x="0" y="1645"/>
                  </a:lnTo>
                  <a:lnTo>
                    <a:pt x="2202" y="3847"/>
                  </a:lnTo>
                  <a:lnTo>
                    <a:pt x="3847" y="2202"/>
                  </a:lnTo>
                  <a:lnTo>
                    <a:pt x="16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6" name="Google Shape;2136;p54"/>
            <p:cNvSpPr/>
            <p:nvPr/>
          </p:nvSpPr>
          <p:spPr>
            <a:xfrm>
              <a:off x="-4629392" y="1379821"/>
              <a:ext cx="297208" cy="283185"/>
            </a:xfrm>
            <a:custGeom>
              <a:rect b="b" l="l" r="r" t="t"/>
              <a:pathLst>
                <a:path extrusionOk="0" h="9067" w="9516">
                  <a:moveTo>
                    <a:pt x="2936" y="0"/>
                  </a:moveTo>
                  <a:lnTo>
                    <a:pt x="1797" y="1114"/>
                  </a:lnTo>
                  <a:cubicBezTo>
                    <a:pt x="0" y="2936"/>
                    <a:pt x="0" y="5897"/>
                    <a:pt x="1797" y="7719"/>
                  </a:cubicBezTo>
                  <a:cubicBezTo>
                    <a:pt x="2708" y="8617"/>
                    <a:pt x="3904" y="9067"/>
                    <a:pt x="5100" y="9067"/>
                  </a:cubicBezTo>
                  <a:cubicBezTo>
                    <a:pt x="6295" y="9067"/>
                    <a:pt x="7491" y="8617"/>
                    <a:pt x="8402" y="7719"/>
                  </a:cubicBezTo>
                  <a:lnTo>
                    <a:pt x="8402" y="7694"/>
                  </a:lnTo>
                  <a:lnTo>
                    <a:pt x="9516" y="6580"/>
                  </a:lnTo>
                  <a:lnTo>
                    <a:pt x="7314" y="4378"/>
                  </a:lnTo>
                  <a:lnTo>
                    <a:pt x="6201" y="5517"/>
                  </a:lnTo>
                  <a:cubicBezTo>
                    <a:pt x="5910" y="5808"/>
                    <a:pt x="5505" y="5954"/>
                    <a:pt x="5100" y="5954"/>
                  </a:cubicBezTo>
                  <a:cubicBezTo>
                    <a:pt x="4695" y="5954"/>
                    <a:pt x="4290" y="5808"/>
                    <a:pt x="3999" y="5517"/>
                  </a:cubicBezTo>
                  <a:cubicBezTo>
                    <a:pt x="3391" y="4910"/>
                    <a:pt x="3391" y="3923"/>
                    <a:pt x="3999" y="3315"/>
                  </a:cubicBezTo>
                  <a:lnTo>
                    <a:pt x="5138" y="2202"/>
                  </a:lnTo>
                  <a:lnTo>
                    <a:pt x="293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7" name="Google Shape;2137;p54"/>
            <p:cNvSpPr/>
            <p:nvPr/>
          </p:nvSpPr>
          <p:spPr>
            <a:xfrm>
              <a:off x="-4434970" y="1276254"/>
              <a:ext cx="51409" cy="52221"/>
            </a:xfrm>
            <a:custGeom>
              <a:rect b="b" l="l" r="r" t="t"/>
              <a:pathLst>
                <a:path extrusionOk="0" h="1672" w="1646">
                  <a:moveTo>
                    <a:pt x="1089" y="1"/>
                  </a:moveTo>
                  <a:lnTo>
                    <a:pt x="1" y="1114"/>
                  </a:lnTo>
                  <a:lnTo>
                    <a:pt x="558" y="1671"/>
                  </a:lnTo>
                  <a:lnTo>
                    <a:pt x="1646" y="558"/>
                  </a:lnTo>
                  <a:lnTo>
                    <a:pt x="108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8" name="Google Shape;2138;p54"/>
            <p:cNvSpPr/>
            <p:nvPr/>
          </p:nvSpPr>
          <p:spPr>
            <a:xfrm>
              <a:off x="-4280837" y="1431199"/>
              <a:ext cx="51409" cy="51409"/>
            </a:xfrm>
            <a:custGeom>
              <a:rect b="b" l="l" r="r" t="t"/>
              <a:pathLst>
                <a:path extrusionOk="0" h="1646" w="1646">
                  <a:moveTo>
                    <a:pt x="1114" y="0"/>
                  </a:moveTo>
                  <a:lnTo>
                    <a:pt x="1" y="1088"/>
                  </a:lnTo>
                  <a:lnTo>
                    <a:pt x="558" y="1645"/>
                  </a:lnTo>
                  <a:lnTo>
                    <a:pt x="1646" y="557"/>
                  </a:lnTo>
                  <a:lnTo>
                    <a:pt x="111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39" name="Google Shape;2139;p54"/>
          <p:cNvGrpSpPr/>
          <p:nvPr/>
        </p:nvGrpSpPr>
        <p:grpSpPr>
          <a:xfrm>
            <a:off x="853707" y="4054489"/>
            <a:ext cx="435654" cy="612656"/>
            <a:chOff x="-5671964" y="3231752"/>
            <a:chExt cx="291680" cy="414237"/>
          </a:xfrm>
        </p:grpSpPr>
        <p:sp>
          <p:nvSpPr>
            <p:cNvPr id="2140" name="Google Shape;2140;p54"/>
            <p:cNvSpPr/>
            <p:nvPr/>
          </p:nvSpPr>
          <p:spPr>
            <a:xfrm>
              <a:off x="-5550251" y="3353496"/>
              <a:ext cx="169967" cy="169967"/>
            </a:xfrm>
            <a:custGeom>
              <a:rect b="b" l="l" r="r" t="t"/>
              <a:pathLst>
                <a:path extrusionOk="0" h="5442" w="5442">
                  <a:moveTo>
                    <a:pt x="1" y="0"/>
                  </a:moveTo>
                  <a:lnTo>
                    <a:pt x="1" y="5442"/>
                  </a:lnTo>
                  <a:lnTo>
                    <a:pt x="5442" y="5442"/>
                  </a:lnTo>
                  <a:lnTo>
                    <a:pt x="5442" y="0"/>
                  </a:lnTo>
                  <a:lnTo>
                    <a:pt x="3873" y="0"/>
                  </a:lnTo>
                  <a:lnTo>
                    <a:pt x="3873" y="1569"/>
                  </a:lnTo>
                  <a:lnTo>
                    <a:pt x="3113" y="1569"/>
                  </a:lnTo>
                  <a:lnTo>
                    <a:pt x="3113" y="0"/>
                  </a:lnTo>
                  <a:lnTo>
                    <a:pt x="2329" y="0"/>
                  </a:lnTo>
                  <a:lnTo>
                    <a:pt x="2329" y="1569"/>
                  </a:lnTo>
                  <a:lnTo>
                    <a:pt x="1544" y="1569"/>
                  </a:lnTo>
                  <a:lnTo>
                    <a:pt x="154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1" name="Google Shape;2141;p54"/>
            <p:cNvSpPr/>
            <p:nvPr/>
          </p:nvSpPr>
          <p:spPr>
            <a:xfrm>
              <a:off x="-5502028" y="3305274"/>
              <a:ext cx="72740" cy="48254"/>
            </a:xfrm>
            <a:custGeom>
              <a:rect b="b" l="l" r="r" t="t"/>
              <a:pathLst>
                <a:path extrusionOk="0" h="1545" w="2329">
                  <a:moveTo>
                    <a:pt x="1165" y="1"/>
                  </a:moveTo>
                  <a:cubicBezTo>
                    <a:pt x="532" y="1"/>
                    <a:pt x="0" y="507"/>
                    <a:pt x="0" y="1165"/>
                  </a:cubicBezTo>
                  <a:lnTo>
                    <a:pt x="0" y="1544"/>
                  </a:lnTo>
                  <a:lnTo>
                    <a:pt x="785" y="1544"/>
                  </a:lnTo>
                  <a:lnTo>
                    <a:pt x="785" y="1165"/>
                  </a:lnTo>
                  <a:cubicBezTo>
                    <a:pt x="785" y="937"/>
                    <a:pt x="962" y="785"/>
                    <a:pt x="1165" y="785"/>
                  </a:cubicBezTo>
                  <a:cubicBezTo>
                    <a:pt x="1392" y="785"/>
                    <a:pt x="1569" y="937"/>
                    <a:pt x="1569" y="1165"/>
                  </a:cubicBezTo>
                  <a:lnTo>
                    <a:pt x="1569" y="1544"/>
                  </a:lnTo>
                  <a:lnTo>
                    <a:pt x="2329" y="1544"/>
                  </a:lnTo>
                  <a:lnTo>
                    <a:pt x="2329" y="1165"/>
                  </a:lnTo>
                  <a:cubicBezTo>
                    <a:pt x="2329" y="507"/>
                    <a:pt x="1823" y="1"/>
                    <a:pt x="116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2" name="Google Shape;2142;p54"/>
            <p:cNvSpPr/>
            <p:nvPr/>
          </p:nvSpPr>
          <p:spPr>
            <a:xfrm>
              <a:off x="-5671964" y="3596142"/>
              <a:ext cx="218190" cy="49847"/>
            </a:xfrm>
            <a:custGeom>
              <a:rect b="b" l="l" r="r" t="t"/>
              <a:pathLst>
                <a:path extrusionOk="0" h="1596" w="6986">
                  <a:moveTo>
                    <a:pt x="0" y="1"/>
                  </a:moveTo>
                  <a:lnTo>
                    <a:pt x="0" y="1595"/>
                  </a:lnTo>
                  <a:lnTo>
                    <a:pt x="6985" y="1595"/>
                  </a:lnTo>
                  <a:lnTo>
                    <a:pt x="698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3" name="Google Shape;2143;p54"/>
            <p:cNvSpPr/>
            <p:nvPr/>
          </p:nvSpPr>
          <p:spPr>
            <a:xfrm>
              <a:off x="-5671964" y="3305274"/>
              <a:ext cx="218971" cy="267194"/>
            </a:xfrm>
            <a:custGeom>
              <a:rect b="b" l="l" r="r" t="t"/>
              <a:pathLst>
                <a:path extrusionOk="0" h="8555" w="7011">
                  <a:moveTo>
                    <a:pt x="0" y="1"/>
                  </a:moveTo>
                  <a:lnTo>
                    <a:pt x="0" y="8555"/>
                  </a:lnTo>
                  <a:lnTo>
                    <a:pt x="7010" y="8555"/>
                  </a:lnTo>
                  <a:lnTo>
                    <a:pt x="7010" y="7770"/>
                  </a:lnTo>
                  <a:lnTo>
                    <a:pt x="3113" y="7770"/>
                  </a:lnTo>
                  <a:lnTo>
                    <a:pt x="3113" y="785"/>
                  </a:lnTo>
                  <a:lnTo>
                    <a:pt x="4707" y="785"/>
                  </a:lnTo>
                  <a:cubicBezTo>
                    <a:pt x="4758" y="481"/>
                    <a:pt x="4885" y="228"/>
                    <a:pt x="506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4" name="Google Shape;2144;p54"/>
            <p:cNvSpPr/>
            <p:nvPr/>
          </p:nvSpPr>
          <p:spPr>
            <a:xfrm>
              <a:off x="-5671964" y="3231752"/>
              <a:ext cx="218190" cy="49066"/>
            </a:xfrm>
            <a:custGeom>
              <a:rect b="b" l="l" r="r" t="t"/>
              <a:pathLst>
                <a:path extrusionOk="0" h="1571" w="6986">
                  <a:moveTo>
                    <a:pt x="0" y="1"/>
                  </a:moveTo>
                  <a:lnTo>
                    <a:pt x="0" y="1570"/>
                  </a:lnTo>
                  <a:lnTo>
                    <a:pt x="6985" y="1570"/>
                  </a:lnTo>
                  <a:lnTo>
                    <a:pt x="698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45" name="Google Shape;2145;p54"/>
          <p:cNvGrpSpPr/>
          <p:nvPr/>
        </p:nvGrpSpPr>
        <p:grpSpPr>
          <a:xfrm>
            <a:off x="765207" y="2506362"/>
            <a:ext cx="612654" cy="612656"/>
            <a:chOff x="-5669590" y="3858557"/>
            <a:chExt cx="413425" cy="414237"/>
          </a:xfrm>
        </p:grpSpPr>
        <p:sp>
          <p:nvSpPr>
            <p:cNvPr id="2146" name="Google Shape;2146;p54"/>
            <p:cNvSpPr/>
            <p:nvPr/>
          </p:nvSpPr>
          <p:spPr>
            <a:xfrm>
              <a:off x="-5439594" y="4023777"/>
              <a:ext cx="183428" cy="230027"/>
            </a:xfrm>
            <a:custGeom>
              <a:rect b="b" l="l" r="r" t="t"/>
              <a:pathLst>
                <a:path extrusionOk="0" h="7365" w="5873">
                  <a:moveTo>
                    <a:pt x="5872" y="0"/>
                  </a:moveTo>
                  <a:lnTo>
                    <a:pt x="1" y="3670"/>
                  </a:lnTo>
                  <a:lnTo>
                    <a:pt x="5872" y="7365"/>
                  </a:lnTo>
                  <a:lnTo>
                    <a:pt x="587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7" name="Google Shape;2147;p54"/>
            <p:cNvSpPr/>
            <p:nvPr/>
          </p:nvSpPr>
          <p:spPr>
            <a:xfrm>
              <a:off x="-5329718" y="3960531"/>
              <a:ext cx="63277" cy="80674"/>
            </a:xfrm>
            <a:custGeom>
              <a:rect b="b" l="l" r="r" t="t"/>
              <a:pathLst>
                <a:path extrusionOk="0" h="2583" w="2026">
                  <a:moveTo>
                    <a:pt x="0" y="1"/>
                  </a:moveTo>
                  <a:lnTo>
                    <a:pt x="0" y="2582"/>
                  </a:lnTo>
                  <a:lnTo>
                    <a:pt x="2025" y="131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8" name="Google Shape;2148;p54"/>
            <p:cNvSpPr/>
            <p:nvPr/>
          </p:nvSpPr>
          <p:spPr>
            <a:xfrm>
              <a:off x="-5659315" y="3960531"/>
              <a:ext cx="63246" cy="79862"/>
            </a:xfrm>
            <a:custGeom>
              <a:rect b="b" l="l" r="r" t="t"/>
              <a:pathLst>
                <a:path extrusionOk="0" h="2557" w="2025">
                  <a:moveTo>
                    <a:pt x="2025" y="1"/>
                  </a:moveTo>
                  <a:lnTo>
                    <a:pt x="0" y="1317"/>
                  </a:lnTo>
                  <a:lnTo>
                    <a:pt x="2025" y="2557"/>
                  </a:lnTo>
                  <a:lnTo>
                    <a:pt x="20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9" name="Google Shape;2149;p54"/>
            <p:cNvSpPr/>
            <p:nvPr/>
          </p:nvSpPr>
          <p:spPr>
            <a:xfrm>
              <a:off x="-5669590" y="4023777"/>
              <a:ext cx="398402" cy="249017"/>
            </a:xfrm>
            <a:custGeom>
              <a:rect b="b" l="l" r="r" t="t"/>
              <a:pathLst>
                <a:path extrusionOk="0" h="7973" w="12756">
                  <a:moveTo>
                    <a:pt x="3113" y="5644"/>
                  </a:moveTo>
                  <a:lnTo>
                    <a:pt x="3113" y="6428"/>
                  </a:lnTo>
                  <a:lnTo>
                    <a:pt x="1569" y="6428"/>
                  </a:lnTo>
                  <a:lnTo>
                    <a:pt x="1569" y="5644"/>
                  </a:lnTo>
                  <a:close/>
                  <a:moveTo>
                    <a:pt x="0" y="0"/>
                  </a:moveTo>
                  <a:lnTo>
                    <a:pt x="0" y="7972"/>
                  </a:lnTo>
                  <a:lnTo>
                    <a:pt x="12755" y="79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0" name="Google Shape;2150;p54"/>
            <p:cNvSpPr/>
            <p:nvPr/>
          </p:nvSpPr>
          <p:spPr>
            <a:xfrm>
              <a:off x="-5572395" y="3858557"/>
              <a:ext cx="219002" cy="265632"/>
            </a:xfrm>
            <a:custGeom>
              <a:rect b="b" l="l" r="r" t="t"/>
              <a:pathLst>
                <a:path extrusionOk="0" h="8505" w="7012">
                  <a:moveTo>
                    <a:pt x="3898" y="1190"/>
                  </a:moveTo>
                  <a:lnTo>
                    <a:pt x="3898" y="1975"/>
                  </a:lnTo>
                  <a:lnTo>
                    <a:pt x="4658" y="1975"/>
                  </a:lnTo>
                  <a:lnTo>
                    <a:pt x="4658" y="2734"/>
                  </a:lnTo>
                  <a:lnTo>
                    <a:pt x="3493" y="2734"/>
                  </a:lnTo>
                  <a:cubicBezTo>
                    <a:pt x="3291" y="2734"/>
                    <a:pt x="3114" y="2911"/>
                    <a:pt x="3114" y="3139"/>
                  </a:cubicBezTo>
                  <a:lnTo>
                    <a:pt x="3114" y="3519"/>
                  </a:lnTo>
                  <a:lnTo>
                    <a:pt x="4658" y="3519"/>
                  </a:lnTo>
                  <a:lnTo>
                    <a:pt x="4658" y="4683"/>
                  </a:lnTo>
                  <a:cubicBezTo>
                    <a:pt x="4658" y="5189"/>
                    <a:pt x="4329" y="5619"/>
                    <a:pt x="3898" y="5771"/>
                  </a:cubicBezTo>
                  <a:lnTo>
                    <a:pt x="3898" y="6632"/>
                  </a:lnTo>
                  <a:lnTo>
                    <a:pt x="3114" y="6632"/>
                  </a:lnTo>
                  <a:lnTo>
                    <a:pt x="3114" y="5847"/>
                  </a:lnTo>
                  <a:lnTo>
                    <a:pt x="2329" y="5847"/>
                  </a:lnTo>
                  <a:lnTo>
                    <a:pt x="2329" y="5088"/>
                  </a:lnTo>
                  <a:lnTo>
                    <a:pt x="3493" y="5088"/>
                  </a:lnTo>
                  <a:cubicBezTo>
                    <a:pt x="3721" y="5088"/>
                    <a:pt x="3898" y="4911"/>
                    <a:pt x="3898" y="4683"/>
                  </a:cubicBezTo>
                  <a:lnTo>
                    <a:pt x="3898" y="4303"/>
                  </a:lnTo>
                  <a:lnTo>
                    <a:pt x="2329" y="4303"/>
                  </a:lnTo>
                  <a:lnTo>
                    <a:pt x="2329" y="3139"/>
                  </a:lnTo>
                  <a:cubicBezTo>
                    <a:pt x="2329" y="2633"/>
                    <a:pt x="2658" y="2203"/>
                    <a:pt x="3114" y="2051"/>
                  </a:cubicBezTo>
                  <a:lnTo>
                    <a:pt x="3114" y="1190"/>
                  </a:lnTo>
                  <a:close/>
                  <a:moveTo>
                    <a:pt x="1" y="1"/>
                  </a:moveTo>
                  <a:lnTo>
                    <a:pt x="1" y="6328"/>
                  </a:lnTo>
                  <a:lnTo>
                    <a:pt x="3519" y="8504"/>
                  </a:lnTo>
                  <a:lnTo>
                    <a:pt x="7011" y="6328"/>
                  </a:lnTo>
                  <a:lnTo>
                    <a:pt x="701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51" name="Google Shape;2151;p54"/>
          <p:cNvGrpSpPr/>
          <p:nvPr/>
        </p:nvGrpSpPr>
        <p:grpSpPr>
          <a:xfrm>
            <a:off x="5029611" y="4054494"/>
            <a:ext cx="571788" cy="612651"/>
            <a:chOff x="-3393959" y="3835664"/>
            <a:chExt cx="388126" cy="414205"/>
          </a:xfrm>
        </p:grpSpPr>
        <p:sp>
          <p:nvSpPr>
            <p:cNvPr id="2152" name="Google Shape;2152;p54"/>
            <p:cNvSpPr/>
            <p:nvPr/>
          </p:nvSpPr>
          <p:spPr>
            <a:xfrm>
              <a:off x="-3187668" y="3835664"/>
              <a:ext cx="181836" cy="181804"/>
            </a:xfrm>
            <a:custGeom>
              <a:rect b="b" l="l" r="r" t="t"/>
              <a:pathLst>
                <a:path extrusionOk="0" h="5821" w="5822">
                  <a:moveTo>
                    <a:pt x="1" y="0"/>
                  </a:moveTo>
                  <a:lnTo>
                    <a:pt x="1" y="785"/>
                  </a:lnTo>
                  <a:cubicBezTo>
                    <a:pt x="2784" y="785"/>
                    <a:pt x="5062" y="3037"/>
                    <a:pt x="5062" y="5821"/>
                  </a:cubicBezTo>
                  <a:lnTo>
                    <a:pt x="5821" y="5821"/>
                  </a:lnTo>
                  <a:cubicBezTo>
                    <a:pt x="5821" y="2607"/>
                    <a:pt x="3215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3" name="Google Shape;2153;p54"/>
            <p:cNvSpPr/>
            <p:nvPr/>
          </p:nvSpPr>
          <p:spPr>
            <a:xfrm>
              <a:off x="-3187668" y="3883856"/>
              <a:ext cx="133613" cy="133613"/>
            </a:xfrm>
            <a:custGeom>
              <a:rect b="b" l="l" r="r" t="t"/>
              <a:pathLst>
                <a:path extrusionOk="0" h="4278" w="4278">
                  <a:moveTo>
                    <a:pt x="1" y="1"/>
                  </a:moveTo>
                  <a:lnTo>
                    <a:pt x="1" y="785"/>
                  </a:lnTo>
                  <a:cubicBezTo>
                    <a:pt x="1924" y="785"/>
                    <a:pt x="3493" y="2354"/>
                    <a:pt x="3493" y="4278"/>
                  </a:cubicBezTo>
                  <a:lnTo>
                    <a:pt x="4278" y="4278"/>
                  </a:lnTo>
                  <a:cubicBezTo>
                    <a:pt x="4278" y="1924"/>
                    <a:pt x="2354" y="1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4" name="Google Shape;2154;p54"/>
            <p:cNvSpPr/>
            <p:nvPr/>
          </p:nvSpPr>
          <p:spPr>
            <a:xfrm>
              <a:off x="-3187668" y="3932859"/>
              <a:ext cx="84609" cy="84609"/>
            </a:xfrm>
            <a:custGeom>
              <a:rect b="b" l="l" r="r" t="t"/>
              <a:pathLst>
                <a:path extrusionOk="0" h="2709" w="2709">
                  <a:moveTo>
                    <a:pt x="1" y="1"/>
                  </a:moveTo>
                  <a:lnTo>
                    <a:pt x="1" y="760"/>
                  </a:lnTo>
                  <a:cubicBezTo>
                    <a:pt x="1063" y="760"/>
                    <a:pt x="1949" y="1646"/>
                    <a:pt x="1949" y="2709"/>
                  </a:cubicBezTo>
                  <a:lnTo>
                    <a:pt x="2708" y="2709"/>
                  </a:lnTo>
                  <a:cubicBezTo>
                    <a:pt x="2708" y="1216"/>
                    <a:pt x="1494" y="1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5" name="Google Shape;2155;p54"/>
            <p:cNvSpPr/>
            <p:nvPr/>
          </p:nvSpPr>
          <p:spPr>
            <a:xfrm>
              <a:off x="-3199537" y="3981082"/>
              <a:ext cx="48254" cy="48254"/>
            </a:xfrm>
            <a:custGeom>
              <a:rect b="b" l="l" r="r" t="t"/>
              <a:pathLst>
                <a:path extrusionOk="0" h="1545" w="1545">
                  <a:moveTo>
                    <a:pt x="785" y="1"/>
                  </a:moveTo>
                  <a:cubicBezTo>
                    <a:pt x="355" y="1"/>
                    <a:pt x="1" y="355"/>
                    <a:pt x="1" y="785"/>
                  </a:cubicBezTo>
                  <a:cubicBezTo>
                    <a:pt x="1" y="1215"/>
                    <a:pt x="355" y="1544"/>
                    <a:pt x="785" y="1544"/>
                  </a:cubicBezTo>
                  <a:cubicBezTo>
                    <a:pt x="1190" y="1544"/>
                    <a:pt x="1545" y="1215"/>
                    <a:pt x="1545" y="785"/>
                  </a:cubicBezTo>
                  <a:cubicBezTo>
                    <a:pt x="1545" y="355"/>
                    <a:pt x="1190" y="1"/>
                    <a:pt x="78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6" name="Google Shape;2156;p54"/>
            <p:cNvSpPr/>
            <p:nvPr/>
          </p:nvSpPr>
          <p:spPr>
            <a:xfrm>
              <a:off x="-3393959" y="3981082"/>
              <a:ext cx="267194" cy="268787"/>
            </a:xfrm>
            <a:custGeom>
              <a:rect b="b" l="l" r="r" t="t"/>
              <a:pathLst>
                <a:path extrusionOk="0" h="8606" w="8555">
                  <a:moveTo>
                    <a:pt x="4657" y="1544"/>
                  </a:moveTo>
                  <a:lnTo>
                    <a:pt x="4657" y="2329"/>
                  </a:lnTo>
                  <a:lnTo>
                    <a:pt x="5441" y="2329"/>
                  </a:lnTo>
                  <a:lnTo>
                    <a:pt x="5441" y="3113"/>
                  </a:lnTo>
                  <a:lnTo>
                    <a:pt x="4277" y="3113"/>
                  </a:lnTo>
                  <a:cubicBezTo>
                    <a:pt x="4049" y="3113"/>
                    <a:pt x="3898" y="3291"/>
                    <a:pt x="3898" y="3493"/>
                  </a:cubicBezTo>
                  <a:lnTo>
                    <a:pt x="3898" y="3873"/>
                  </a:lnTo>
                  <a:lnTo>
                    <a:pt x="5441" y="3873"/>
                  </a:lnTo>
                  <a:lnTo>
                    <a:pt x="5441" y="5062"/>
                  </a:lnTo>
                  <a:cubicBezTo>
                    <a:pt x="5441" y="5568"/>
                    <a:pt x="5112" y="5973"/>
                    <a:pt x="4657" y="6150"/>
                  </a:cubicBezTo>
                  <a:lnTo>
                    <a:pt x="4657" y="6986"/>
                  </a:lnTo>
                  <a:lnTo>
                    <a:pt x="3898" y="6986"/>
                  </a:lnTo>
                  <a:lnTo>
                    <a:pt x="3898" y="6226"/>
                  </a:lnTo>
                  <a:lnTo>
                    <a:pt x="3113" y="6226"/>
                  </a:lnTo>
                  <a:lnTo>
                    <a:pt x="3113" y="5442"/>
                  </a:lnTo>
                  <a:lnTo>
                    <a:pt x="4277" y="5442"/>
                  </a:lnTo>
                  <a:cubicBezTo>
                    <a:pt x="4505" y="5442"/>
                    <a:pt x="4682" y="5265"/>
                    <a:pt x="4682" y="5062"/>
                  </a:cubicBezTo>
                  <a:lnTo>
                    <a:pt x="4682" y="4657"/>
                  </a:lnTo>
                  <a:lnTo>
                    <a:pt x="3113" y="4657"/>
                  </a:lnTo>
                  <a:lnTo>
                    <a:pt x="3113" y="3493"/>
                  </a:lnTo>
                  <a:cubicBezTo>
                    <a:pt x="3113" y="2987"/>
                    <a:pt x="3442" y="2557"/>
                    <a:pt x="3898" y="2405"/>
                  </a:cubicBezTo>
                  <a:lnTo>
                    <a:pt x="3898" y="1544"/>
                  </a:lnTo>
                  <a:close/>
                  <a:moveTo>
                    <a:pt x="4277" y="1"/>
                  </a:moveTo>
                  <a:cubicBezTo>
                    <a:pt x="1924" y="1"/>
                    <a:pt x="0" y="1924"/>
                    <a:pt x="0" y="4278"/>
                  </a:cubicBezTo>
                  <a:cubicBezTo>
                    <a:pt x="0" y="6631"/>
                    <a:pt x="1924" y="8605"/>
                    <a:pt x="4277" y="8605"/>
                  </a:cubicBezTo>
                  <a:cubicBezTo>
                    <a:pt x="6631" y="8605"/>
                    <a:pt x="8554" y="6631"/>
                    <a:pt x="8554" y="4278"/>
                  </a:cubicBezTo>
                  <a:cubicBezTo>
                    <a:pt x="8554" y="3442"/>
                    <a:pt x="8301" y="2683"/>
                    <a:pt x="7922" y="2025"/>
                  </a:cubicBezTo>
                  <a:cubicBezTo>
                    <a:pt x="7643" y="2228"/>
                    <a:pt x="7339" y="2329"/>
                    <a:pt x="7010" y="2329"/>
                  </a:cubicBezTo>
                  <a:cubicBezTo>
                    <a:pt x="6150" y="2329"/>
                    <a:pt x="5441" y="1646"/>
                    <a:pt x="5441" y="785"/>
                  </a:cubicBezTo>
                  <a:cubicBezTo>
                    <a:pt x="5441" y="583"/>
                    <a:pt x="5492" y="380"/>
                    <a:pt x="5568" y="203"/>
                  </a:cubicBezTo>
                  <a:cubicBezTo>
                    <a:pt x="5163" y="77"/>
                    <a:pt x="4733" y="1"/>
                    <a:pt x="427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30" name="Google Shape;2130;p54"/>
          <p:cNvSpPr/>
          <p:nvPr/>
        </p:nvSpPr>
        <p:spPr>
          <a:xfrm>
            <a:off x="763864" y="1515650"/>
            <a:ext cx="3372300" cy="554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lt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ARITHMETIC</a:t>
            </a:r>
            <a:r>
              <a:rPr lang="en" sz="2200">
                <a:solidFill>
                  <a:schemeClr val="lt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 </a:t>
            </a:r>
            <a:endParaRPr sz="220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131" name="Google Shape;2131;p54"/>
          <p:cNvSpPr/>
          <p:nvPr/>
        </p:nvSpPr>
        <p:spPr>
          <a:xfrm>
            <a:off x="5007839" y="1515650"/>
            <a:ext cx="3372300" cy="5541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lt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GEOMETRIC</a:t>
            </a:r>
            <a:endParaRPr sz="220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157" name="Google Shape;2157;p54"/>
          <p:cNvSpPr txBox="1"/>
          <p:nvPr/>
        </p:nvSpPr>
        <p:spPr>
          <a:xfrm>
            <a:off x="1641300" y="4054475"/>
            <a:ext cx="3068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Manrope"/>
                <a:ea typeface="Manrope"/>
                <a:cs typeface="Manrope"/>
                <a:sym typeface="Manrope"/>
              </a:rPr>
              <a:t>P=G[((1+i)</a:t>
            </a:r>
            <a:r>
              <a:rPr b="1" baseline="30000" lang="en" sz="1800">
                <a:latin typeface="Manrope"/>
                <a:ea typeface="Manrope"/>
                <a:cs typeface="Manrope"/>
                <a:sym typeface="Manrope"/>
              </a:rPr>
              <a:t>n </a:t>
            </a:r>
            <a:r>
              <a:rPr b="1" lang="en" sz="1800">
                <a:latin typeface="Manrope"/>
                <a:ea typeface="Manrope"/>
                <a:cs typeface="Manrope"/>
                <a:sym typeface="Manrope"/>
              </a:rPr>
              <a:t>-in-1)/i</a:t>
            </a:r>
            <a:r>
              <a:rPr b="1" baseline="30000" lang="en" sz="1800">
                <a:latin typeface="Manrope"/>
                <a:ea typeface="Manrope"/>
                <a:cs typeface="Manrope"/>
                <a:sym typeface="Manrope"/>
              </a:rPr>
              <a:t>2</a:t>
            </a:r>
            <a:r>
              <a:rPr b="1" lang="en" sz="1800">
                <a:latin typeface="Manrope"/>
                <a:ea typeface="Manrope"/>
                <a:cs typeface="Manrope"/>
                <a:sym typeface="Manrope"/>
              </a:rPr>
              <a:t>(1+i)</a:t>
            </a:r>
            <a:r>
              <a:rPr b="1" baseline="30000" lang="en" sz="1800">
                <a:latin typeface="Manrope"/>
                <a:ea typeface="Manrope"/>
                <a:cs typeface="Manrope"/>
                <a:sym typeface="Manrope"/>
              </a:rPr>
              <a:t>n</a:t>
            </a:r>
            <a:r>
              <a:rPr b="1" lang="en" sz="1800">
                <a:latin typeface="Manrope"/>
                <a:ea typeface="Manrope"/>
                <a:cs typeface="Manrope"/>
                <a:sym typeface="Manrope"/>
              </a:rPr>
              <a:t>]</a:t>
            </a:r>
            <a:endParaRPr b="1" sz="1800"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1" name="Shape 2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2" name="Google Shape;2162;p55"/>
          <p:cNvSpPr txBox="1"/>
          <p:nvPr/>
        </p:nvSpPr>
        <p:spPr>
          <a:xfrm>
            <a:off x="0" y="511975"/>
            <a:ext cx="91440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Manrope"/>
                <a:ea typeface="Manrope"/>
                <a:cs typeface="Manrope"/>
                <a:sym typeface="Manrope"/>
              </a:rPr>
              <a:t>A software company expects annual maintenance expenses to start at </a:t>
            </a:r>
            <a:r>
              <a:rPr b="1" lang="en" sz="1600">
                <a:latin typeface="Manrope"/>
                <a:ea typeface="Manrope"/>
                <a:cs typeface="Manrope"/>
                <a:sym typeface="Manrope"/>
              </a:rPr>
              <a:t>Rs. 0 in Year 1</a:t>
            </a:r>
            <a:r>
              <a:rPr lang="en" sz="1600">
                <a:latin typeface="Manrope"/>
                <a:ea typeface="Manrope"/>
                <a:cs typeface="Manrope"/>
                <a:sym typeface="Manrope"/>
              </a:rPr>
              <a:t>, then </a:t>
            </a:r>
            <a:r>
              <a:rPr b="1" lang="en" sz="1600">
                <a:latin typeface="Manrope"/>
                <a:ea typeface="Manrope"/>
                <a:cs typeface="Manrope"/>
                <a:sym typeface="Manrope"/>
              </a:rPr>
              <a:t>increase by Rs. 12,000 every year</a:t>
            </a:r>
            <a:r>
              <a:rPr lang="en" sz="1600">
                <a:latin typeface="Manrope"/>
                <a:ea typeface="Manrope"/>
                <a:cs typeface="Manrope"/>
                <a:sym typeface="Manrope"/>
              </a:rPr>
              <a:t> for the next 5 years (Years 2-6). The discount rate is </a:t>
            </a:r>
            <a:r>
              <a:rPr b="1" lang="en" sz="1600">
                <a:latin typeface="Manrope"/>
                <a:ea typeface="Manrope"/>
                <a:cs typeface="Manrope"/>
                <a:sym typeface="Manrope"/>
              </a:rPr>
              <a:t>9%</a:t>
            </a:r>
            <a:r>
              <a:rPr lang="en" sz="1600">
                <a:latin typeface="Manrope"/>
                <a:ea typeface="Manrope"/>
                <a:cs typeface="Manrope"/>
                <a:sym typeface="Manrope"/>
              </a:rPr>
              <a:t>. Find the present worth of this gradient series.</a:t>
            </a:r>
            <a:endParaRPr sz="180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163" name="Google Shape;2163;p55"/>
          <p:cNvSpPr txBox="1"/>
          <p:nvPr/>
        </p:nvSpPr>
        <p:spPr>
          <a:xfrm>
            <a:off x="0" y="1430062"/>
            <a:ext cx="9144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Manrope"/>
                <a:ea typeface="Manrope"/>
                <a:cs typeface="Manrope"/>
                <a:sym typeface="Manrope"/>
              </a:rPr>
              <a:t>P=121,100</a:t>
            </a:r>
            <a:endParaRPr sz="1700"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2164" name="Google Shape;2164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025" y="2000425"/>
            <a:ext cx="8339956" cy="265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8" name="Shape 2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9" name="Google Shape;2169;p56"/>
          <p:cNvSpPr txBox="1"/>
          <p:nvPr>
            <p:ph type="title"/>
          </p:nvPr>
        </p:nvSpPr>
        <p:spPr>
          <a:xfrm>
            <a:off x="5456275" y="2122025"/>
            <a:ext cx="2974500" cy="156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PAYBACK </a:t>
            </a:r>
            <a:r>
              <a:rPr lang="en">
                <a:solidFill>
                  <a:schemeClr val="lt2"/>
                </a:solidFill>
              </a:rPr>
              <a:t>ANALYSIS</a:t>
            </a:r>
            <a:endParaRPr>
              <a:solidFill>
                <a:schemeClr val="lt2"/>
              </a:solidFill>
            </a:endParaRPr>
          </a:p>
        </p:txBody>
      </p:sp>
      <p:cxnSp>
        <p:nvCxnSpPr>
          <p:cNvPr id="2170" name="Google Shape;2170;p56"/>
          <p:cNvCxnSpPr/>
          <p:nvPr/>
        </p:nvCxnSpPr>
        <p:spPr>
          <a:xfrm>
            <a:off x="7576150" y="2068150"/>
            <a:ext cx="7293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171" name="Google Shape;2171;p56"/>
          <p:cNvGrpSpPr/>
          <p:nvPr/>
        </p:nvGrpSpPr>
        <p:grpSpPr>
          <a:xfrm>
            <a:off x="713225" y="1255012"/>
            <a:ext cx="3310636" cy="2633475"/>
            <a:chOff x="713225" y="1255012"/>
            <a:chExt cx="3310636" cy="2633475"/>
          </a:xfrm>
        </p:grpSpPr>
        <p:sp>
          <p:nvSpPr>
            <p:cNvPr id="2172" name="Google Shape;2172;p56"/>
            <p:cNvSpPr/>
            <p:nvPr/>
          </p:nvSpPr>
          <p:spPr>
            <a:xfrm>
              <a:off x="2026849" y="3738888"/>
              <a:ext cx="1063811" cy="149599"/>
            </a:xfrm>
            <a:custGeom>
              <a:rect b="b" l="l" r="r" t="t"/>
              <a:pathLst>
                <a:path extrusionOk="0" h="4980" w="35369">
                  <a:moveTo>
                    <a:pt x="35368" y="2490"/>
                  </a:moveTo>
                  <a:cubicBezTo>
                    <a:pt x="35368" y="3850"/>
                    <a:pt x="27438" y="4979"/>
                    <a:pt x="17685" y="4979"/>
                  </a:cubicBezTo>
                  <a:cubicBezTo>
                    <a:pt x="7902" y="4979"/>
                    <a:pt x="1" y="3850"/>
                    <a:pt x="1" y="2490"/>
                  </a:cubicBezTo>
                  <a:cubicBezTo>
                    <a:pt x="1" y="1101"/>
                    <a:pt x="7902" y="1"/>
                    <a:pt x="17685" y="1"/>
                  </a:cubicBezTo>
                  <a:cubicBezTo>
                    <a:pt x="27438" y="1"/>
                    <a:pt x="35368" y="1101"/>
                    <a:pt x="35368" y="2490"/>
                  </a:cubicBezTo>
                  <a:close/>
                </a:path>
              </a:pathLst>
            </a:custGeom>
            <a:solidFill>
              <a:srgbClr val="000000">
                <a:alpha val="119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3" name="Google Shape;2173;p56"/>
            <p:cNvSpPr/>
            <p:nvPr/>
          </p:nvSpPr>
          <p:spPr>
            <a:xfrm>
              <a:off x="1321732" y="1576672"/>
              <a:ext cx="2515832" cy="1902373"/>
            </a:xfrm>
            <a:custGeom>
              <a:rect b="b" l="l" r="r" t="t"/>
              <a:pathLst>
                <a:path extrusionOk="0" h="63328" w="83645">
                  <a:moveTo>
                    <a:pt x="1997" y="1"/>
                  </a:moveTo>
                  <a:lnTo>
                    <a:pt x="81647" y="1"/>
                  </a:lnTo>
                  <a:cubicBezTo>
                    <a:pt x="82747" y="1"/>
                    <a:pt x="83644" y="869"/>
                    <a:pt x="83644" y="1969"/>
                  </a:cubicBezTo>
                  <a:lnTo>
                    <a:pt x="83644" y="61359"/>
                  </a:lnTo>
                  <a:cubicBezTo>
                    <a:pt x="83644" y="62459"/>
                    <a:pt x="82747" y="63327"/>
                    <a:pt x="81647" y="63327"/>
                  </a:cubicBezTo>
                  <a:lnTo>
                    <a:pt x="1997" y="63327"/>
                  </a:lnTo>
                  <a:cubicBezTo>
                    <a:pt x="897" y="63327"/>
                    <a:pt x="0" y="62459"/>
                    <a:pt x="0" y="61359"/>
                  </a:cubicBezTo>
                  <a:lnTo>
                    <a:pt x="0" y="1969"/>
                  </a:lnTo>
                  <a:cubicBezTo>
                    <a:pt x="0" y="869"/>
                    <a:pt x="897" y="1"/>
                    <a:pt x="199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4" name="Google Shape;2174;p56"/>
            <p:cNvSpPr/>
            <p:nvPr/>
          </p:nvSpPr>
          <p:spPr>
            <a:xfrm>
              <a:off x="1321732" y="3212032"/>
              <a:ext cx="2515832" cy="266965"/>
            </a:xfrm>
            <a:custGeom>
              <a:rect b="b" l="l" r="r" t="t"/>
              <a:pathLst>
                <a:path extrusionOk="0" h="8887" w="83645">
                  <a:moveTo>
                    <a:pt x="81647" y="8886"/>
                  </a:moveTo>
                  <a:lnTo>
                    <a:pt x="1997" y="8886"/>
                  </a:lnTo>
                  <a:cubicBezTo>
                    <a:pt x="897" y="8886"/>
                    <a:pt x="0" y="8018"/>
                    <a:pt x="0" y="6918"/>
                  </a:cubicBezTo>
                  <a:lnTo>
                    <a:pt x="0" y="1"/>
                  </a:lnTo>
                  <a:lnTo>
                    <a:pt x="83644" y="1"/>
                  </a:lnTo>
                  <a:lnTo>
                    <a:pt x="83644" y="6918"/>
                  </a:lnTo>
                  <a:cubicBezTo>
                    <a:pt x="83644" y="8018"/>
                    <a:pt x="82747" y="8886"/>
                    <a:pt x="81647" y="888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5" name="Google Shape;2175;p56"/>
            <p:cNvSpPr/>
            <p:nvPr/>
          </p:nvSpPr>
          <p:spPr>
            <a:xfrm>
              <a:off x="2208790" y="3478960"/>
              <a:ext cx="733891" cy="319085"/>
            </a:xfrm>
            <a:custGeom>
              <a:rect b="b" l="l" r="r" t="t"/>
              <a:pathLst>
                <a:path extrusionOk="0" h="10622" w="24400">
                  <a:moveTo>
                    <a:pt x="3590" y="4399"/>
                  </a:moveTo>
                  <a:lnTo>
                    <a:pt x="3590" y="0"/>
                  </a:lnTo>
                  <a:lnTo>
                    <a:pt x="20781" y="0"/>
                  </a:lnTo>
                  <a:lnTo>
                    <a:pt x="20781" y="4399"/>
                  </a:lnTo>
                  <a:cubicBezTo>
                    <a:pt x="20781" y="6454"/>
                    <a:pt x="21910" y="8336"/>
                    <a:pt x="23734" y="9291"/>
                  </a:cubicBezTo>
                  <a:lnTo>
                    <a:pt x="23734" y="9291"/>
                  </a:lnTo>
                  <a:cubicBezTo>
                    <a:pt x="24399" y="9638"/>
                    <a:pt x="24139" y="10622"/>
                    <a:pt x="23386" y="10622"/>
                  </a:cubicBezTo>
                  <a:lnTo>
                    <a:pt x="985" y="10622"/>
                  </a:lnTo>
                  <a:cubicBezTo>
                    <a:pt x="232" y="10622"/>
                    <a:pt x="1" y="9638"/>
                    <a:pt x="637" y="9291"/>
                  </a:cubicBezTo>
                  <a:lnTo>
                    <a:pt x="637" y="9291"/>
                  </a:lnTo>
                  <a:cubicBezTo>
                    <a:pt x="2461" y="8336"/>
                    <a:pt x="3590" y="6454"/>
                    <a:pt x="3590" y="43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6" name="Google Shape;2176;p56"/>
            <p:cNvSpPr/>
            <p:nvPr/>
          </p:nvSpPr>
          <p:spPr>
            <a:xfrm>
              <a:off x="1419214" y="1666218"/>
              <a:ext cx="2321712" cy="1444173"/>
            </a:xfrm>
            <a:custGeom>
              <a:rect b="b" l="l" r="r" t="t"/>
              <a:pathLst>
                <a:path extrusionOk="0" h="48075" w="77191">
                  <a:moveTo>
                    <a:pt x="1622" y="1"/>
                  </a:moveTo>
                  <a:lnTo>
                    <a:pt x="75541" y="1"/>
                  </a:lnTo>
                  <a:cubicBezTo>
                    <a:pt x="76467" y="1"/>
                    <a:pt x="77191" y="724"/>
                    <a:pt x="77191" y="1651"/>
                  </a:cubicBezTo>
                  <a:lnTo>
                    <a:pt x="77191" y="46425"/>
                  </a:lnTo>
                  <a:cubicBezTo>
                    <a:pt x="77191" y="47322"/>
                    <a:pt x="76467" y="48074"/>
                    <a:pt x="75541" y="48074"/>
                  </a:cubicBezTo>
                  <a:lnTo>
                    <a:pt x="1622" y="48074"/>
                  </a:lnTo>
                  <a:cubicBezTo>
                    <a:pt x="724" y="48074"/>
                    <a:pt x="1" y="47322"/>
                    <a:pt x="1" y="46425"/>
                  </a:cubicBezTo>
                  <a:lnTo>
                    <a:pt x="1" y="1651"/>
                  </a:lnTo>
                  <a:cubicBezTo>
                    <a:pt x="1" y="724"/>
                    <a:pt x="724" y="1"/>
                    <a:pt x="16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7" name="Google Shape;2177;p56"/>
            <p:cNvSpPr/>
            <p:nvPr/>
          </p:nvSpPr>
          <p:spPr>
            <a:xfrm>
              <a:off x="1743064" y="2108755"/>
              <a:ext cx="310791" cy="76542"/>
            </a:xfrm>
            <a:custGeom>
              <a:rect b="b" l="l" r="r" t="t"/>
              <a:pathLst>
                <a:path extrusionOk="0" h="2548" w="10333">
                  <a:moveTo>
                    <a:pt x="9059" y="2548"/>
                  </a:moveTo>
                  <a:lnTo>
                    <a:pt x="1274" y="2548"/>
                  </a:lnTo>
                  <a:cubicBezTo>
                    <a:pt x="579" y="2548"/>
                    <a:pt x="0" y="1969"/>
                    <a:pt x="0" y="1274"/>
                  </a:cubicBezTo>
                  <a:lnTo>
                    <a:pt x="0" y="1274"/>
                  </a:lnTo>
                  <a:cubicBezTo>
                    <a:pt x="0" y="551"/>
                    <a:pt x="579" y="1"/>
                    <a:pt x="1274" y="1"/>
                  </a:cubicBezTo>
                  <a:lnTo>
                    <a:pt x="9059" y="1"/>
                  </a:lnTo>
                  <a:cubicBezTo>
                    <a:pt x="9754" y="1"/>
                    <a:pt x="10333" y="551"/>
                    <a:pt x="10333" y="1274"/>
                  </a:cubicBezTo>
                  <a:lnTo>
                    <a:pt x="10333" y="1274"/>
                  </a:lnTo>
                  <a:cubicBezTo>
                    <a:pt x="10333" y="1969"/>
                    <a:pt x="9754" y="2548"/>
                    <a:pt x="9059" y="25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8" name="Google Shape;2178;p56"/>
            <p:cNvSpPr/>
            <p:nvPr/>
          </p:nvSpPr>
          <p:spPr>
            <a:xfrm>
              <a:off x="1743064" y="2244381"/>
              <a:ext cx="620709" cy="76542"/>
            </a:xfrm>
            <a:custGeom>
              <a:rect b="b" l="l" r="r" t="t"/>
              <a:pathLst>
                <a:path extrusionOk="0" h="2548" w="20637">
                  <a:moveTo>
                    <a:pt x="19363" y="2548"/>
                  </a:moveTo>
                  <a:lnTo>
                    <a:pt x="1274" y="2548"/>
                  </a:lnTo>
                  <a:cubicBezTo>
                    <a:pt x="579" y="2548"/>
                    <a:pt x="0" y="1969"/>
                    <a:pt x="0" y="1274"/>
                  </a:cubicBezTo>
                  <a:lnTo>
                    <a:pt x="0" y="1274"/>
                  </a:lnTo>
                  <a:cubicBezTo>
                    <a:pt x="0" y="580"/>
                    <a:pt x="579" y="1"/>
                    <a:pt x="1274" y="1"/>
                  </a:cubicBezTo>
                  <a:lnTo>
                    <a:pt x="19363" y="1"/>
                  </a:lnTo>
                  <a:cubicBezTo>
                    <a:pt x="20058" y="1"/>
                    <a:pt x="20636" y="580"/>
                    <a:pt x="20636" y="1274"/>
                  </a:cubicBezTo>
                  <a:lnTo>
                    <a:pt x="20636" y="1274"/>
                  </a:lnTo>
                  <a:cubicBezTo>
                    <a:pt x="20636" y="1969"/>
                    <a:pt x="20058" y="2548"/>
                    <a:pt x="19363" y="25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9" name="Google Shape;2179;p56"/>
            <p:cNvSpPr/>
            <p:nvPr/>
          </p:nvSpPr>
          <p:spPr>
            <a:xfrm>
              <a:off x="1743064" y="2380008"/>
              <a:ext cx="403069" cy="76542"/>
            </a:xfrm>
            <a:custGeom>
              <a:rect b="b" l="l" r="r" t="t"/>
              <a:pathLst>
                <a:path extrusionOk="0" h="2548" w="13401">
                  <a:moveTo>
                    <a:pt x="12127" y="2548"/>
                  </a:moveTo>
                  <a:lnTo>
                    <a:pt x="1274" y="2548"/>
                  </a:lnTo>
                  <a:cubicBezTo>
                    <a:pt x="579" y="2548"/>
                    <a:pt x="0" y="1969"/>
                    <a:pt x="0" y="1274"/>
                  </a:cubicBezTo>
                  <a:lnTo>
                    <a:pt x="0" y="1274"/>
                  </a:lnTo>
                  <a:cubicBezTo>
                    <a:pt x="0" y="580"/>
                    <a:pt x="579" y="1"/>
                    <a:pt x="1274" y="1"/>
                  </a:cubicBezTo>
                  <a:lnTo>
                    <a:pt x="12127" y="1"/>
                  </a:lnTo>
                  <a:cubicBezTo>
                    <a:pt x="12822" y="1"/>
                    <a:pt x="13401" y="580"/>
                    <a:pt x="13401" y="1274"/>
                  </a:cubicBezTo>
                  <a:lnTo>
                    <a:pt x="13401" y="1274"/>
                  </a:lnTo>
                  <a:cubicBezTo>
                    <a:pt x="13401" y="1969"/>
                    <a:pt x="12822" y="2548"/>
                    <a:pt x="12127" y="25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0" name="Google Shape;2180;p56"/>
            <p:cNvSpPr/>
            <p:nvPr/>
          </p:nvSpPr>
          <p:spPr>
            <a:xfrm>
              <a:off x="1743064" y="2507825"/>
              <a:ext cx="256832" cy="75671"/>
            </a:xfrm>
            <a:custGeom>
              <a:rect b="b" l="l" r="r" t="t"/>
              <a:pathLst>
                <a:path extrusionOk="0" h="2519" w="8539">
                  <a:moveTo>
                    <a:pt x="7265" y="2518"/>
                  </a:moveTo>
                  <a:lnTo>
                    <a:pt x="1274" y="2518"/>
                  </a:lnTo>
                  <a:cubicBezTo>
                    <a:pt x="579" y="2518"/>
                    <a:pt x="0" y="1968"/>
                    <a:pt x="0" y="1274"/>
                  </a:cubicBezTo>
                  <a:lnTo>
                    <a:pt x="0" y="1274"/>
                  </a:lnTo>
                  <a:cubicBezTo>
                    <a:pt x="0" y="550"/>
                    <a:pt x="579" y="0"/>
                    <a:pt x="1274" y="0"/>
                  </a:cubicBezTo>
                  <a:lnTo>
                    <a:pt x="7265" y="0"/>
                  </a:lnTo>
                  <a:cubicBezTo>
                    <a:pt x="7960" y="0"/>
                    <a:pt x="8538" y="550"/>
                    <a:pt x="8538" y="1274"/>
                  </a:cubicBezTo>
                  <a:lnTo>
                    <a:pt x="8538" y="1274"/>
                  </a:lnTo>
                  <a:cubicBezTo>
                    <a:pt x="8538" y="1968"/>
                    <a:pt x="7960" y="2518"/>
                    <a:pt x="7265" y="2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1" name="Google Shape;2181;p56"/>
            <p:cNvSpPr/>
            <p:nvPr/>
          </p:nvSpPr>
          <p:spPr>
            <a:xfrm>
              <a:off x="1743064" y="2633869"/>
              <a:ext cx="493602" cy="76542"/>
            </a:xfrm>
            <a:custGeom>
              <a:rect b="b" l="l" r="r" t="t"/>
              <a:pathLst>
                <a:path extrusionOk="0" h="2548" w="16411">
                  <a:moveTo>
                    <a:pt x="15137" y="2548"/>
                  </a:moveTo>
                  <a:lnTo>
                    <a:pt x="1274" y="2548"/>
                  </a:lnTo>
                  <a:cubicBezTo>
                    <a:pt x="579" y="2548"/>
                    <a:pt x="0" y="1969"/>
                    <a:pt x="0" y="1274"/>
                  </a:cubicBezTo>
                  <a:lnTo>
                    <a:pt x="0" y="1274"/>
                  </a:lnTo>
                  <a:cubicBezTo>
                    <a:pt x="0" y="580"/>
                    <a:pt x="579" y="1"/>
                    <a:pt x="1274" y="1"/>
                  </a:cubicBezTo>
                  <a:lnTo>
                    <a:pt x="15137" y="1"/>
                  </a:lnTo>
                  <a:cubicBezTo>
                    <a:pt x="15832" y="1"/>
                    <a:pt x="16411" y="580"/>
                    <a:pt x="16411" y="1274"/>
                  </a:cubicBezTo>
                  <a:lnTo>
                    <a:pt x="16411" y="1274"/>
                  </a:lnTo>
                  <a:cubicBezTo>
                    <a:pt x="16411" y="1969"/>
                    <a:pt x="15832" y="2548"/>
                    <a:pt x="15137" y="25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2" name="Google Shape;2182;p56"/>
            <p:cNvSpPr/>
            <p:nvPr/>
          </p:nvSpPr>
          <p:spPr>
            <a:xfrm>
              <a:off x="2693677" y="2238313"/>
              <a:ext cx="323002" cy="526030"/>
            </a:xfrm>
            <a:custGeom>
              <a:rect b="b" l="l" r="r" t="t"/>
              <a:pathLst>
                <a:path extrusionOk="0" h="17511" w="10739">
                  <a:moveTo>
                    <a:pt x="10160" y="5152"/>
                  </a:moveTo>
                  <a:lnTo>
                    <a:pt x="6136" y="492"/>
                  </a:lnTo>
                  <a:cubicBezTo>
                    <a:pt x="5731" y="0"/>
                    <a:pt x="4979" y="0"/>
                    <a:pt x="4574" y="492"/>
                  </a:cubicBezTo>
                  <a:lnTo>
                    <a:pt x="551" y="5152"/>
                  </a:lnTo>
                  <a:cubicBezTo>
                    <a:pt x="1" y="5818"/>
                    <a:pt x="464" y="6831"/>
                    <a:pt x="1332" y="6831"/>
                  </a:cubicBezTo>
                  <a:lnTo>
                    <a:pt x="2142" y="6831"/>
                  </a:lnTo>
                  <a:cubicBezTo>
                    <a:pt x="2316" y="6831"/>
                    <a:pt x="2490" y="7004"/>
                    <a:pt x="2490" y="7178"/>
                  </a:cubicBezTo>
                  <a:lnTo>
                    <a:pt x="2490" y="16468"/>
                  </a:lnTo>
                  <a:cubicBezTo>
                    <a:pt x="2490" y="17047"/>
                    <a:pt x="2953" y="17510"/>
                    <a:pt x="3503" y="17510"/>
                  </a:cubicBezTo>
                  <a:lnTo>
                    <a:pt x="7207" y="17510"/>
                  </a:lnTo>
                  <a:cubicBezTo>
                    <a:pt x="7786" y="17510"/>
                    <a:pt x="8249" y="17047"/>
                    <a:pt x="8249" y="16468"/>
                  </a:cubicBezTo>
                  <a:lnTo>
                    <a:pt x="8249" y="7178"/>
                  </a:lnTo>
                  <a:cubicBezTo>
                    <a:pt x="8249" y="7004"/>
                    <a:pt x="8394" y="6831"/>
                    <a:pt x="8597" y="6831"/>
                  </a:cubicBezTo>
                  <a:lnTo>
                    <a:pt x="9378" y="6831"/>
                  </a:lnTo>
                  <a:cubicBezTo>
                    <a:pt x="10275" y="6831"/>
                    <a:pt x="10738" y="5818"/>
                    <a:pt x="10160" y="515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3" name="Google Shape;2183;p56"/>
            <p:cNvSpPr/>
            <p:nvPr/>
          </p:nvSpPr>
          <p:spPr>
            <a:xfrm>
              <a:off x="3095007" y="2032245"/>
              <a:ext cx="322972" cy="732105"/>
            </a:xfrm>
            <a:custGeom>
              <a:rect b="b" l="l" r="r" t="t"/>
              <a:pathLst>
                <a:path extrusionOk="0" h="24371" w="10738">
                  <a:moveTo>
                    <a:pt x="10159" y="5124"/>
                  </a:moveTo>
                  <a:lnTo>
                    <a:pt x="6165" y="464"/>
                  </a:lnTo>
                  <a:cubicBezTo>
                    <a:pt x="5731" y="1"/>
                    <a:pt x="5007" y="1"/>
                    <a:pt x="4602" y="464"/>
                  </a:cubicBezTo>
                  <a:lnTo>
                    <a:pt x="579" y="5124"/>
                  </a:lnTo>
                  <a:cubicBezTo>
                    <a:pt x="0" y="5789"/>
                    <a:pt x="463" y="6831"/>
                    <a:pt x="1360" y="6831"/>
                  </a:cubicBezTo>
                  <a:lnTo>
                    <a:pt x="2142" y="6831"/>
                  </a:lnTo>
                  <a:cubicBezTo>
                    <a:pt x="2345" y="6831"/>
                    <a:pt x="2489" y="6976"/>
                    <a:pt x="2489" y="7178"/>
                  </a:cubicBezTo>
                  <a:lnTo>
                    <a:pt x="2489" y="16469"/>
                  </a:lnTo>
                  <a:cubicBezTo>
                    <a:pt x="2489" y="16498"/>
                    <a:pt x="2489" y="16527"/>
                    <a:pt x="2489" y="16556"/>
                  </a:cubicBezTo>
                  <a:lnTo>
                    <a:pt x="2489" y="23242"/>
                  </a:lnTo>
                  <a:cubicBezTo>
                    <a:pt x="2489" y="23878"/>
                    <a:pt x="3010" y="24370"/>
                    <a:pt x="3618" y="24370"/>
                  </a:cubicBezTo>
                  <a:lnTo>
                    <a:pt x="7149" y="24370"/>
                  </a:lnTo>
                  <a:cubicBezTo>
                    <a:pt x="7757" y="24370"/>
                    <a:pt x="8249" y="23878"/>
                    <a:pt x="8249" y="23271"/>
                  </a:cubicBezTo>
                  <a:lnTo>
                    <a:pt x="8249" y="16527"/>
                  </a:lnTo>
                  <a:cubicBezTo>
                    <a:pt x="8249" y="16498"/>
                    <a:pt x="8249" y="16469"/>
                    <a:pt x="8249" y="16440"/>
                  </a:cubicBezTo>
                  <a:lnTo>
                    <a:pt x="8249" y="7150"/>
                  </a:lnTo>
                  <a:cubicBezTo>
                    <a:pt x="8249" y="6976"/>
                    <a:pt x="8394" y="6831"/>
                    <a:pt x="8596" y="6831"/>
                  </a:cubicBezTo>
                  <a:lnTo>
                    <a:pt x="9378" y="6831"/>
                  </a:lnTo>
                  <a:cubicBezTo>
                    <a:pt x="10275" y="6831"/>
                    <a:pt x="10738" y="5789"/>
                    <a:pt x="10159" y="512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4" name="Google Shape;2184;p56"/>
            <p:cNvSpPr/>
            <p:nvPr/>
          </p:nvSpPr>
          <p:spPr>
            <a:xfrm>
              <a:off x="713225" y="2226989"/>
              <a:ext cx="840937" cy="641684"/>
            </a:xfrm>
            <a:custGeom>
              <a:rect b="b" l="l" r="r" t="t"/>
              <a:pathLst>
                <a:path extrusionOk="0" h="21361" w="27959">
                  <a:moveTo>
                    <a:pt x="26512" y="21360"/>
                  </a:moveTo>
                  <a:lnTo>
                    <a:pt x="1447" y="21360"/>
                  </a:lnTo>
                  <a:cubicBezTo>
                    <a:pt x="637" y="21360"/>
                    <a:pt x="0" y="20724"/>
                    <a:pt x="0" y="19913"/>
                  </a:cubicBezTo>
                  <a:lnTo>
                    <a:pt x="0" y="1448"/>
                  </a:lnTo>
                  <a:cubicBezTo>
                    <a:pt x="0" y="667"/>
                    <a:pt x="637" y="1"/>
                    <a:pt x="1447" y="1"/>
                  </a:cubicBezTo>
                  <a:lnTo>
                    <a:pt x="26512" y="1"/>
                  </a:lnTo>
                  <a:cubicBezTo>
                    <a:pt x="27322" y="1"/>
                    <a:pt x="27959" y="667"/>
                    <a:pt x="27959" y="1448"/>
                  </a:cubicBezTo>
                  <a:lnTo>
                    <a:pt x="27959" y="19913"/>
                  </a:lnTo>
                  <a:cubicBezTo>
                    <a:pt x="27959" y="20724"/>
                    <a:pt x="27322" y="21360"/>
                    <a:pt x="26512" y="213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5" name="Google Shape;2185;p56"/>
            <p:cNvSpPr/>
            <p:nvPr/>
          </p:nvSpPr>
          <p:spPr>
            <a:xfrm>
              <a:off x="902987" y="2315244"/>
              <a:ext cx="383729" cy="377813"/>
            </a:xfrm>
            <a:custGeom>
              <a:rect b="b" l="l" r="r" t="t"/>
              <a:pathLst>
                <a:path extrusionOk="0" h="12577" w="12758">
                  <a:moveTo>
                    <a:pt x="7246" y="0"/>
                  </a:moveTo>
                  <a:cubicBezTo>
                    <a:pt x="6673" y="0"/>
                    <a:pt x="6069" y="104"/>
                    <a:pt x="5442" y="333"/>
                  </a:cubicBezTo>
                  <a:cubicBezTo>
                    <a:pt x="1" y="2765"/>
                    <a:pt x="1998" y="8842"/>
                    <a:pt x="5066" y="11245"/>
                  </a:cubicBezTo>
                  <a:cubicBezTo>
                    <a:pt x="5876" y="11968"/>
                    <a:pt x="5645" y="12576"/>
                    <a:pt x="5645" y="12576"/>
                  </a:cubicBezTo>
                  <a:lnTo>
                    <a:pt x="8770" y="12576"/>
                  </a:lnTo>
                  <a:cubicBezTo>
                    <a:pt x="8423" y="11360"/>
                    <a:pt x="12186" y="9363"/>
                    <a:pt x="12388" y="6151"/>
                  </a:cubicBezTo>
                  <a:cubicBezTo>
                    <a:pt x="12758" y="3369"/>
                    <a:pt x="10509" y="0"/>
                    <a:pt x="724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6" name="Google Shape;2186;p56"/>
            <p:cNvSpPr/>
            <p:nvPr/>
          </p:nvSpPr>
          <p:spPr>
            <a:xfrm>
              <a:off x="1062310" y="2693016"/>
              <a:ext cx="114926" cy="97390"/>
            </a:xfrm>
            <a:custGeom>
              <a:rect b="b" l="l" r="r" t="t"/>
              <a:pathLst>
                <a:path extrusionOk="0" h="3242" w="3821">
                  <a:moveTo>
                    <a:pt x="3473" y="0"/>
                  </a:moveTo>
                  <a:cubicBezTo>
                    <a:pt x="3444" y="1476"/>
                    <a:pt x="3821" y="3242"/>
                    <a:pt x="1679" y="3068"/>
                  </a:cubicBezTo>
                  <a:cubicBezTo>
                    <a:pt x="0" y="3010"/>
                    <a:pt x="377" y="1129"/>
                    <a:pt x="3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7" name="Google Shape;2187;p56"/>
            <p:cNvSpPr/>
            <p:nvPr/>
          </p:nvSpPr>
          <p:spPr>
            <a:xfrm>
              <a:off x="1010936" y="2404370"/>
              <a:ext cx="234213" cy="288684"/>
            </a:xfrm>
            <a:custGeom>
              <a:rect b="b" l="l" r="r" t="t"/>
              <a:pathLst>
                <a:path extrusionOk="0" fill="none" h="9610" w="7787">
                  <a:moveTo>
                    <a:pt x="4226" y="9609"/>
                  </a:moveTo>
                  <a:cubicBezTo>
                    <a:pt x="4226" y="9609"/>
                    <a:pt x="4168" y="4689"/>
                    <a:pt x="4603" y="3329"/>
                  </a:cubicBezTo>
                  <a:cubicBezTo>
                    <a:pt x="5037" y="1968"/>
                    <a:pt x="5905" y="926"/>
                    <a:pt x="6542" y="2084"/>
                  </a:cubicBezTo>
                  <a:cubicBezTo>
                    <a:pt x="7786" y="5818"/>
                    <a:pt x="1187" y="6744"/>
                    <a:pt x="666" y="3444"/>
                  </a:cubicBezTo>
                  <a:cubicBezTo>
                    <a:pt x="1" y="290"/>
                    <a:pt x="3561" y="0"/>
                    <a:pt x="2953" y="9609"/>
                  </a:cubicBezTo>
                </a:path>
              </a:pathLst>
            </a:custGeom>
            <a:solidFill>
              <a:schemeClr val="accent1"/>
            </a:solidFill>
            <a:ln cap="flat" cmpd="sng" w="9400">
              <a:solidFill>
                <a:schemeClr val="accent1"/>
              </a:solidFill>
              <a:prstDash val="solid"/>
              <a:miter lim="289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8" name="Google Shape;2188;p56"/>
            <p:cNvSpPr/>
            <p:nvPr/>
          </p:nvSpPr>
          <p:spPr>
            <a:xfrm>
              <a:off x="1567050" y="2958400"/>
              <a:ext cx="2026039" cy="59575"/>
            </a:xfrm>
            <a:custGeom>
              <a:rect b="b" l="l" r="r" t="t"/>
              <a:pathLst>
                <a:path extrusionOk="0" h="408" w="11548">
                  <a:moveTo>
                    <a:pt x="198" y="1"/>
                  </a:moveTo>
                  <a:cubicBezTo>
                    <a:pt x="88" y="1"/>
                    <a:pt x="0" y="88"/>
                    <a:pt x="0" y="198"/>
                  </a:cubicBezTo>
                  <a:cubicBezTo>
                    <a:pt x="0" y="308"/>
                    <a:pt x="88" y="407"/>
                    <a:pt x="198" y="407"/>
                  </a:cubicBezTo>
                  <a:lnTo>
                    <a:pt x="11349" y="407"/>
                  </a:lnTo>
                  <a:cubicBezTo>
                    <a:pt x="11459" y="407"/>
                    <a:pt x="11547" y="308"/>
                    <a:pt x="11547" y="198"/>
                  </a:cubicBezTo>
                  <a:cubicBezTo>
                    <a:pt x="11547" y="88"/>
                    <a:pt x="11459" y="1"/>
                    <a:pt x="11349" y="1"/>
                  </a:cubicBezTo>
                  <a:close/>
                </a:path>
              </a:pathLst>
            </a:custGeom>
            <a:solidFill>
              <a:srgbClr val="FFFFFF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9" name="Google Shape;2189;p56"/>
            <p:cNvSpPr/>
            <p:nvPr/>
          </p:nvSpPr>
          <p:spPr>
            <a:xfrm>
              <a:off x="3182052" y="1255012"/>
              <a:ext cx="841809" cy="641654"/>
            </a:xfrm>
            <a:custGeom>
              <a:rect b="b" l="l" r="r" t="t"/>
              <a:pathLst>
                <a:path extrusionOk="0" h="21360" w="27988">
                  <a:moveTo>
                    <a:pt x="26541" y="21360"/>
                  </a:moveTo>
                  <a:lnTo>
                    <a:pt x="1448" y="21360"/>
                  </a:lnTo>
                  <a:cubicBezTo>
                    <a:pt x="666" y="21360"/>
                    <a:pt x="0" y="20694"/>
                    <a:pt x="0" y="19913"/>
                  </a:cubicBezTo>
                  <a:lnTo>
                    <a:pt x="0" y="1447"/>
                  </a:lnTo>
                  <a:cubicBezTo>
                    <a:pt x="0" y="637"/>
                    <a:pt x="666" y="0"/>
                    <a:pt x="1448" y="0"/>
                  </a:cubicBezTo>
                  <a:lnTo>
                    <a:pt x="26541" y="0"/>
                  </a:lnTo>
                  <a:cubicBezTo>
                    <a:pt x="27322" y="0"/>
                    <a:pt x="27988" y="637"/>
                    <a:pt x="27988" y="1447"/>
                  </a:cubicBezTo>
                  <a:lnTo>
                    <a:pt x="27988" y="19913"/>
                  </a:lnTo>
                  <a:cubicBezTo>
                    <a:pt x="27988" y="20694"/>
                    <a:pt x="27322" y="21360"/>
                    <a:pt x="26541" y="213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0" name="Google Shape;2190;p56"/>
            <p:cNvSpPr/>
            <p:nvPr/>
          </p:nvSpPr>
          <p:spPr>
            <a:xfrm>
              <a:off x="3609490" y="1335848"/>
              <a:ext cx="150628" cy="218271"/>
            </a:xfrm>
            <a:custGeom>
              <a:rect b="b" l="l" r="r" t="t"/>
              <a:pathLst>
                <a:path extrusionOk="0" h="7266" w="5008">
                  <a:moveTo>
                    <a:pt x="4863" y="2374"/>
                  </a:moveTo>
                  <a:cubicBezTo>
                    <a:pt x="5007" y="2229"/>
                    <a:pt x="5007" y="2027"/>
                    <a:pt x="4863" y="1882"/>
                  </a:cubicBezTo>
                  <a:lnTo>
                    <a:pt x="4863" y="1882"/>
                  </a:lnTo>
                  <a:cubicBezTo>
                    <a:pt x="4776" y="1824"/>
                    <a:pt x="4689" y="1737"/>
                    <a:pt x="4602" y="1679"/>
                  </a:cubicBezTo>
                  <a:cubicBezTo>
                    <a:pt x="4602" y="1679"/>
                    <a:pt x="4602" y="1679"/>
                    <a:pt x="4602" y="1650"/>
                  </a:cubicBezTo>
                  <a:cubicBezTo>
                    <a:pt x="4515" y="1593"/>
                    <a:pt x="4428" y="1535"/>
                    <a:pt x="4342" y="1448"/>
                  </a:cubicBezTo>
                  <a:cubicBezTo>
                    <a:pt x="4342" y="1448"/>
                    <a:pt x="4342" y="1448"/>
                    <a:pt x="4342" y="1448"/>
                  </a:cubicBezTo>
                  <a:cubicBezTo>
                    <a:pt x="4226" y="1390"/>
                    <a:pt x="4139" y="1303"/>
                    <a:pt x="4052" y="1245"/>
                  </a:cubicBezTo>
                  <a:cubicBezTo>
                    <a:pt x="4052" y="1245"/>
                    <a:pt x="4052" y="1245"/>
                    <a:pt x="4052" y="1245"/>
                  </a:cubicBezTo>
                  <a:cubicBezTo>
                    <a:pt x="3965" y="1187"/>
                    <a:pt x="3850" y="1101"/>
                    <a:pt x="3763" y="1043"/>
                  </a:cubicBezTo>
                  <a:lnTo>
                    <a:pt x="3763" y="1043"/>
                  </a:lnTo>
                  <a:cubicBezTo>
                    <a:pt x="3647" y="985"/>
                    <a:pt x="3560" y="927"/>
                    <a:pt x="3444" y="869"/>
                  </a:cubicBezTo>
                  <a:lnTo>
                    <a:pt x="3444" y="869"/>
                  </a:lnTo>
                  <a:cubicBezTo>
                    <a:pt x="3358" y="811"/>
                    <a:pt x="3242" y="782"/>
                    <a:pt x="3126" y="724"/>
                  </a:cubicBezTo>
                  <a:lnTo>
                    <a:pt x="3126" y="724"/>
                  </a:lnTo>
                  <a:cubicBezTo>
                    <a:pt x="2258" y="290"/>
                    <a:pt x="1303" y="30"/>
                    <a:pt x="290" y="1"/>
                  </a:cubicBezTo>
                  <a:cubicBezTo>
                    <a:pt x="116" y="1"/>
                    <a:pt x="0" y="117"/>
                    <a:pt x="0" y="290"/>
                  </a:cubicBezTo>
                  <a:lnTo>
                    <a:pt x="0" y="7265"/>
                  </a:lnTo>
                  <a:lnTo>
                    <a:pt x="4892" y="2374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1" name="Google Shape;2191;p56"/>
            <p:cNvSpPr/>
            <p:nvPr/>
          </p:nvSpPr>
          <p:spPr>
            <a:xfrm>
              <a:off x="3374431" y="1360210"/>
              <a:ext cx="443132" cy="443420"/>
            </a:xfrm>
            <a:custGeom>
              <a:rect b="b" l="l" r="r" t="t"/>
              <a:pathLst>
                <a:path extrusionOk="0" h="14761" w="14733">
                  <a:moveTo>
                    <a:pt x="12301" y="2460"/>
                  </a:moveTo>
                  <a:lnTo>
                    <a:pt x="7468" y="7294"/>
                  </a:lnTo>
                  <a:lnTo>
                    <a:pt x="7468" y="347"/>
                  </a:lnTo>
                  <a:cubicBezTo>
                    <a:pt x="7468" y="145"/>
                    <a:pt x="7323" y="0"/>
                    <a:pt x="7121" y="0"/>
                  </a:cubicBezTo>
                  <a:cubicBezTo>
                    <a:pt x="3156" y="174"/>
                    <a:pt x="1" y="3560"/>
                    <a:pt x="174" y="7612"/>
                  </a:cubicBezTo>
                  <a:cubicBezTo>
                    <a:pt x="348" y="11346"/>
                    <a:pt x="3387" y="14385"/>
                    <a:pt x="7092" y="14558"/>
                  </a:cubicBezTo>
                  <a:cubicBezTo>
                    <a:pt x="11288" y="14761"/>
                    <a:pt x="14733" y="11432"/>
                    <a:pt x="14733" y="7294"/>
                  </a:cubicBezTo>
                  <a:cubicBezTo>
                    <a:pt x="14733" y="5441"/>
                    <a:pt x="14038" y="3763"/>
                    <a:pt x="12909" y="2489"/>
                  </a:cubicBezTo>
                  <a:cubicBezTo>
                    <a:pt x="12764" y="2287"/>
                    <a:pt x="12475" y="2287"/>
                    <a:pt x="12301" y="246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2" name="Google Shape;2192;p56"/>
            <p:cNvSpPr/>
            <p:nvPr/>
          </p:nvSpPr>
          <p:spPr>
            <a:xfrm>
              <a:off x="3599023" y="1428008"/>
              <a:ext cx="218543" cy="305206"/>
            </a:xfrm>
            <a:custGeom>
              <a:rect b="b" l="l" r="r" t="t"/>
              <a:pathLst>
                <a:path extrusionOk="0" h="10160" w="7266">
                  <a:moveTo>
                    <a:pt x="5153" y="10159"/>
                  </a:moveTo>
                  <a:cubicBezTo>
                    <a:pt x="6455" y="8857"/>
                    <a:pt x="7266" y="7034"/>
                    <a:pt x="7266" y="5037"/>
                  </a:cubicBezTo>
                  <a:cubicBezTo>
                    <a:pt x="7266" y="3155"/>
                    <a:pt x="6571" y="1448"/>
                    <a:pt x="5384" y="145"/>
                  </a:cubicBezTo>
                  <a:cubicBezTo>
                    <a:pt x="5268" y="1"/>
                    <a:pt x="5037" y="1"/>
                    <a:pt x="4892" y="145"/>
                  </a:cubicBezTo>
                  <a:lnTo>
                    <a:pt x="1" y="503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3" name="Google Shape;2193;p56"/>
            <p:cNvSpPr/>
            <p:nvPr/>
          </p:nvSpPr>
          <p:spPr>
            <a:xfrm>
              <a:off x="752275" y="2300331"/>
              <a:ext cx="21000" cy="495000"/>
            </a:xfrm>
            <a:prstGeom prst="roundRect">
              <a:avLst>
                <a:gd fmla="val 50000" name="adj"/>
              </a:avLst>
            </a:prstGeom>
            <a:solidFill>
              <a:srgbClr val="FFFFFF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4" name="Google Shape;2194;p56"/>
            <p:cNvSpPr/>
            <p:nvPr/>
          </p:nvSpPr>
          <p:spPr>
            <a:xfrm>
              <a:off x="3222125" y="1328340"/>
              <a:ext cx="21000" cy="495000"/>
            </a:xfrm>
            <a:prstGeom prst="roundRect">
              <a:avLst>
                <a:gd fmla="val 50000" name="adj"/>
              </a:avLst>
            </a:prstGeom>
            <a:solidFill>
              <a:srgbClr val="FFFFFF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8" name="Shape 2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9" name="Google Shape;2199;p57"/>
          <p:cNvSpPr txBox="1"/>
          <p:nvPr>
            <p:ph type="title"/>
          </p:nvPr>
        </p:nvSpPr>
        <p:spPr>
          <a:xfrm>
            <a:off x="713225" y="520925"/>
            <a:ext cx="7717500" cy="7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PAYBACK ANALYSIS</a:t>
            </a:r>
            <a:endParaRPr/>
          </a:p>
        </p:txBody>
      </p:sp>
      <p:sp>
        <p:nvSpPr>
          <p:cNvPr id="2200" name="Google Shape;2200;p57"/>
          <p:cNvSpPr txBox="1"/>
          <p:nvPr>
            <p:ph idx="2" type="title"/>
          </p:nvPr>
        </p:nvSpPr>
        <p:spPr>
          <a:xfrm>
            <a:off x="1449450" y="1754925"/>
            <a:ext cx="2241000" cy="92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Concept</a:t>
            </a:r>
            <a:endParaRPr sz="3300"/>
          </a:p>
        </p:txBody>
      </p:sp>
      <p:sp>
        <p:nvSpPr>
          <p:cNvPr id="2201" name="Google Shape;2201;p57"/>
          <p:cNvSpPr txBox="1"/>
          <p:nvPr>
            <p:ph idx="3" type="subTitle"/>
          </p:nvPr>
        </p:nvSpPr>
        <p:spPr>
          <a:xfrm>
            <a:off x="1449450" y="2748923"/>
            <a:ext cx="2241000" cy="182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 required to recover project cost from annual cash inflows.</a:t>
            </a:r>
            <a:endParaRPr/>
          </a:p>
        </p:txBody>
      </p:sp>
      <p:cxnSp>
        <p:nvCxnSpPr>
          <p:cNvPr id="2202" name="Google Shape;2202;p57"/>
          <p:cNvCxnSpPr/>
          <p:nvPr/>
        </p:nvCxnSpPr>
        <p:spPr>
          <a:xfrm>
            <a:off x="1683175" y="2674550"/>
            <a:ext cx="177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03" name="Google Shape;2203;p57"/>
          <p:cNvSpPr txBox="1"/>
          <p:nvPr>
            <p:ph idx="2" type="title"/>
          </p:nvPr>
        </p:nvSpPr>
        <p:spPr>
          <a:xfrm>
            <a:off x="5499525" y="1754925"/>
            <a:ext cx="2241000" cy="92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Formula</a:t>
            </a:r>
            <a:endParaRPr sz="3300"/>
          </a:p>
        </p:txBody>
      </p:sp>
      <p:sp>
        <p:nvSpPr>
          <p:cNvPr id="2204" name="Google Shape;2204;p57"/>
          <p:cNvSpPr txBox="1"/>
          <p:nvPr>
            <p:ph idx="3" type="subTitle"/>
          </p:nvPr>
        </p:nvSpPr>
        <p:spPr>
          <a:xfrm>
            <a:off x="4282763" y="2477600"/>
            <a:ext cx="3778200" cy="192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9144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Payback Period=Initial Investment/Annual Cash flow</a:t>
            </a:r>
            <a:endParaRPr/>
          </a:p>
        </p:txBody>
      </p:sp>
      <p:cxnSp>
        <p:nvCxnSpPr>
          <p:cNvPr id="2205" name="Google Shape;2205;p57"/>
          <p:cNvCxnSpPr/>
          <p:nvPr/>
        </p:nvCxnSpPr>
        <p:spPr>
          <a:xfrm>
            <a:off x="5733250" y="2674550"/>
            <a:ext cx="177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9" name="Shape 2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0" name="Google Shape;2210;p58"/>
          <p:cNvSpPr txBox="1"/>
          <p:nvPr/>
        </p:nvSpPr>
        <p:spPr>
          <a:xfrm>
            <a:off x="0" y="250150"/>
            <a:ext cx="9144000" cy="8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anrope"/>
                <a:ea typeface="Manrope"/>
                <a:cs typeface="Manrope"/>
                <a:sym typeface="Manrope"/>
              </a:rPr>
              <a:t>A food processing unit installs an automatic packaging system costing </a:t>
            </a:r>
            <a:r>
              <a:rPr b="1" lang="en" sz="1900">
                <a:latin typeface="Manrope"/>
                <a:ea typeface="Manrope"/>
                <a:cs typeface="Manrope"/>
                <a:sym typeface="Manrope"/>
              </a:rPr>
              <a:t>Rs. 900,000</a:t>
            </a:r>
            <a:r>
              <a:rPr lang="en" sz="1900">
                <a:latin typeface="Manrope"/>
                <a:ea typeface="Manrope"/>
                <a:cs typeface="Manrope"/>
                <a:sym typeface="Manrope"/>
              </a:rPr>
              <a:t>. Annual savings are </a:t>
            </a:r>
            <a:r>
              <a:rPr b="1" lang="en" sz="1900">
                <a:latin typeface="Manrope"/>
                <a:ea typeface="Manrope"/>
                <a:cs typeface="Manrope"/>
                <a:sym typeface="Manrope"/>
              </a:rPr>
              <a:t>Rs. 300,000</a:t>
            </a:r>
            <a:r>
              <a:rPr lang="en" sz="1900">
                <a:latin typeface="Manrope"/>
                <a:ea typeface="Manrope"/>
                <a:cs typeface="Manrope"/>
                <a:sym typeface="Manrope"/>
              </a:rPr>
              <a:t>.</a:t>
            </a:r>
            <a:endParaRPr sz="190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211" name="Google Shape;2211;p58"/>
          <p:cNvSpPr txBox="1"/>
          <p:nvPr/>
        </p:nvSpPr>
        <p:spPr>
          <a:xfrm>
            <a:off x="-25" y="1027464"/>
            <a:ext cx="9144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9144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Manrope"/>
                <a:ea typeface="Manrope"/>
                <a:cs typeface="Manrope"/>
                <a:sym typeface="Manrope"/>
              </a:rPr>
              <a:t>Payback Period=900,000/300,000=3 years</a:t>
            </a:r>
            <a:endParaRPr sz="1700"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2212" name="Google Shape;2212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8550" y="1504112"/>
            <a:ext cx="3164524" cy="352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6" name="Shape 2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7" name="Google Shape;2217;p59"/>
          <p:cNvSpPr txBox="1"/>
          <p:nvPr>
            <p:ph type="title"/>
          </p:nvPr>
        </p:nvSpPr>
        <p:spPr>
          <a:xfrm>
            <a:off x="5456275" y="2122025"/>
            <a:ext cx="2974500" cy="156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 WORTH</a:t>
            </a:r>
            <a:r>
              <a:rPr lang="en"/>
              <a:t> </a:t>
            </a:r>
            <a:r>
              <a:rPr lang="en">
                <a:solidFill>
                  <a:schemeClr val="lt2"/>
                </a:solidFill>
              </a:rPr>
              <a:t>ANALYSIS</a:t>
            </a:r>
            <a:endParaRPr>
              <a:solidFill>
                <a:schemeClr val="lt2"/>
              </a:solidFill>
            </a:endParaRPr>
          </a:p>
        </p:txBody>
      </p:sp>
      <p:cxnSp>
        <p:nvCxnSpPr>
          <p:cNvPr id="2218" name="Google Shape;2218;p59"/>
          <p:cNvCxnSpPr/>
          <p:nvPr/>
        </p:nvCxnSpPr>
        <p:spPr>
          <a:xfrm>
            <a:off x="7576150" y="2068150"/>
            <a:ext cx="7293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219" name="Google Shape;2219;p59"/>
          <p:cNvGrpSpPr/>
          <p:nvPr/>
        </p:nvGrpSpPr>
        <p:grpSpPr>
          <a:xfrm>
            <a:off x="1053268" y="1395818"/>
            <a:ext cx="2924603" cy="2618963"/>
            <a:chOff x="3584548" y="2500787"/>
            <a:chExt cx="2228269" cy="1995400"/>
          </a:xfrm>
        </p:grpSpPr>
        <p:grpSp>
          <p:nvGrpSpPr>
            <p:cNvPr id="2220" name="Google Shape;2220;p59"/>
            <p:cNvGrpSpPr/>
            <p:nvPr/>
          </p:nvGrpSpPr>
          <p:grpSpPr>
            <a:xfrm>
              <a:off x="3584548" y="2500787"/>
              <a:ext cx="2228269" cy="1995400"/>
              <a:chOff x="4568463" y="2108962"/>
              <a:chExt cx="2666031" cy="2387414"/>
            </a:xfrm>
          </p:grpSpPr>
          <p:sp>
            <p:nvSpPr>
              <p:cNvPr id="2221" name="Google Shape;2221;p59"/>
              <p:cNvSpPr/>
              <p:nvPr/>
            </p:nvSpPr>
            <p:spPr>
              <a:xfrm>
                <a:off x="4568463" y="4358250"/>
                <a:ext cx="2444245" cy="138126"/>
              </a:xfrm>
              <a:custGeom>
                <a:rect b="b" l="l" r="r" t="t"/>
                <a:pathLst>
                  <a:path extrusionOk="0" h="1442" w="27153">
                    <a:moveTo>
                      <a:pt x="13571" y="1"/>
                    </a:moveTo>
                    <a:cubicBezTo>
                      <a:pt x="6082" y="1"/>
                      <a:pt x="1" y="320"/>
                      <a:pt x="1" y="716"/>
                    </a:cubicBezTo>
                    <a:cubicBezTo>
                      <a:pt x="1" y="1111"/>
                      <a:pt x="6082" y="1441"/>
                      <a:pt x="13571" y="1441"/>
                    </a:cubicBezTo>
                    <a:cubicBezTo>
                      <a:pt x="21071" y="1441"/>
                      <a:pt x="27153" y="1111"/>
                      <a:pt x="27153" y="716"/>
                    </a:cubicBezTo>
                    <a:cubicBezTo>
                      <a:pt x="27153" y="320"/>
                      <a:pt x="21071" y="1"/>
                      <a:pt x="13571" y="1"/>
                    </a:cubicBezTo>
                    <a:close/>
                  </a:path>
                </a:pathLst>
              </a:custGeom>
              <a:solidFill>
                <a:srgbClr val="000000">
                  <a:alpha val="11950"/>
                </a:srgbClr>
              </a:solidFill>
              <a:ln>
                <a:noFill/>
              </a:ln>
            </p:spPr>
            <p:txBody>
              <a:bodyPr anchorCtr="0" anchor="ctr" bIns="120000" lIns="120000" spcFirstLastPara="1" rIns="120000" wrap="square" tIns="1200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2" name="Google Shape;2222;p59"/>
              <p:cNvSpPr/>
              <p:nvPr/>
            </p:nvSpPr>
            <p:spPr>
              <a:xfrm>
                <a:off x="4762486" y="2832778"/>
                <a:ext cx="2056222" cy="1590512"/>
              </a:xfrm>
              <a:custGeom>
                <a:rect b="b" l="l" r="r" t="t"/>
                <a:pathLst>
                  <a:path extrusionOk="0" h="11663" w="15086">
                    <a:moveTo>
                      <a:pt x="1" y="0"/>
                    </a:moveTo>
                    <a:lnTo>
                      <a:pt x="15085" y="0"/>
                    </a:lnTo>
                    <a:lnTo>
                      <a:pt x="15085" y="11663"/>
                    </a:lnTo>
                    <a:lnTo>
                      <a:pt x="1" y="1166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120000" lIns="120000" spcFirstLastPara="1" rIns="120000" wrap="square" tIns="1200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3" name="Google Shape;2223;p59"/>
              <p:cNvSpPr/>
              <p:nvPr/>
            </p:nvSpPr>
            <p:spPr>
              <a:xfrm>
                <a:off x="4762486" y="2832778"/>
                <a:ext cx="2056222" cy="277382"/>
              </a:xfrm>
              <a:custGeom>
                <a:rect b="b" l="l" r="r" t="t"/>
                <a:pathLst>
                  <a:path extrusionOk="0" h="2034" w="15086">
                    <a:moveTo>
                      <a:pt x="1" y="0"/>
                    </a:moveTo>
                    <a:lnTo>
                      <a:pt x="1" y="2034"/>
                    </a:lnTo>
                    <a:lnTo>
                      <a:pt x="15085" y="2034"/>
                    </a:lnTo>
                    <a:lnTo>
                      <a:pt x="1508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120000" lIns="120000" spcFirstLastPara="1" rIns="120000" wrap="square" tIns="1200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4" name="Google Shape;2224;p59"/>
              <p:cNvSpPr/>
              <p:nvPr/>
            </p:nvSpPr>
            <p:spPr>
              <a:xfrm>
                <a:off x="5002238" y="2718634"/>
                <a:ext cx="78100" cy="228288"/>
              </a:xfrm>
              <a:custGeom>
                <a:rect b="b" l="l" r="r" t="t"/>
                <a:pathLst>
                  <a:path extrusionOk="0" h="1674" w="573">
                    <a:moveTo>
                      <a:pt x="286" y="0"/>
                    </a:moveTo>
                    <a:cubicBezTo>
                      <a:pt x="127" y="0"/>
                      <a:pt x="0" y="127"/>
                      <a:pt x="0" y="276"/>
                    </a:cubicBezTo>
                    <a:lnTo>
                      <a:pt x="0" y="1399"/>
                    </a:lnTo>
                    <a:cubicBezTo>
                      <a:pt x="0" y="1547"/>
                      <a:pt x="127" y="1674"/>
                      <a:pt x="286" y="1674"/>
                    </a:cubicBezTo>
                    <a:cubicBezTo>
                      <a:pt x="435" y="1674"/>
                      <a:pt x="572" y="1547"/>
                      <a:pt x="572" y="1399"/>
                    </a:cubicBezTo>
                    <a:lnTo>
                      <a:pt x="572" y="276"/>
                    </a:lnTo>
                    <a:cubicBezTo>
                      <a:pt x="572" y="127"/>
                      <a:pt x="435" y="0"/>
                      <a:pt x="2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20000" lIns="120000" spcFirstLastPara="1" rIns="120000" wrap="square" tIns="1200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5" name="Google Shape;2225;p59"/>
              <p:cNvSpPr/>
              <p:nvPr/>
            </p:nvSpPr>
            <p:spPr>
              <a:xfrm>
                <a:off x="5377608" y="2718634"/>
                <a:ext cx="76601" cy="228288"/>
              </a:xfrm>
              <a:custGeom>
                <a:rect b="b" l="l" r="r" t="t"/>
                <a:pathLst>
                  <a:path extrusionOk="0" h="1674" w="562">
                    <a:moveTo>
                      <a:pt x="276" y="0"/>
                    </a:moveTo>
                    <a:cubicBezTo>
                      <a:pt x="128" y="0"/>
                      <a:pt x="0" y="127"/>
                      <a:pt x="0" y="276"/>
                    </a:cubicBezTo>
                    <a:lnTo>
                      <a:pt x="0" y="1399"/>
                    </a:lnTo>
                    <a:cubicBezTo>
                      <a:pt x="0" y="1547"/>
                      <a:pt x="128" y="1674"/>
                      <a:pt x="276" y="1674"/>
                    </a:cubicBezTo>
                    <a:cubicBezTo>
                      <a:pt x="435" y="1674"/>
                      <a:pt x="562" y="1547"/>
                      <a:pt x="562" y="1399"/>
                    </a:cubicBezTo>
                    <a:lnTo>
                      <a:pt x="562" y="276"/>
                    </a:lnTo>
                    <a:cubicBezTo>
                      <a:pt x="562" y="127"/>
                      <a:pt x="435" y="0"/>
                      <a:pt x="27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20000" lIns="120000" spcFirstLastPara="1" rIns="120000" wrap="square" tIns="1200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6" name="Google Shape;2226;p59"/>
              <p:cNvSpPr/>
              <p:nvPr/>
            </p:nvSpPr>
            <p:spPr>
              <a:xfrm>
                <a:off x="5751616" y="2718634"/>
                <a:ext cx="78100" cy="228288"/>
              </a:xfrm>
              <a:custGeom>
                <a:rect b="b" l="l" r="r" t="t"/>
                <a:pathLst>
                  <a:path extrusionOk="0" h="1674" w="573">
                    <a:moveTo>
                      <a:pt x="286" y="0"/>
                    </a:moveTo>
                    <a:cubicBezTo>
                      <a:pt x="127" y="0"/>
                      <a:pt x="0" y="127"/>
                      <a:pt x="0" y="276"/>
                    </a:cubicBezTo>
                    <a:lnTo>
                      <a:pt x="0" y="1399"/>
                    </a:lnTo>
                    <a:cubicBezTo>
                      <a:pt x="0" y="1547"/>
                      <a:pt x="127" y="1674"/>
                      <a:pt x="286" y="1674"/>
                    </a:cubicBezTo>
                    <a:cubicBezTo>
                      <a:pt x="445" y="1674"/>
                      <a:pt x="572" y="1547"/>
                      <a:pt x="572" y="1399"/>
                    </a:cubicBezTo>
                    <a:lnTo>
                      <a:pt x="572" y="276"/>
                    </a:lnTo>
                    <a:cubicBezTo>
                      <a:pt x="572" y="127"/>
                      <a:pt x="445" y="0"/>
                      <a:pt x="2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20000" lIns="120000" spcFirstLastPara="1" rIns="120000" wrap="square" tIns="1200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7" name="Google Shape;2227;p59"/>
              <p:cNvSpPr/>
              <p:nvPr/>
            </p:nvSpPr>
            <p:spPr>
              <a:xfrm>
                <a:off x="6126986" y="2718634"/>
                <a:ext cx="78100" cy="228288"/>
              </a:xfrm>
              <a:custGeom>
                <a:rect b="b" l="l" r="r" t="t"/>
                <a:pathLst>
                  <a:path extrusionOk="0" h="1674" w="573">
                    <a:moveTo>
                      <a:pt x="286" y="0"/>
                    </a:moveTo>
                    <a:cubicBezTo>
                      <a:pt x="127" y="0"/>
                      <a:pt x="0" y="127"/>
                      <a:pt x="0" y="276"/>
                    </a:cubicBezTo>
                    <a:lnTo>
                      <a:pt x="0" y="1399"/>
                    </a:lnTo>
                    <a:cubicBezTo>
                      <a:pt x="0" y="1547"/>
                      <a:pt x="127" y="1674"/>
                      <a:pt x="286" y="1674"/>
                    </a:cubicBezTo>
                    <a:cubicBezTo>
                      <a:pt x="445" y="1674"/>
                      <a:pt x="572" y="1547"/>
                      <a:pt x="572" y="1399"/>
                    </a:cubicBezTo>
                    <a:lnTo>
                      <a:pt x="572" y="276"/>
                    </a:lnTo>
                    <a:cubicBezTo>
                      <a:pt x="572" y="127"/>
                      <a:pt x="445" y="0"/>
                      <a:pt x="2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20000" lIns="120000" spcFirstLastPara="1" rIns="120000" wrap="square" tIns="1200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8" name="Google Shape;2228;p59"/>
              <p:cNvSpPr/>
              <p:nvPr/>
            </p:nvSpPr>
            <p:spPr>
              <a:xfrm>
                <a:off x="6502357" y="2718634"/>
                <a:ext cx="76601" cy="228288"/>
              </a:xfrm>
              <a:custGeom>
                <a:rect b="b" l="l" r="r" t="t"/>
                <a:pathLst>
                  <a:path extrusionOk="0" h="1674" w="562">
                    <a:moveTo>
                      <a:pt x="286" y="0"/>
                    </a:moveTo>
                    <a:cubicBezTo>
                      <a:pt x="127" y="0"/>
                      <a:pt x="0" y="127"/>
                      <a:pt x="0" y="276"/>
                    </a:cubicBezTo>
                    <a:lnTo>
                      <a:pt x="0" y="1399"/>
                    </a:lnTo>
                    <a:cubicBezTo>
                      <a:pt x="0" y="1547"/>
                      <a:pt x="127" y="1674"/>
                      <a:pt x="286" y="1674"/>
                    </a:cubicBezTo>
                    <a:cubicBezTo>
                      <a:pt x="435" y="1674"/>
                      <a:pt x="562" y="1547"/>
                      <a:pt x="562" y="1399"/>
                    </a:cubicBezTo>
                    <a:lnTo>
                      <a:pt x="562" y="276"/>
                    </a:lnTo>
                    <a:cubicBezTo>
                      <a:pt x="562" y="127"/>
                      <a:pt x="435" y="0"/>
                      <a:pt x="2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20000" lIns="120000" spcFirstLastPara="1" rIns="120000" wrap="square" tIns="1200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9" name="Google Shape;2229;p59"/>
              <p:cNvSpPr/>
              <p:nvPr/>
            </p:nvSpPr>
            <p:spPr>
              <a:xfrm>
                <a:off x="4945946" y="3292082"/>
                <a:ext cx="236889" cy="237015"/>
              </a:xfrm>
              <a:custGeom>
                <a:rect b="b" l="l" r="r" t="t"/>
                <a:pathLst>
                  <a:path extrusionOk="0" h="1738" w="1738">
                    <a:moveTo>
                      <a:pt x="0" y="1"/>
                    </a:moveTo>
                    <a:lnTo>
                      <a:pt x="0" y="1738"/>
                    </a:lnTo>
                    <a:lnTo>
                      <a:pt x="1737" y="1738"/>
                    </a:lnTo>
                    <a:lnTo>
                      <a:pt x="17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120000" lIns="120000" spcFirstLastPara="1" rIns="120000" wrap="square" tIns="1200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0" name="Google Shape;2230;p59"/>
              <p:cNvSpPr/>
              <p:nvPr/>
            </p:nvSpPr>
            <p:spPr>
              <a:xfrm>
                <a:off x="5308368" y="3292082"/>
                <a:ext cx="236889" cy="237015"/>
              </a:xfrm>
              <a:custGeom>
                <a:rect b="b" l="l" r="r" t="t"/>
                <a:pathLst>
                  <a:path extrusionOk="0" h="1738" w="1738">
                    <a:moveTo>
                      <a:pt x="0" y="1"/>
                    </a:moveTo>
                    <a:lnTo>
                      <a:pt x="0" y="1738"/>
                    </a:lnTo>
                    <a:lnTo>
                      <a:pt x="1737" y="1738"/>
                    </a:lnTo>
                    <a:lnTo>
                      <a:pt x="17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120000" lIns="120000" spcFirstLastPara="1" rIns="120000" wrap="square" tIns="1200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1" name="Google Shape;2231;p59"/>
              <p:cNvSpPr/>
              <p:nvPr/>
            </p:nvSpPr>
            <p:spPr>
              <a:xfrm>
                <a:off x="5672153" y="3292082"/>
                <a:ext cx="236889" cy="237015"/>
              </a:xfrm>
              <a:custGeom>
                <a:rect b="b" l="l" r="r" t="t"/>
                <a:pathLst>
                  <a:path extrusionOk="0" h="1738" w="1738">
                    <a:moveTo>
                      <a:pt x="0" y="1"/>
                    </a:moveTo>
                    <a:lnTo>
                      <a:pt x="0" y="1738"/>
                    </a:lnTo>
                    <a:lnTo>
                      <a:pt x="1738" y="1738"/>
                    </a:lnTo>
                    <a:lnTo>
                      <a:pt x="173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120000" lIns="120000" spcFirstLastPara="1" rIns="120000" wrap="square" tIns="1200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2" name="Google Shape;2232;p59"/>
              <p:cNvSpPr/>
              <p:nvPr/>
            </p:nvSpPr>
            <p:spPr>
              <a:xfrm>
                <a:off x="6035938" y="3292082"/>
                <a:ext cx="236889" cy="237015"/>
              </a:xfrm>
              <a:custGeom>
                <a:rect b="b" l="l" r="r" t="t"/>
                <a:pathLst>
                  <a:path extrusionOk="0" h="1738" w="1738">
                    <a:moveTo>
                      <a:pt x="1" y="1"/>
                    </a:moveTo>
                    <a:lnTo>
                      <a:pt x="1" y="1738"/>
                    </a:lnTo>
                    <a:lnTo>
                      <a:pt x="1738" y="1738"/>
                    </a:lnTo>
                    <a:lnTo>
                      <a:pt x="173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120000" lIns="120000" spcFirstLastPara="1" rIns="120000" wrap="square" tIns="1200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3" name="Google Shape;2233;p59"/>
              <p:cNvSpPr/>
              <p:nvPr/>
            </p:nvSpPr>
            <p:spPr>
              <a:xfrm>
                <a:off x="6398360" y="3292082"/>
                <a:ext cx="236889" cy="237015"/>
              </a:xfrm>
              <a:custGeom>
                <a:rect b="b" l="l" r="r" t="t"/>
                <a:pathLst>
                  <a:path extrusionOk="0" h="1738" w="1738">
                    <a:moveTo>
                      <a:pt x="1" y="1"/>
                    </a:moveTo>
                    <a:lnTo>
                      <a:pt x="1" y="1738"/>
                    </a:lnTo>
                    <a:lnTo>
                      <a:pt x="1738" y="1738"/>
                    </a:lnTo>
                    <a:lnTo>
                      <a:pt x="173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120000" lIns="120000" spcFirstLastPara="1" rIns="120000" wrap="square" tIns="1200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4" name="Google Shape;2234;p59"/>
              <p:cNvSpPr/>
              <p:nvPr/>
            </p:nvSpPr>
            <p:spPr>
              <a:xfrm>
                <a:off x="4945946" y="3647470"/>
                <a:ext cx="236889" cy="237015"/>
              </a:xfrm>
              <a:custGeom>
                <a:rect b="b" l="l" r="r" t="t"/>
                <a:pathLst>
                  <a:path extrusionOk="0" h="1738" w="1738">
                    <a:moveTo>
                      <a:pt x="0" y="0"/>
                    </a:moveTo>
                    <a:lnTo>
                      <a:pt x="0" y="1738"/>
                    </a:lnTo>
                    <a:lnTo>
                      <a:pt x="1737" y="1738"/>
                    </a:lnTo>
                    <a:lnTo>
                      <a:pt x="173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120000" lIns="120000" spcFirstLastPara="1" rIns="120000" wrap="square" tIns="1200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5" name="Google Shape;2235;p59"/>
              <p:cNvSpPr/>
              <p:nvPr/>
            </p:nvSpPr>
            <p:spPr>
              <a:xfrm>
                <a:off x="5308368" y="3647470"/>
                <a:ext cx="236889" cy="237015"/>
              </a:xfrm>
              <a:custGeom>
                <a:rect b="b" l="l" r="r" t="t"/>
                <a:pathLst>
                  <a:path extrusionOk="0" h="1738" w="1738">
                    <a:moveTo>
                      <a:pt x="0" y="0"/>
                    </a:moveTo>
                    <a:lnTo>
                      <a:pt x="0" y="1738"/>
                    </a:lnTo>
                    <a:lnTo>
                      <a:pt x="1737" y="1738"/>
                    </a:lnTo>
                    <a:lnTo>
                      <a:pt x="173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120000" lIns="120000" spcFirstLastPara="1" rIns="120000" wrap="square" tIns="1200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6" name="Google Shape;2236;p59"/>
              <p:cNvSpPr/>
              <p:nvPr/>
            </p:nvSpPr>
            <p:spPr>
              <a:xfrm>
                <a:off x="5672153" y="3647470"/>
                <a:ext cx="236889" cy="237015"/>
              </a:xfrm>
              <a:custGeom>
                <a:rect b="b" l="l" r="r" t="t"/>
                <a:pathLst>
                  <a:path extrusionOk="0" h="1738" w="1738">
                    <a:moveTo>
                      <a:pt x="0" y="0"/>
                    </a:moveTo>
                    <a:lnTo>
                      <a:pt x="0" y="1738"/>
                    </a:lnTo>
                    <a:lnTo>
                      <a:pt x="1738" y="1738"/>
                    </a:lnTo>
                    <a:lnTo>
                      <a:pt x="173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120000" lIns="120000" spcFirstLastPara="1" rIns="120000" wrap="square" tIns="1200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7" name="Google Shape;2237;p59"/>
              <p:cNvSpPr/>
              <p:nvPr/>
            </p:nvSpPr>
            <p:spPr>
              <a:xfrm>
                <a:off x="6035938" y="3647470"/>
                <a:ext cx="236889" cy="237015"/>
              </a:xfrm>
              <a:custGeom>
                <a:rect b="b" l="l" r="r" t="t"/>
                <a:pathLst>
                  <a:path extrusionOk="0" h="1738" w="1738">
                    <a:moveTo>
                      <a:pt x="1" y="0"/>
                    </a:moveTo>
                    <a:lnTo>
                      <a:pt x="1" y="1738"/>
                    </a:lnTo>
                    <a:lnTo>
                      <a:pt x="1738" y="1738"/>
                    </a:lnTo>
                    <a:lnTo>
                      <a:pt x="173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120000" lIns="120000" spcFirstLastPara="1" rIns="120000" wrap="square" tIns="1200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8" name="Google Shape;2238;p59"/>
              <p:cNvSpPr/>
              <p:nvPr/>
            </p:nvSpPr>
            <p:spPr>
              <a:xfrm>
                <a:off x="6077782" y="3706656"/>
                <a:ext cx="153201" cy="118644"/>
              </a:xfrm>
              <a:custGeom>
                <a:rect b="b" l="l" r="r" t="t"/>
                <a:pathLst>
                  <a:path extrusionOk="0" h="870" w="1124">
                    <a:moveTo>
                      <a:pt x="923" y="1"/>
                    </a:moveTo>
                    <a:lnTo>
                      <a:pt x="456" y="467"/>
                    </a:lnTo>
                    <a:lnTo>
                      <a:pt x="202" y="223"/>
                    </a:lnTo>
                    <a:lnTo>
                      <a:pt x="1" y="424"/>
                    </a:lnTo>
                    <a:lnTo>
                      <a:pt x="456" y="869"/>
                    </a:lnTo>
                    <a:lnTo>
                      <a:pt x="1124" y="202"/>
                    </a:lnTo>
                    <a:lnTo>
                      <a:pt x="92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120000" lIns="120000" spcFirstLastPara="1" rIns="120000" wrap="square" tIns="1200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9" name="Google Shape;2239;p59"/>
              <p:cNvSpPr/>
              <p:nvPr/>
            </p:nvSpPr>
            <p:spPr>
              <a:xfrm>
                <a:off x="6398360" y="3647470"/>
                <a:ext cx="236889" cy="237015"/>
              </a:xfrm>
              <a:custGeom>
                <a:rect b="b" l="l" r="r" t="t"/>
                <a:pathLst>
                  <a:path extrusionOk="0" h="1738" w="1738">
                    <a:moveTo>
                      <a:pt x="1" y="0"/>
                    </a:moveTo>
                    <a:lnTo>
                      <a:pt x="1" y="1738"/>
                    </a:lnTo>
                    <a:lnTo>
                      <a:pt x="1738" y="1738"/>
                    </a:lnTo>
                    <a:lnTo>
                      <a:pt x="173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120000" lIns="120000" spcFirstLastPara="1" rIns="120000" wrap="square" tIns="1200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0" name="Google Shape;2240;p59"/>
              <p:cNvSpPr/>
              <p:nvPr/>
            </p:nvSpPr>
            <p:spPr>
              <a:xfrm>
                <a:off x="4945946" y="4002858"/>
                <a:ext cx="236889" cy="237015"/>
              </a:xfrm>
              <a:custGeom>
                <a:rect b="b" l="l" r="r" t="t"/>
                <a:pathLst>
                  <a:path extrusionOk="0" h="1738" w="1738">
                    <a:moveTo>
                      <a:pt x="0" y="0"/>
                    </a:moveTo>
                    <a:lnTo>
                      <a:pt x="0" y="1737"/>
                    </a:lnTo>
                    <a:lnTo>
                      <a:pt x="1737" y="1737"/>
                    </a:lnTo>
                    <a:lnTo>
                      <a:pt x="173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120000" lIns="120000" spcFirstLastPara="1" rIns="120000" wrap="square" tIns="1200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1" name="Google Shape;2241;p59"/>
              <p:cNvSpPr/>
              <p:nvPr/>
            </p:nvSpPr>
            <p:spPr>
              <a:xfrm>
                <a:off x="5308368" y="4002858"/>
                <a:ext cx="236889" cy="237015"/>
              </a:xfrm>
              <a:custGeom>
                <a:rect b="b" l="l" r="r" t="t"/>
                <a:pathLst>
                  <a:path extrusionOk="0" h="1738" w="1738">
                    <a:moveTo>
                      <a:pt x="0" y="0"/>
                    </a:moveTo>
                    <a:lnTo>
                      <a:pt x="0" y="1737"/>
                    </a:lnTo>
                    <a:lnTo>
                      <a:pt x="1737" y="1737"/>
                    </a:lnTo>
                    <a:lnTo>
                      <a:pt x="173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120000" lIns="120000" spcFirstLastPara="1" rIns="120000" wrap="square" tIns="1200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2" name="Google Shape;2242;p59"/>
              <p:cNvSpPr/>
              <p:nvPr/>
            </p:nvSpPr>
            <p:spPr>
              <a:xfrm>
                <a:off x="5672153" y="4002858"/>
                <a:ext cx="236889" cy="237015"/>
              </a:xfrm>
              <a:custGeom>
                <a:rect b="b" l="l" r="r" t="t"/>
                <a:pathLst>
                  <a:path extrusionOk="0" h="1738" w="1738">
                    <a:moveTo>
                      <a:pt x="0" y="0"/>
                    </a:moveTo>
                    <a:lnTo>
                      <a:pt x="0" y="1737"/>
                    </a:lnTo>
                    <a:lnTo>
                      <a:pt x="1738" y="1737"/>
                    </a:lnTo>
                    <a:lnTo>
                      <a:pt x="173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120000" lIns="120000" spcFirstLastPara="1" rIns="120000" wrap="square" tIns="1200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3" name="Google Shape;2243;p59"/>
              <p:cNvSpPr/>
              <p:nvPr/>
            </p:nvSpPr>
            <p:spPr>
              <a:xfrm>
                <a:off x="6035938" y="4002858"/>
                <a:ext cx="236889" cy="237015"/>
              </a:xfrm>
              <a:custGeom>
                <a:rect b="b" l="l" r="r" t="t"/>
                <a:pathLst>
                  <a:path extrusionOk="0" h="1738" w="1738">
                    <a:moveTo>
                      <a:pt x="1" y="0"/>
                    </a:moveTo>
                    <a:lnTo>
                      <a:pt x="1" y="1737"/>
                    </a:lnTo>
                    <a:lnTo>
                      <a:pt x="1738" y="1737"/>
                    </a:lnTo>
                    <a:lnTo>
                      <a:pt x="173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120000" lIns="120000" spcFirstLastPara="1" rIns="120000" wrap="square" tIns="1200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4" name="Google Shape;2244;p59"/>
              <p:cNvSpPr/>
              <p:nvPr/>
            </p:nvSpPr>
            <p:spPr>
              <a:xfrm>
                <a:off x="6398360" y="4002858"/>
                <a:ext cx="236889" cy="237015"/>
              </a:xfrm>
              <a:custGeom>
                <a:rect b="b" l="l" r="r" t="t"/>
                <a:pathLst>
                  <a:path extrusionOk="0" h="1738" w="1738">
                    <a:moveTo>
                      <a:pt x="1" y="0"/>
                    </a:moveTo>
                    <a:lnTo>
                      <a:pt x="1" y="1737"/>
                    </a:lnTo>
                    <a:lnTo>
                      <a:pt x="1738" y="1737"/>
                    </a:lnTo>
                    <a:lnTo>
                      <a:pt x="173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120000" lIns="120000" spcFirstLastPara="1" rIns="120000" wrap="square" tIns="1200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245" name="Google Shape;2245;p59"/>
              <p:cNvGrpSpPr/>
              <p:nvPr/>
            </p:nvGrpSpPr>
            <p:grpSpPr>
              <a:xfrm>
                <a:off x="6592590" y="2732173"/>
                <a:ext cx="641904" cy="641866"/>
                <a:chOff x="7021088" y="2783855"/>
                <a:chExt cx="593696" cy="593606"/>
              </a:xfrm>
            </p:grpSpPr>
            <p:sp>
              <p:nvSpPr>
                <p:cNvPr id="2246" name="Google Shape;2246;p59"/>
                <p:cNvSpPr/>
                <p:nvPr/>
              </p:nvSpPr>
              <p:spPr>
                <a:xfrm rot="1299116">
                  <a:off x="7089328" y="2852063"/>
                  <a:ext cx="457214" cy="457189"/>
                </a:xfrm>
                <a:custGeom>
                  <a:rect b="b" l="l" r="r" t="t"/>
                  <a:pathLst>
                    <a:path extrusionOk="0" h="8953" w="8953">
                      <a:moveTo>
                        <a:pt x="4477" y="1"/>
                      </a:moveTo>
                      <a:cubicBezTo>
                        <a:pt x="2002" y="1"/>
                        <a:pt x="1" y="2002"/>
                        <a:pt x="1" y="4477"/>
                      </a:cubicBezTo>
                      <a:cubicBezTo>
                        <a:pt x="1" y="6951"/>
                        <a:pt x="2002" y="8952"/>
                        <a:pt x="4477" y="8952"/>
                      </a:cubicBezTo>
                      <a:cubicBezTo>
                        <a:pt x="6951" y="8952"/>
                        <a:pt x="8952" y="6951"/>
                        <a:pt x="8952" y="4477"/>
                      </a:cubicBezTo>
                      <a:cubicBezTo>
                        <a:pt x="8952" y="2002"/>
                        <a:pt x="6951" y="1"/>
                        <a:pt x="4477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120000" lIns="120000" spcFirstLastPara="1" rIns="120000" wrap="square" tIns="1200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47" name="Google Shape;2247;p59"/>
                <p:cNvSpPr/>
                <p:nvPr/>
              </p:nvSpPr>
              <p:spPr>
                <a:xfrm rot="1299116">
                  <a:off x="7089328" y="2852063"/>
                  <a:ext cx="457214" cy="457189"/>
                </a:xfrm>
                <a:custGeom>
                  <a:rect b="b" l="l" r="r" t="t"/>
                  <a:pathLst>
                    <a:path extrusionOk="0" h="8953" w="8953">
                      <a:moveTo>
                        <a:pt x="4477" y="1"/>
                      </a:moveTo>
                      <a:cubicBezTo>
                        <a:pt x="2002" y="1"/>
                        <a:pt x="1" y="2002"/>
                        <a:pt x="1" y="4477"/>
                      </a:cubicBezTo>
                      <a:cubicBezTo>
                        <a:pt x="1" y="6951"/>
                        <a:pt x="2002" y="8952"/>
                        <a:pt x="4477" y="8952"/>
                      </a:cubicBezTo>
                      <a:cubicBezTo>
                        <a:pt x="6951" y="8952"/>
                        <a:pt x="8952" y="6951"/>
                        <a:pt x="8952" y="4477"/>
                      </a:cubicBezTo>
                      <a:cubicBezTo>
                        <a:pt x="8952" y="2002"/>
                        <a:pt x="6951" y="1"/>
                        <a:pt x="4477" y="1"/>
                      </a:cubicBezTo>
                      <a:close/>
                    </a:path>
                  </a:pathLst>
                </a:custGeom>
                <a:solidFill>
                  <a:srgbClr val="000000">
                    <a:alpha val="11950"/>
                  </a:srgbClr>
                </a:solidFill>
                <a:ln>
                  <a:noFill/>
                </a:ln>
              </p:spPr>
              <p:txBody>
                <a:bodyPr anchorCtr="0" anchor="ctr" bIns="120000" lIns="120000" spcFirstLastPara="1" rIns="120000" wrap="square" tIns="1200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48" name="Google Shape;2248;p59"/>
                <p:cNvSpPr/>
                <p:nvPr/>
              </p:nvSpPr>
              <p:spPr>
                <a:xfrm rot="1299116">
                  <a:off x="7114606" y="2877342"/>
                  <a:ext cx="406656" cy="406634"/>
                </a:xfrm>
                <a:custGeom>
                  <a:rect b="b" l="l" r="r" t="t"/>
                  <a:pathLst>
                    <a:path extrusionOk="0" h="7963" w="7963">
                      <a:moveTo>
                        <a:pt x="3982" y="1"/>
                      </a:moveTo>
                      <a:cubicBezTo>
                        <a:pt x="1782" y="1"/>
                        <a:pt x="1" y="1782"/>
                        <a:pt x="1" y="3982"/>
                      </a:cubicBezTo>
                      <a:cubicBezTo>
                        <a:pt x="1" y="6181"/>
                        <a:pt x="1782" y="7963"/>
                        <a:pt x="3982" y="7963"/>
                      </a:cubicBezTo>
                      <a:cubicBezTo>
                        <a:pt x="6181" y="7963"/>
                        <a:pt x="7963" y="6181"/>
                        <a:pt x="7963" y="3982"/>
                      </a:cubicBezTo>
                      <a:cubicBezTo>
                        <a:pt x="7963" y="1782"/>
                        <a:pt x="6181" y="1"/>
                        <a:pt x="3982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120000" lIns="120000" spcFirstLastPara="1" rIns="120000" wrap="square" tIns="1200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49" name="Google Shape;2249;p59"/>
                <p:cNvSpPr/>
                <p:nvPr/>
              </p:nvSpPr>
              <p:spPr>
                <a:xfrm rot="1299116">
                  <a:off x="7232874" y="2889005"/>
                  <a:ext cx="292059" cy="76241"/>
                </a:xfrm>
                <a:custGeom>
                  <a:rect b="b" l="l" r="r" t="t"/>
                  <a:pathLst>
                    <a:path extrusionOk="0" h="1493" w="5719">
                      <a:moveTo>
                        <a:pt x="2860" y="1"/>
                      </a:moveTo>
                      <a:cubicBezTo>
                        <a:pt x="1782" y="1"/>
                        <a:pt x="792" y="441"/>
                        <a:pt x="77" y="1133"/>
                      </a:cubicBezTo>
                      <a:cubicBezTo>
                        <a:pt x="0" y="1221"/>
                        <a:pt x="0" y="1342"/>
                        <a:pt x="66" y="1430"/>
                      </a:cubicBezTo>
                      <a:cubicBezTo>
                        <a:pt x="112" y="1470"/>
                        <a:pt x="169" y="1492"/>
                        <a:pt x="224" y="1492"/>
                      </a:cubicBezTo>
                      <a:cubicBezTo>
                        <a:pt x="276" y="1492"/>
                        <a:pt x="326" y="1473"/>
                        <a:pt x="363" y="1430"/>
                      </a:cubicBezTo>
                      <a:cubicBezTo>
                        <a:pt x="1012" y="803"/>
                        <a:pt x="1892" y="408"/>
                        <a:pt x="2860" y="408"/>
                      </a:cubicBezTo>
                      <a:cubicBezTo>
                        <a:pt x="3827" y="408"/>
                        <a:pt x="4707" y="803"/>
                        <a:pt x="5356" y="1430"/>
                      </a:cubicBezTo>
                      <a:cubicBezTo>
                        <a:pt x="5393" y="1473"/>
                        <a:pt x="5446" y="1492"/>
                        <a:pt x="5499" y="1492"/>
                      </a:cubicBezTo>
                      <a:cubicBezTo>
                        <a:pt x="5556" y="1492"/>
                        <a:pt x="5613" y="1470"/>
                        <a:pt x="5653" y="1430"/>
                      </a:cubicBezTo>
                      <a:cubicBezTo>
                        <a:pt x="5719" y="1342"/>
                        <a:pt x="5719" y="1221"/>
                        <a:pt x="5642" y="1133"/>
                      </a:cubicBezTo>
                      <a:cubicBezTo>
                        <a:pt x="4927" y="441"/>
                        <a:pt x="3948" y="1"/>
                        <a:pt x="2860" y="1"/>
                      </a:cubicBezTo>
                      <a:close/>
                    </a:path>
                  </a:pathLst>
                </a:custGeom>
                <a:solidFill>
                  <a:srgbClr val="FFFFFF">
                    <a:alpha val="28930"/>
                  </a:srgbClr>
                </a:solidFill>
                <a:ln>
                  <a:noFill/>
                </a:ln>
              </p:spPr>
              <p:txBody>
                <a:bodyPr anchorCtr="0" anchor="ctr" bIns="120000" lIns="120000" spcFirstLastPara="1" rIns="120000" wrap="square" tIns="1200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50" name="Google Shape;2250;p59"/>
                <p:cNvSpPr/>
                <p:nvPr/>
              </p:nvSpPr>
              <p:spPr>
                <a:xfrm rot="1299116">
                  <a:off x="7096799" y="3155614"/>
                  <a:ext cx="339246" cy="109535"/>
                </a:xfrm>
                <a:custGeom>
                  <a:rect b="b" l="l" r="r" t="t"/>
                  <a:pathLst>
                    <a:path extrusionOk="0" h="2145" w="6643">
                      <a:moveTo>
                        <a:pt x="231" y="0"/>
                      </a:moveTo>
                      <a:lnTo>
                        <a:pt x="231" y="11"/>
                      </a:lnTo>
                      <a:cubicBezTo>
                        <a:pt x="187" y="11"/>
                        <a:pt x="154" y="11"/>
                        <a:pt x="121" y="33"/>
                      </a:cubicBezTo>
                      <a:cubicBezTo>
                        <a:pt x="33" y="88"/>
                        <a:pt x="0" y="209"/>
                        <a:pt x="55" y="297"/>
                      </a:cubicBezTo>
                      <a:cubicBezTo>
                        <a:pt x="759" y="1452"/>
                        <a:pt x="1969" y="2145"/>
                        <a:pt x="3322" y="2145"/>
                      </a:cubicBezTo>
                      <a:cubicBezTo>
                        <a:pt x="4674" y="2145"/>
                        <a:pt x="5884" y="1452"/>
                        <a:pt x="6588" y="297"/>
                      </a:cubicBezTo>
                      <a:cubicBezTo>
                        <a:pt x="6643" y="209"/>
                        <a:pt x="6610" y="88"/>
                        <a:pt x="6522" y="33"/>
                      </a:cubicBezTo>
                      <a:cubicBezTo>
                        <a:pt x="6489" y="15"/>
                        <a:pt x="6453" y="6"/>
                        <a:pt x="6419" y="6"/>
                      </a:cubicBezTo>
                      <a:cubicBezTo>
                        <a:pt x="6349" y="6"/>
                        <a:pt x="6283" y="41"/>
                        <a:pt x="6247" y="99"/>
                      </a:cubicBezTo>
                      <a:cubicBezTo>
                        <a:pt x="5631" y="1133"/>
                        <a:pt x="4531" y="1760"/>
                        <a:pt x="3322" y="1760"/>
                      </a:cubicBezTo>
                      <a:cubicBezTo>
                        <a:pt x="2112" y="1760"/>
                        <a:pt x="1012" y="1133"/>
                        <a:pt x="396" y="99"/>
                      </a:cubicBezTo>
                      <a:cubicBezTo>
                        <a:pt x="352" y="33"/>
                        <a:pt x="297" y="0"/>
                        <a:pt x="231" y="0"/>
                      </a:cubicBezTo>
                      <a:close/>
                    </a:path>
                  </a:pathLst>
                </a:custGeom>
                <a:solidFill>
                  <a:srgbClr val="FFFFFF">
                    <a:alpha val="28930"/>
                  </a:srgbClr>
                </a:solidFill>
                <a:ln>
                  <a:noFill/>
                </a:ln>
              </p:spPr>
              <p:txBody>
                <a:bodyPr anchorCtr="0" anchor="ctr" bIns="120000" lIns="120000" spcFirstLastPara="1" rIns="120000" wrap="square" tIns="1200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51" name="Google Shape;2251;p59"/>
                <p:cNvSpPr/>
                <p:nvPr/>
              </p:nvSpPr>
              <p:spPr>
                <a:xfrm rot="1299116">
                  <a:off x="7231780" y="2948434"/>
                  <a:ext cx="168576" cy="276877"/>
                </a:xfrm>
                <a:custGeom>
                  <a:rect b="b" l="l" r="r" t="t"/>
                  <a:pathLst>
                    <a:path extrusionOk="0" h="5422" w="3301">
                      <a:moveTo>
                        <a:pt x="1563" y="0"/>
                      </a:moveTo>
                      <a:cubicBezTo>
                        <a:pt x="1398" y="0"/>
                        <a:pt x="1266" y="121"/>
                        <a:pt x="1266" y="286"/>
                      </a:cubicBezTo>
                      <a:lnTo>
                        <a:pt x="1266" y="297"/>
                      </a:lnTo>
                      <a:cubicBezTo>
                        <a:pt x="1266" y="418"/>
                        <a:pt x="1189" y="539"/>
                        <a:pt x="1057" y="572"/>
                      </a:cubicBezTo>
                      <a:cubicBezTo>
                        <a:pt x="980" y="594"/>
                        <a:pt x="914" y="616"/>
                        <a:pt x="848" y="649"/>
                      </a:cubicBezTo>
                      <a:cubicBezTo>
                        <a:pt x="617" y="748"/>
                        <a:pt x="452" y="902"/>
                        <a:pt x="320" y="1089"/>
                      </a:cubicBezTo>
                      <a:cubicBezTo>
                        <a:pt x="199" y="1276"/>
                        <a:pt x="133" y="1507"/>
                        <a:pt x="133" y="1771"/>
                      </a:cubicBezTo>
                      <a:cubicBezTo>
                        <a:pt x="133" y="2321"/>
                        <a:pt x="441" y="2684"/>
                        <a:pt x="1046" y="2882"/>
                      </a:cubicBezTo>
                      <a:lnTo>
                        <a:pt x="2101" y="3200"/>
                      </a:lnTo>
                      <a:cubicBezTo>
                        <a:pt x="2244" y="3244"/>
                        <a:pt x="2343" y="3299"/>
                        <a:pt x="2409" y="3365"/>
                      </a:cubicBezTo>
                      <a:cubicBezTo>
                        <a:pt x="2475" y="3431"/>
                        <a:pt x="2497" y="3519"/>
                        <a:pt x="2497" y="3629"/>
                      </a:cubicBezTo>
                      <a:cubicBezTo>
                        <a:pt x="2497" y="3783"/>
                        <a:pt x="2431" y="3904"/>
                        <a:pt x="2277" y="4014"/>
                      </a:cubicBezTo>
                      <a:cubicBezTo>
                        <a:pt x="2134" y="4113"/>
                        <a:pt x="1947" y="4168"/>
                        <a:pt x="1728" y="4168"/>
                      </a:cubicBezTo>
                      <a:cubicBezTo>
                        <a:pt x="1486" y="4168"/>
                        <a:pt x="1288" y="4102"/>
                        <a:pt x="1112" y="3959"/>
                      </a:cubicBezTo>
                      <a:cubicBezTo>
                        <a:pt x="1002" y="3871"/>
                        <a:pt x="914" y="3750"/>
                        <a:pt x="848" y="3618"/>
                      </a:cubicBezTo>
                      <a:cubicBezTo>
                        <a:pt x="799" y="3511"/>
                        <a:pt x="690" y="3439"/>
                        <a:pt x="582" y="3439"/>
                      </a:cubicBezTo>
                      <a:cubicBezTo>
                        <a:pt x="568" y="3439"/>
                        <a:pt x="554" y="3440"/>
                        <a:pt x="540" y="3442"/>
                      </a:cubicBezTo>
                      <a:lnTo>
                        <a:pt x="287" y="3486"/>
                      </a:lnTo>
                      <a:cubicBezTo>
                        <a:pt x="111" y="3508"/>
                        <a:pt x="1" y="3695"/>
                        <a:pt x="56" y="3871"/>
                      </a:cubicBezTo>
                      <a:cubicBezTo>
                        <a:pt x="111" y="4014"/>
                        <a:pt x="177" y="4146"/>
                        <a:pt x="265" y="4267"/>
                      </a:cubicBezTo>
                      <a:cubicBezTo>
                        <a:pt x="419" y="4476"/>
                        <a:pt x="617" y="4641"/>
                        <a:pt x="859" y="4751"/>
                      </a:cubicBezTo>
                      <a:cubicBezTo>
                        <a:pt x="925" y="4784"/>
                        <a:pt x="991" y="4806"/>
                        <a:pt x="1057" y="4828"/>
                      </a:cubicBezTo>
                      <a:cubicBezTo>
                        <a:pt x="1178" y="4861"/>
                        <a:pt x="1266" y="4982"/>
                        <a:pt x="1266" y="5103"/>
                      </a:cubicBezTo>
                      <a:lnTo>
                        <a:pt x="1266" y="5125"/>
                      </a:lnTo>
                      <a:cubicBezTo>
                        <a:pt x="1266" y="5290"/>
                        <a:pt x="1398" y="5422"/>
                        <a:pt x="1563" y="5422"/>
                      </a:cubicBezTo>
                      <a:lnTo>
                        <a:pt x="1782" y="5422"/>
                      </a:lnTo>
                      <a:cubicBezTo>
                        <a:pt x="1947" y="5422"/>
                        <a:pt x="2079" y="5290"/>
                        <a:pt x="2079" y="5125"/>
                      </a:cubicBezTo>
                      <a:lnTo>
                        <a:pt x="2079" y="5114"/>
                      </a:lnTo>
                      <a:cubicBezTo>
                        <a:pt x="2079" y="4982"/>
                        <a:pt x="2156" y="4872"/>
                        <a:pt x="2288" y="4839"/>
                      </a:cubicBezTo>
                      <a:cubicBezTo>
                        <a:pt x="2365" y="4806"/>
                        <a:pt x="2453" y="4784"/>
                        <a:pt x="2530" y="4751"/>
                      </a:cubicBezTo>
                      <a:cubicBezTo>
                        <a:pt x="2772" y="4630"/>
                        <a:pt x="2959" y="4476"/>
                        <a:pt x="3102" y="4267"/>
                      </a:cubicBezTo>
                      <a:cubicBezTo>
                        <a:pt x="3234" y="4069"/>
                        <a:pt x="3300" y="3827"/>
                        <a:pt x="3300" y="3563"/>
                      </a:cubicBezTo>
                      <a:cubicBezTo>
                        <a:pt x="3300" y="3255"/>
                        <a:pt x="3223" y="3014"/>
                        <a:pt x="3058" y="2827"/>
                      </a:cubicBezTo>
                      <a:lnTo>
                        <a:pt x="3047" y="2838"/>
                      </a:lnTo>
                      <a:cubicBezTo>
                        <a:pt x="2882" y="2651"/>
                        <a:pt x="2607" y="2497"/>
                        <a:pt x="2233" y="2398"/>
                      </a:cubicBezTo>
                      <a:lnTo>
                        <a:pt x="1486" y="2178"/>
                      </a:lnTo>
                      <a:cubicBezTo>
                        <a:pt x="1288" y="2123"/>
                        <a:pt x="1156" y="2068"/>
                        <a:pt x="1068" y="1991"/>
                      </a:cubicBezTo>
                      <a:cubicBezTo>
                        <a:pt x="980" y="1914"/>
                        <a:pt x="936" y="1826"/>
                        <a:pt x="936" y="1727"/>
                      </a:cubicBezTo>
                      <a:cubicBezTo>
                        <a:pt x="936" y="1628"/>
                        <a:pt x="969" y="1551"/>
                        <a:pt x="1024" y="1474"/>
                      </a:cubicBezTo>
                      <a:cubicBezTo>
                        <a:pt x="1090" y="1397"/>
                        <a:pt x="1178" y="1342"/>
                        <a:pt x="1277" y="1298"/>
                      </a:cubicBezTo>
                      <a:cubicBezTo>
                        <a:pt x="1387" y="1265"/>
                        <a:pt x="1508" y="1243"/>
                        <a:pt x="1640" y="1243"/>
                      </a:cubicBezTo>
                      <a:cubicBezTo>
                        <a:pt x="1771" y="1254"/>
                        <a:pt x="1892" y="1276"/>
                        <a:pt x="2002" y="1331"/>
                      </a:cubicBezTo>
                      <a:cubicBezTo>
                        <a:pt x="2123" y="1386"/>
                        <a:pt x="2211" y="1463"/>
                        <a:pt x="2288" y="1562"/>
                      </a:cubicBezTo>
                      <a:cubicBezTo>
                        <a:pt x="2321" y="1595"/>
                        <a:pt x="2343" y="1639"/>
                        <a:pt x="2365" y="1683"/>
                      </a:cubicBezTo>
                      <a:cubicBezTo>
                        <a:pt x="2423" y="1788"/>
                        <a:pt x="2522" y="1852"/>
                        <a:pt x="2634" y="1852"/>
                      </a:cubicBezTo>
                      <a:cubicBezTo>
                        <a:pt x="2651" y="1852"/>
                        <a:pt x="2667" y="1851"/>
                        <a:pt x="2684" y="1848"/>
                      </a:cubicBezTo>
                      <a:lnTo>
                        <a:pt x="2937" y="1804"/>
                      </a:lnTo>
                      <a:cubicBezTo>
                        <a:pt x="3124" y="1771"/>
                        <a:pt x="3234" y="1562"/>
                        <a:pt x="3146" y="1386"/>
                      </a:cubicBezTo>
                      <a:cubicBezTo>
                        <a:pt x="3091" y="1265"/>
                        <a:pt x="3025" y="1166"/>
                        <a:pt x="2948" y="1067"/>
                      </a:cubicBezTo>
                      <a:cubicBezTo>
                        <a:pt x="2805" y="891"/>
                        <a:pt x="2618" y="748"/>
                        <a:pt x="2398" y="649"/>
                      </a:cubicBezTo>
                      <a:cubicBezTo>
                        <a:pt x="2365" y="627"/>
                        <a:pt x="2321" y="616"/>
                        <a:pt x="2277" y="594"/>
                      </a:cubicBezTo>
                      <a:cubicBezTo>
                        <a:pt x="2156" y="561"/>
                        <a:pt x="2079" y="451"/>
                        <a:pt x="2079" y="319"/>
                      </a:cubicBezTo>
                      <a:lnTo>
                        <a:pt x="2079" y="286"/>
                      </a:lnTo>
                      <a:cubicBezTo>
                        <a:pt x="2079" y="121"/>
                        <a:pt x="1947" y="0"/>
                        <a:pt x="1782" y="0"/>
                      </a:cubicBezTo>
                      <a:close/>
                    </a:path>
                  </a:pathLst>
                </a:custGeom>
                <a:solidFill>
                  <a:srgbClr val="000000">
                    <a:alpha val="26420"/>
                  </a:srgbClr>
                </a:solidFill>
                <a:ln>
                  <a:noFill/>
                </a:ln>
              </p:spPr>
              <p:txBody>
                <a:bodyPr anchorCtr="0" anchor="ctr" bIns="120000" lIns="120000" spcFirstLastPara="1" rIns="120000" wrap="square" tIns="1200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52" name="Google Shape;2252;p59"/>
                <p:cNvSpPr/>
                <p:nvPr/>
              </p:nvSpPr>
              <p:spPr>
                <a:xfrm rot="1299116">
                  <a:off x="7234164" y="2942149"/>
                  <a:ext cx="168576" cy="277439"/>
                </a:xfrm>
                <a:custGeom>
                  <a:rect b="b" l="l" r="r" t="t"/>
                  <a:pathLst>
                    <a:path extrusionOk="0" h="5433" w="3301">
                      <a:moveTo>
                        <a:pt x="3047" y="2838"/>
                      </a:moveTo>
                      <a:cubicBezTo>
                        <a:pt x="2882" y="2651"/>
                        <a:pt x="2607" y="2508"/>
                        <a:pt x="2233" y="2398"/>
                      </a:cubicBezTo>
                      <a:lnTo>
                        <a:pt x="1486" y="2189"/>
                      </a:lnTo>
                      <a:cubicBezTo>
                        <a:pt x="1288" y="2134"/>
                        <a:pt x="1156" y="2068"/>
                        <a:pt x="1068" y="2002"/>
                      </a:cubicBezTo>
                      <a:cubicBezTo>
                        <a:pt x="980" y="1925"/>
                        <a:pt x="936" y="1837"/>
                        <a:pt x="936" y="1738"/>
                      </a:cubicBezTo>
                      <a:cubicBezTo>
                        <a:pt x="936" y="1639"/>
                        <a:pt x="969" y="1562"/>
                        <a:pt x="1024" y="1485"/>
                      </a:cubicBezTo>
                      <a:cubicBezTo>
                        <a:pt x="1090" y="1408"/>
                        <a:pt x="1178" y="1353"/>
                        <a:pt x="1277" y="1309"/>
                      </a:cubicBezTo>
                      <a:cubicBezTo>
                        <a:pt x="1387" y="1265"/>
                        <a:pt x="1508" y="1254"/>
                        <a:pt x="1640" y="1254"/>
                      </a:cubicBezTo>
                      <a:cubicBezTo>
                        <a:pt x="1771" y="1254"/>
                        <a:pt x="1892" y="1287"/>
                        <a:pt x="2002" y="1342"/>
                      </a:cubicBezTo>
                      <a:cubicBezTo>
                        <a:pt x="2123" y="1397"/>
                        <a:pt x="2211" y="1474"/>
                        <a:pt x="2288" y="1562"/>
                      </a:cubicBezTo>
                      <a:cubicBezTo>
                        <a:pt x="2321" y="1606"/>
                        <a:pt x="2343" y="1650"/>
                        <a:pt x="2365" y="1694"/>
                      </a:cubicBezTo>
                      <a:cubicBezTo>
                        <a:pt x="2431" y="1804"/>
                        <a:pt x="2552" y="1881"/>
                        <a:pt x="2684" y="1859"/>
                      </a:cubicBezTo>
                      <a:lnTo>
                        <a:pt x="2937" y="1815"/>
                      </a:lnTo>
                      <a:cubicBezTo>
                        <a:pt x="3124" y="1771"/>
                        <a:pt x="3234" y="1573"/>
                        <a:pt x="3146" y="1397"/>
                      </a:cubicBezTo>
                      <a:cubicBezTo>
                        <a:pt x="3091" y="1276"/>
                        <a:pt x="3025" y="1177"/>
                        <a:pt x="2948" y="1078"/>
                      </a:cubicBezTo>
                      <a:cubicBezTo>
                        <a:pt x="2805" y="891"/>
                        <a:pt x="2618" y="759"/>
                        <a:pt x="2398" y="660"/>
                      </a:cubicBezTo>
                      <a:cubicBezTo>
                        <a:pt x="2365" y="638"/>
                        <a:pt x="2321" y="616"/>
                        <a:pt x="2277" y="605"/>
                      </a:cubicBezTo>
                      <a:cubicBezTo>
                        <a:pt x="2156" y="572"/>
                        <a:pt x="2079" y="451"/>
                        <a:pt x="2079" y="330"/>
                      </a:cubicBezTo>
                      <a:lnTo>
                        <a:pt x="2079" y="297"/>
                      </a:lnTo>
                      <a:cubicBezTo>
                        <a:pt x="2079" y="132"/>
                        <a:pt x="1947" y="0"/>
                        <a:pt x="1782" y="0"/>
                      </a:cubicBezTo>
                      <a:lnTo>
                        <a:pt x="1563" y="0"/>
                      </a:lnTo>
                      <a:cubicBezTo>
                        <a:pt x="1398" y="0"/>
                        <a:pt x="1266" y="132"/>
                        <a:pt x="1266" y="297"/>
                      </a:cubicBezTo>
                      <a:lnTo>
                        <a:pt x="1266" y="297"/>
                      </a:lnTo>
                      <a:cubicBezTo>
                        <a:pt x="1266" y="429"/>
                        <a:pt x="1189" y="550"/>
                        <a:pt x="1057" y="583"/>
                      </a:cubicBezTo>
                      <a:cubicBezTo>
                        <a:pt x="980" y="605"/>
                        <a:pt x="914" y="627"/>
                        <a:pt x="848" y="660"/>
                      </a:cubicBezTo>
                      <a:cubicBezTo>
                        <a:pt x="617" y="759"/>
                        <a:pt x="452" y="902"/>
                        <a:pt x="320" y="1100"/>
                      </a:cubicBezTo>
                      <a:cubicBezTo>
                        <a:pt x="199" y="1287"/>
                        <a:pt x="133" y="1518"/>
                        <a:pt x="133" y="1771"/>
                      </a:cubicBezTo>
                      <a:cubicBezTo>
                        <a:pt x="133" y="2332"/>
                        <a:pt x="441" y="2695"/>
                        <a:pt x="1046" y="2882"/>
                      </a:cubicBezTo>
                      <a:lnTo>
                        <a:pt x="2101" y="3211"/>
                      </a:lnTo>
                      <a:cubicBezTo>
                        <a:pt x="2244" y="3255"/>
                        <a:pt x="2343" y="3310"/>
                        <a:pt x="2409" y="3376"/>
                      </a:cubicBezTo>
                      <a:cubicBezTo>
                        <a:pt x="2475" y="3442"/>
                        <a:pt x="2497" y="3530"/>
                        <a:pt x="2497" y="3629"/>
                      </a:cubicBezTo>
                      <a:cubicBezTo>
                        <a:pt x="2497" y="3783"/>
                        <a:pt x="2431" y="3915"/>
                        <a:pt x="2277" y="4025"/>
                      </a:cubicBezTo>
                      <a:cubicBezTo>
                        <a:pt x="2134" y="4124"/>
                        <a:pt x="1947" y="4179"/>
                        <a:pt x="1728" y="4179"/>
                      </a:cubicBezTo>
                      <a:cubicBezTo>
                        <a:pt x="1486" y="4179"/>
                        <a:pt x="1288" y="4113"/>
                        <a:pt x="1112" y="3970"/>
                      </a:cubicBezTo>
                      <a:cubicBezTo>
                        <a:pt x="1002" y="3882"/>
                        <a:pt x="914" y="3761"/>
                        <a:pt x="848" y="3629"/>
                      </a:cubicBezTo>
                      <a:cubicBezTo>
                        <a:pt x="793" y="3508"/>
                        <a:pt x="661" y="3431"/>
                        <a:pt x="540" y="3453"/>
                      </a:cubicBezTo>
                      <a:lnTo>
                        <a:pt x="287" y="3486"/>
                      </a:lnTo>
                      <a:cubicBezTo>
                        <a:pt x="111" y="3519"/>
                        <a:pt x="1" y="3706"/>
                        <a:pt x="56" y="3882"/>
                      </a:cubicBezTo>
                      <a:cubicBezTo>
                        <a:pt x="111" y="4025"/>
                        <a:pt x="177" y="4157"/>
                        <a:pt x="265" y="4278"/>
                      </a:cubicBezTo>
                      <a:cubicBezTo>
                        <a:pt x="419" y="4487"/>
                        <a:pt x="617" y="4641"/>
                        <a:pt x="859" y="4762"/>
                      </a:cubicBezTo>
                      <a:cubicBezTo>
                        <a:pt x="925" y="4784"/>
                        <a:pt x="991" y="4817"/>
                        <a:pt x="1057" y="4839"/>
                      </a:cubicBezTo>
                      <a:cubicBezTo>
                        <a:pt x="1178" y="4872"/>
                        <a:pt x="1266" y="4982"/>
                        <a:pt x="1266" y="5114"/>
                      </a:cubicBezTo>
                      <a:lnTo>
                        <a:pt x="1266" y="5136"/>
                      </a:lnTo>
                      <a:cubicBezTo>
                        <a:pt x="1266" y="5301"/>
                        <a:pt x="1398" y="5433"/>
                        <a:pt x="1563" y="5433"/>
                      </a:cubicBezTo>
                      <a:lnTo>
                        <a:pt x="1782" y="5433"/>
                      </a:lnTo>
                      <a:cubicBezTo>
                        <a:pt x="1947" y="5433"/>
                        <a:pt x="2079" y="5301"/>
                        <a:pt x="2079" y="5136"/>
                      </a:cubicBezTo>
                      <a:lnTo>
                        <a:pt x="2079" y="5125"/>
                      </a:lnTo>
                      <a:cubicBezTo>
                        <a:pt x="2079" y="4993"/>
                        <a:pt x="2156" y="4883"/>
                        <a:pt x="2288" y="4839"/>
                      </a:cubicBezTo>
                      <a:cubicBezTo>
                        <a:pt x="2365" y="4817"/>
                        <a:pt x="2453" y="4795"/>
                        <a:pt x="2530" y="4751"/>
                      </a:cubicBezTo>
                      <a:cubicBezTo>
                        <a:pt x="2772" y="4641"/>
                        <a:pt x="2959" y="4487"/>
                        <a:pt x="3102" y="4278"/>
                      </a:cubicBezTo>
                      <a:cubicBezTo>
                        <a:pt x="3234" y="4080"/>
                        <a:pt x="3300" y="3838"/>
                        <a:pt x="3300" y="3574"/>
                      </a:cubicBezTo>
                      <a:cubicBezTo>
                        <a:pt x="3300" y="3266"/>
                        <a:pt x="3223" y="3025"/>
                        <a:pt x="3058" y="2838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120000" lIns="120000" spcFirstLastPara="1" rIns="120000" wrap="square" tIns="1200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53" name="Google Shape;2253;p59"/>
                <p:cNvSpPr/>
                <p:nvPr/>
              </p:nvSpPr>
              <p:spPr>
                <a:xfrm rot="1299116">
                  <a:off x="7465795" y="3065524"/>
                  <a:ext cx="26453" cy="157741"/>
                </a:xfrm>
                <a:custGeom>
                  <a:rect b="b" l="l" r="r" t="t"/>
                  <a:pathLst>
                    <a:path extrusionOk="0" h="3089" w="518">
                      <a:moveTo>
                        <a:pt x="113" y="1"/>
                      </a:moveTo>
                      <a:cubicBezTo>
                        <a:pt x="101" y="1"/>
                        <a:pt x="89" y="3"/>
                        <a:pt x="78" y="9"/>
                      </a:cubicBezTo>
                      <a:cubicBezTo>
                        <a:pt x="23" y="31"/>
                        <a:pt x="1" y="97"/>
                        <a:pt x="23" y="141"/>
                      </a:cubicBezTo>
                      <a:cubicBezTo>
                        <a:pt x="221" y="592"/>
                        <a:pt x="320" y="1054"/>
                        <a:pt x="320" y="1549"/>
                      </a:cubicBezTo>
                      <a:cubicBezTo>
                        <a:pt x="320" y="2032"/>
                        <a:pt x="221" y="2505"/>
                        <a:pt x="23" y="2956"/>
                      </a:cubicBezTo>
                      <a:cubicBezTo>
                        <a:pt x="1" y="3000"/>
                        <a:pt x="23" y="3066"/>
                        <a:pt x="78" y="3088"/>
                      </a:cubicBezTo>
                      <a:lnTo>
                        <a:pt x="111" y="3088"/>
                      </a:lnTo>
                      <a:cubicBezTo>
                        <a:pt x="155" y="3088"/>
                        <a:pt x="188" y="3066"/>
                        <a:pt x="210" y="3033"/>
                      </a:cubicBezTo>
                      <a:cubicBezTo>
                        <a:pt x="419" y="2560"/>
                        <a:pt x="518" y="2065"/>
                        <a:pt x="518" y="1549"/>
                      </a:cubicBezTo>
                      <a:cubicBezTo>
                        <a:pt x="518" y="1032"/>
                        <a:pt x="419" y="537"/>
                        <a:pt x="210" y="64"/>
                      </a:cubicBezTo>
                      <a:cubicBezTo>
                        <a:pt x="185" y="23"/>
                        <a:pt x="149" y="1"/>
                        <a:pt x="113" y="1"/>
                      </a:cubicBezTo>
                      <a:close/>
                    </a:path>
                  </a:pathLst>
                </a:custGeom>
                <a:solidFill>
                  <a:srgbClr val="FFFFFF">
                    <a:alpha val="28930"/>
                  </a:srgbClr>
                </a:solidFill>
                <a:ln>
                  <a:noFill/>
                </a:ln>
              </p:spPr>
              <p:txBody>
                <a:bodyPr anchorCtr="0" anchor="ctr" bIns="120000" lIns="120000" spcFirstLastPara="1" rIns="120000" wrap="square" tIns="1200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54" name="Google Shape;2254;p59"/>
                <p:cNvSpPr/>
                <p:nvPr/>
              </p:nvSpPr>
              <p:spPr>
                <a:xfrm rot="1299116">
                  <a:off x="7143757" y="2937681"/>
                  <a:ext cx="26453" cy="157741"/>
                </a:xfrm>
                <a:custGeom>
                  <a:rect b="b" l="l" r="r" t="t"/>
                  <a:pathLst>
                    <a:path extrusionOk="0" h="3089" w="518">
                      <a:moveTo>
                        <a:pt x="409" y="1"/>
                      </a:moveTo>
                      <a:cubicBezTo>
                        <a:pt x="370" y="1"/>
                        <a:pt x="336" y="23"/>
                        <a:pt x="319" y="64"/>
                      </a:cubicBezTo>
                      <a:cubicBezTo>
                        <a:pt x="110" y="537"/>
                        <a:pt x="0" y="1032"/>
                        <a:pt x="0" y="1549"/>
                      </a:cubicBezTo>
                      <a:cubicBezTo>
                        <a:pt x="0" y="2065"/>
                        <a:pt x="110" y="2560"/>
                        <a:pt x="319" y="3033"/>
                      </a:cubicBezTo>
                      <a:cubicBezTo>
                        <a:pt x="330" y="3066"/>
                        <a:pt x="363" y="3088"/>
                        <a:pt x="407" y="3088"/>
                      </a:cubicBezTo>
                      <a:lnTo>
                        <a:pt x="451" y="3088"/>
                      </a:lnTo>
                      <a:cubicBezTo>
                        <a:pt x="495" y="3055"/>
                        <a:pt x="517" y="3000"/>
                        <a:pt x="495" y="2956"/>
                      </a:cubicBezTo>
                      <a:cubicBezTo>
                        <a:pt x="297" y="2505"/>
                        <a:pt x="198" y="2032"/>
                        <a:pt x="198" y="1549"/>
                      </a:cubicBezTo>
                      <a:cubicBezTo>
                        <a:pt x="198" y="1054"/>
                        <a:pt x="297" y="592"/>
                        <a:pt x="495" y="141"/>
                      </a:cubicBezTo>
                      <a:cubicBezTo>
                        <a:pt x="517" y="97"/>
                        <a:pt x="495" y="31"/>
                        <a:pt x="451" y="9"/>
                      </a:cubicBezTo>
                      <a:cubicBezTo>
                        <a:pt x="437" y="3"/>
                        <a:pt x="423" y="1"/>
                        <a:pt x="409" y="1"/>
                      </a:cubicBezTo>
                      <a:close/>
                    </a:path>
                  </a:pathLst>
                </a:custGeom>
                <a:solidFill>
                  <a:srgbClr val="FFFFFF">
                    <a:alpha val="28930"/>
                  </a:srgbClr>
                </a:solidFill>
                <a:ln>
                  <a:noFill/>
                </a:ln>
              </p:spPr>
              <p:txBody>
                <a:bodyPr anchorCtr="0" anchor="ctr" bIns="120000" lIns="120000" spcFirstLastPara="1" rIns="120000" wrap="square" tIns="1200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255" name="Google Shape;2255;p59"/>
              <p:cNvGrpSpPr/>
              <p:nvPr/>
            </p:nvGrpSpPr>
            <p:grpSpPr>
              <a:xfrm rot="-2056678">
                <a:off x="6549176" y="2195545"/>
                <a:ext cx="444527" cy="444460"/>
                <a:chOff x="7021088" y="2783855"/>
                <a:chExt cx="593696" cy="593606"/>
              </a:xfrm>
            </p:grpSpPr>
            <p:sp>
              <p:nvSpPr>
                <p:cNvPr id="2256" name="Google Shape;2256;p59"/>
                <p:cNvSpPr/>
                <p:nvPr/>
              </p:nvSpPr>
              <p:spPr>
                <a:xfrm rot="1299116">
                  <a:off x="7089328" y="2852063"/>
                  <a:ext cx="457214" cy="457189"/>
                </a:xfrm>
                <a:custGeom>
                  <a:rect b="b" l="l" r="r" t="t"/>
                  <a:pathLst>
                    <a:path extrusionOk="0" h="8953" w="8953">
                      <a:moveTo>
                        <a:pt x="4477" y="1"/>
                      </a:moveTo>
                      <a:cubicBezTo>
                        <a:pt x="2002" y="1"/>
                        <a:pt x="1" y="2002"/>
                        <a:pt x="1" y="4477"/>
                      </a:cubicBezTo>
                      <a:cubicBezTo>
                        <a:pt x="1" y="6951"/>
                        <a:pt x="2002" y="8952"/>
                        <a:pt x="4477" y="8952"/>
                      </a:cubicBezTo>
                      <a:cubicBezTo>
                        <a:pt x="6951" y="8952"/>
                        <a:pt x="8952" y="6951"/>
                        <a:pt x="8952" y="4477"/>
                      </a:cubicBezTo>
                      <a:cubicBezTo>
                        <a:pt x="8952" y="2002"/>
                        <a:pt x="6951" y="1"/>
                        <a:pt x="4477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120000" lIns="120000" spcFirstLastPara="1" rIns="120000" wrap="square" tIns="1200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57" name="Google Shape;2257;p59"/>
                <p:cNvSpPr/>
                <p:nvPr/>
              </p:nvSpPr>
              <p:spPr>
                <a:xfrm rot="1299116">
                  <a:off x="7089328" y="2852063"/>
                  <a:ext cx="457214" cy="457189"/>
                </a:xfrm>
                <a:custGeom>
                  <a:rect b="b" l="l" r="r" t="t"/>
                  <a:pathLst>
                    <a:path extrusionOk="0" h="8953" w="8953">
                      <a:moveTo>
                        <a:pt x="4477" y="1"/>
                      </a:moveTo>
                      <a:cubicBezTo>
                        <a:pt x="2002" y="1"/>
                        <a:pt x="1" y="2002"/>
                        <a:pt x="1" y="4477"/>
                      </a:cubicBezTo>
                      <a:cubicBezTo>
                        <a:pt x="1" y="6951"/>
                        <a:pt x="2002" y="8952"/>
                        <a:pt x="4477" y="8952"/>
                      </a:cubicBezTo>
                      <a:cubicBezTo>
                        <a:pt x="6951" y="8952"/>
                        <a:pt x="8952" y="6951"/>
                        <a:pt x="8952" y="4477"/>
                      </a:cubicBezTo>
                      <a:cubicBezTo>
                        <a:pt x="8952" y="2002"/>
                        <a:pt x="6951" y="1"/>
                        <a:pt x="4477" y="1"/>
                      </a:cubicBezTo>
                      <a:close/>
                    </a:path>
                  </a:pathLst>
                </a:custGeom>
                <a:solidFill>
                  <a:srgbClr val="000000">
                    <a:alpha val="11950"/>
                  </a:srgbClr>
                </a:solidFill>
                <a:ln>
                  <a:noFill/>
                </a:ln>
              </p:spPr>
              <p:txBody>
                <a:bodyPr anchorCtr="0" anchor="ctr" bIns="120000" lIns="120000" spcFirstLastPara="1" rIns="120000" wrap="square" tIns="1200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58" name="Google Shape;2258;p59"/>
                <p:cNvSpPr/>
                <p:nvPr/>
              </p:nvSpPr>
              <p:spPr>
                <a:xfrm rot="1299116">
                  <a:off x="7114606" y="2877342"/>
                  <a:ext cx="406656" cy="406634"/>
                </a:xfrm>
                <a:custGeom>
                  <a:rect b="b" l="l" r="r" t="t"/>
                  <a:pathLst>
                    <a:path extrusionOk="0" h="7963" w="7963">
                      <a:moveTo>
                        <a:pt x="3982" y="1"/>
                      </a:moveTo>
                      <a:cubicBezTo>
                        <a:pt x="1782" y="1"/>
                        <a:pt x="1" y="1782"/>
                        <a:pt x="1" y="3982"/>
                      </a:cubicBezTo>
                      <a:cubicBezTo>
                        <a:pt x="1" y="6181"/>
                        <a:pt x="1782" y="7963"/>
                        <a:pt x="3982" y="7963"/>
                      </a:cubicBezTo>
                      <a:cubicBezTo>
                        <a:pt x="6181" y="7963"/>
                        <a:pt x="7963" y="6181"/>
                        <a:pt x="7963" y="3982"/>
                      </a:cubicBezTo>
                      <a:cubicBezTo>
                        <a:pt x="7963" y="1782"/>
                        <a:pt x="6181" y="1"/>
                        <a:pt x="3982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120000" lIns="120000" spcFirstLastPara="1" rIns="120000" wrap="square" tIns="1200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59" name="Google Shape;2259;p59"/>
                <p:cNvSpPr/>
                <p:nvPr/>
              </p:nvSpPr>
              <p:spPr>
                <a:xfrm rot="1299116">
                  <a:off x="7232874" y="2889005"/>
                  <a:ext cx="292059" cy="76241"/>
                </a:xfrm>
                <a:custGeom>
                  <a:rect b="b" l="l" r="r" t="t"/>
                  <a:pathLst>
                    <a:path extrusionOk="0" h="1493" w="5719">
                      <a:moveTo>
                        <a:pt x="2860" y="1"/>
                      </a:moveTo>
                      <a:cubicBezTo>
                        <a:pt x="1782" y="1"/>
                        <a:pt x="792" y="441"/>
                        <a:pt x="77" y="1133"/>
                      </a:cubicBezTo>
                      <a:cubicBezTo>
                        <a:pt x="0" y="1221"/>
                        <a:pt x="0" y="1342"/>
                        <a:pt x="66" y="1430"/>
                      </a:cubicBezTo>
                      <a:cubicBezTo>
                        <a:pt x="112" y="1470"/>
                        <a:pt x="169" y="1492"/>
                        <a:pt x="224" y="1492"/>
                      </a:cubicBezTo>
                      <a:cubicBezTo>
                        <a:pt x="276" y="1492"/>
                        <a:pt x="326" y="1473"/>
                        <a:pt x="363" y="1430"/>
                      </a:cubicBezTo>
                      <a:cubicBezTo>
                        <a:pt x="1012" y="803"/>
                        <a:pt x="1892" y="408"/>
                        <a:pt x="2860" y="408"/>
                      </a:cubicBezTo>
                      <a:cubicBezTo>
                        <a:pt x="3827" y="408"/>
                        <a:pt x="4707" y="803"/>
                        <a:pt x="5356" y="1430"/>
                      </a:cubicBezTo>
                      <a:cubicBezTo>
                        <a:pt x="5393" y="1473"/>
                        <a:pt x="5446" y="1492"/>
                        <a:pt x="5499" y="1492"/>
                      </a:cubicBezTo>
                      <a:cubicBezTo>
                        <a:pt x="5556" y="1492"/>
                        <a:pt x="5613" y="1470"/>
                        <a:pt x="5653" y="1430"/>
                      </a:cubicBezTo>
                      <a:cubicBezTo>
                        <a:pt x="5719" y="1342"/>
                        <a:pt x="5719" y="1221"/>
                        <a:pt x="5642" y="1133"/>
                      </a:cubicBezTo>
                      <a:cubicBezTo>
                        <a:pt x="4927" y="441"/>
                        <a:pt x="3948" y="1"/>
                        <a:pt x="2860" y="1"/>
                      </a:cubicBezTo>
                      <a:close/>
                    </a:path>
                  </a:pathLst>
                </a:custGeom>
                <a:solidFill>
                  <a:srgbClr val="FFFFFF">
                    <a:alpha val="28930"/>
                  </a:srgbClr>
                </a:solidFill>
                <a:ln>
                  <a:noFill/>
                </a:ln>
              </p:spPr>
              <p:txBody>
                <a:bodyPr anchorCtr="0" anchor="ctr" bIns="120000" lIns="120000" spcFirstLastPara="1" rIns="120000" wrap="square" tIns="1200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60" name="Google Shape;2260;p59"/>
                <p:cNvSpPr/>
                <p:nvPr/>
              </p:nvSpPr>
              <p:spPr>
                <a:xfrm rot="1299116">
                  <a:off x="7096799" y="3155614"/>
                  <a:ext cx="339246" cy="109535"/>
                </a:xfrm>
                <a:custGeom>
                  <a:rect b="b" l="l" r="r" t="t"/>
                  <a:pathLst>
                    <a:path extrusionOk="0" h="2145" w="6643">
                      <a:moveTo>
                        <a:pt x="231" y="0"/>
                      </a:moveTo>
                      <a:lnTo>
                        <a:pt x="231" y="11"/>
                      </a:lnTo>
                      <a:cubicBezTo>
                        <a:pt x="187" y="11"/>
                        <a:pt x="154" y="11"/>
                        <a:pt x="121" y="33"/>
                      </a:cubicBezTo>
                      <a:cubicBezTo>
                        <a:pt x="33" y="88"/>
                        <a:pt x="0" y="209"/>
                        <a:pt x="55" y="297"/>
                      </a:cubicBezTo>
                      <a:cubicBezTo>
                        <a:pt x="759" y="1452"/>
                        <a:pt x="1969" y="2145"/>
                        <a:pt x="3322" y="2145"/>
                      </a:cubicBezTo>
                      <a:cubicBezTo>
                        <a:pt x="4674" y="2145"/>
                        <a:pt x="5884" y="1452"/>
                        <a:pt x="6588" y="297"/>
                      </a:cubicBezTo>
                      <a:cubicBezTo>
                        <a:pt x="6643" y="209"/>
                        <a:pt x="6610" y="88"/>
                        <a:pt x="6522" y="33"/>
                      </a:cubicBezTo>
                      <a:cubicBezTo>
                        <a:pt x="6489" y="15"/>
                        <a:pt x="6453" y="6"/>
                        <a:pt x="6419" y="6"/>
                      </a:cubicBezTo>
                      <a:cubicBezTo>
                        <a:pt x="6349" y="6"/>
                        <a:pt x="6283" y="41"/>
                        <a:pt x="6247" y="99"/>
                      </a:cubicBezTo>
                      <a:cubicBezTo>
                        <a:pt x="5631" y="1133"/>
                        <a:pt x="4531" y="1760"/>
                        <a:pt x="3322" y="1760"/>
                      </a:cubicBezTo>
                      <a:cubicBezTo>
                        <a:pt x="2112" y="1760"/>
                        <a:pt x="1012" y="1133"/>
                        <a:pt x="396" y="99"/>
                      </a:cubicBezTo>
                      <a:cubicBezTo>
                        <a:pt x="352" y="33"/>
                        <a:pt x="297" y="0"/>
                        <a:pt x="231" y="0"/>
                      </a:cubicBezTo>
                      <a:close/>
                    </a:path>
                  </a:pathLst>
                </a:custGeom>
                <a:solidFill>
                  <a:srgbClr val="FFFFFF">
                    <a:alpha val="28930"/>
                  </a:srgbClr>
                </a:solidFill>
                <a:ln>
                  <a:noFill/>
                </a:ln>
              </p:spPr>
              <p:txBody>
                <a:bodyPr anchorCtr="0" anchor="ctr" bIns="120000" lIns="120000" spcFirstLastPara="1" rIns="120000" wrap="square" tIns="1200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61" name="Google Shape;2261;p59"/>
                <p:cNvSpPr/>
                <p:nvPr/>
              </p:nvSpPr>
              <p:spPr>
                <a:xfrm rot="1299116">
                  <a:off x="7231780" y="2948434"/>
                  <a:ext cx="168576" cy="276877"/>
                </a:xfrm>
                <a:custGeom>
                  <a:rect b="b" l="l" r="r" t="t"/>
                  <a:pathLst>
                    <a:path extrusionOk="0" h="5422" w="3301">
                      <a:moveTo>
                        <a:pt x="1563" y="0"/>
                      </a:moveTo>
                      <a:cubicBezTo>
                        <a:pt x="1398" y="0"/>
                        <a:pt x="1266" y="121"/>
                        <a:pt x="1266" y="286"/>
                      </a:cubicBezTo>
                      <a:lnTo>
                        <a:pt x="1266" y="297"/>
                      </a:lnTo>
                      <a:cubicBezTo>
                        <a:pt x="1266" y="418"/>
                        <a:pt x="1189" y="539"/>
                        <a:pt x="1057" y="572"/>
                      </a:cubicBezTo>
                      <a:cubicBezTo>
                        <a:pt x="980" y="594"/>
                        <a:pt x="914" y="616"/>
                        <a:pt x="848" y="649"/>
                      </a:cubicBezTo>
                      <a:cubicBezTo>
                        <a:pt x="617" y="748"/>
                        <a:pt x="452" y="902"/>
                        <a:pt x="320" y="1089"/>
                      </a:cubicBezTo>
                      <a:cubicBezTo>
                        <a:pt x="199" y="1276"/>
                        <a:pt x="133" y="1507"/>
                        <a:pt x="133" y="1771"/>
                      </a:cubicBezTo>
                      <a:cubicBezTo>
                        <a:pt x="133" y="2321"/>
                        <a:pt x="441" y="2684"/>
                        <a:pt x="1046" y="2882"/>
                      </a:cubicBezTo>
                      <a:lnTo>
                        <a:pt x="2101" y="3200"/>
                      </a:lnTo>
                      <a:cubicBezTo>
                        <a:pt x="2244" y="3244"/>
                        <a:pt x="2343" y="3299"/>
                        <a:pt x="2409" y="3365"/>
                      </a:cubicBezTo>
                      <a:cubicBezTo>
                        <a:pt x="2475" y="3431"/>
                        <a:pt x="2497" y="3519"/>
                        <a:pt x="2497" y="3629"/>
                      </a:cubicBezTo>
                      <a:cubicBezTo>
                        <a:pt x="2497" y="3783"/>
                        <a:pt x="2431" y="3904"/>
                        <a:pt x="2277" y="4014"/>
                      </a:cubicBezTo>
                      <a:cubicBezTo>
                        <a:pt x="2134" y="4113"/>
                        <a:pt x="1947" y="4168"/>
                        <a:pt x="1728" y="4168"/>
                      </a:cubicBezTo>
                      <a:cubicBezTo>
                        <a:pt x="1486" y="4168"/>
                        <a:pt x="1288" y="4102"/>
                        <a:pt x="1112" y="3959"/>
                      </a:cubicBezTo>
                      <a:cubicBezTo>
                        <a:pt x="1002" y="3871"/>
                        <a:pt x="914" y="3750"/>
                        <a:pt x="848" y="3618"/>
                      </a:cubicBezTo>
                      <a:cubicBezTo>
                        <a:pt x="799" y="3511"/>
                        <a:pt x="690" y="3439"/>
                        <a:pt x="582" y="3439"/>
                      </a:cubicBezTo>
                      <a:cubicBezTo>
                        <a:pt x="568" y="3439"/>
                        <a:pt x="554" y="3440"/>
                        <a:pt x="540" y="3442"/>
                      </a:cubicBezTo>
                      <a:lnTo>
                        <a:pt x="287" y="3486"/>
                      </a:lnTo>
                      <a:cubicBezTo>
                        <a:pt x="111" y="3508"/>
                        <a:pt x="1" y="3695"/>
                        <a:pt x="56" y="3871"/>
                      </a:cubicBezTo>
                      <a:cubicBezTo>
                        <a:pt x="111" y="4014"/>
                        <a:pt x="177" y="4146"/>
                        <a:pt x="265" y="4267"/>
                      </a:cubicBezTo>
                      <a:cubicBezTo>
                        <a:pt x="419" y="4476"/>
                        <a:pt x="617" y="4641"/>
                        <a:pt x="859" y="4751"/>
                      </a:cubicBezTo>
                      <a:cubicBezTo>
                        <a:pt x="925" y="4784"/>
                        <a:pt x="991" y="4806"/>
                        <a:pt x="1057" y="4828"/>
                      </a:cubicBezTo>
                      <a:cubicBezTo>
                        <a:pt x="1178" y="4861"/>
                        <a:pt x="1266" y="4982"/>
                        <a:pt x="1266" y="5103"/>
                      </a:cubicBezTo>
                      <a:lnTo>
                        <a:pt x="1266" y="5125"/>
                      </a:lnTo>
                      <a:cubicBezTo>
                        <a:pt x="1266" y="5290"/>
                        <a:pt x="1398" y="5422"/>
                        <a:pt x="1563" y="5422"/>
                      </a:cubicBezTo>
                      <a:lnTo>
                        <a:pt x="1782" y="5422"/>
                      </a:lnTo>
                      <a:cubicBezTo>
                        <a:pt x="1947" y="5422"/>
                        <a:pt x="2079" y="5290"/>
                        <a:pt x="2079" y="5125"/>
                      </a:cubicBezTo>
                      <a:lnTo>
                        <a:pt x="2079" y="5114"/>
                      </a:lnTo>
                      <a:cubicBezTo>
                        <a:pt x="2079" y="4982"/>
                        <a:pt x="2156" y="4872"/>
                        <a:pt x="2288" y="4839"/>
                      </a:cubicBezTo>
                      <a:cubicBezTo>
                        <a:pt x="2365" y="4806"/>
                        <a:pt x="2453" y="4784"/>
                        <a:pt x="2530" y="4751"/>
                      </a:cubicBezTo>
                      <a:cubicBezTo>
                        <a:pt x="2772" y="4630"/>
                        <a:pt x="2959" y="4476"/>
                        <a:pt x="3102" y="4267"/>
                      </a:cubicBezTo>
                      <a:cubicBezTo>
                        <a:pt x="3234" y="4069"/>
                        <a:pt x="3300" y="3827"/>
                        <a:pt x="3300" y="3563"/>
                      </a:cubicBezTo>
                      <a:cubicBezTo>
                        <a:pt x="3300" y="3255"/>
                        <a:pt x="3223" y="3014"/>
                        <a:pt x="3058" y="2827"/>
                      </a:cubicBezTo>
                      <a:lnTo>
                        <a:pt x="3047" y="2838"/>
                      </a:lnTo>
                      <a:cubicBezTo>
                        <a:pt x="2882" y="2651"/>
                        <a:pt x="2607" y="2497"/>
                        <a:pt x="2233" y="2398"/>
                      </a:cubicBezTo>
                      <a:lnTo>
                        <a:pt x="1486" y="2178"/>
                      </a:lnTo>
                      <a:cubicBezTo>
                        <a:pt x="1288" y="2123"/>
                        <a:pt x="1156" y="2068"/>
                        <a:pt x="1068" y="1991"/>
                      </a:cubicBezTo>
                      <a:cubicBezTo>
                        <a:pt x="980" y="1914"/>
                        <a:pt x="936" y="1826"/>
                        <a:pt x="936" y="1727"/>
                      </a:cubicBezTo>
                      <a:cubicBezTo>
                        <a:pt x="936" y="1628"/>
                        <a:pt x="969" y="1551"/>
                        <a:pt x="1024" y="1474"/>
                      </a:cubicBezTo>
                      <a:cubicBezTo>
                        <a:pt x="1090" y="1397"/>
                        <a:pt x="1178" y="1342"/>
                        <a:pt x="1277" y="1298"/>
                      </a:cubicBezTo>
                      <a:cubicBezTo>
                        <a:pt x="1387" y="1265"/>
                        <a:pt x="1508" y="1243"/>
                        <a:pt x="1640" y="1243"/>
                      </a:cubicBezTo>
                      <a:cubicBezTo>
                        <a:pt x="1771" y="1254"/>
                        <a:pt x="1892" y="1276"/>
                        <a:pt x="2002" y="1331"/>
                      </a:cubicBezTo>
                      <a:cubicBezTo>
                        <a:pt x="2123" y="1386"/>
                        <a:pt x="2211" y="1463"/>
                        <a:pt x="2288" y="1562"/>
                      </a:cubicBezTo>
                      <a:cubicBezTo>
                        <a:pt x="2321" y="1595"/>
                        <a:pt x="2343" y="1639"/>
                        <a:pt x="2365" y="1683"/>
                      </a:cubicBezTo>
                      <a:cubicBezTo>
                        <a:pt x="2423" y="1788"/>
                        <a:pt x="2522" y="1852"/>
                        <a:pt x="2634" y="1852"/>
                      </a:cubicBezTo>
                      <a:cubicBezTo>
                        <a:pt x="2651" y="1852"/>
                        <a:pt x="2667" y="1851"/>
                        <a:pt x="2684" y="1848"/>
                      </a:cubicBezTo>
                      <a:lnTo>
                        <a:pt x="2937" y="1804"/>
                      </a:lnTo>
                      <a:cubicBezTo>
                        <a:pt x="3124" y="1771"/>
                        <a:pt x="3234" y="1562"/>
                        <a:pt x="3146" y="1386"/>
                      </a:cubicBezTo>
                      <a:cubicBezTo>
                        <a:pt x="3091" y="1265"/>
                        <a:pt x="3025" y="1166"/>
                        <a:pt x="2948" y="1067"/>
                      </a:cubicBezTo>
                      <a:cubicBezTo>
                        <a:pt x="2805" y="891"/>
                        <a:pt x="2618" y="748"/>
                        <a:pt x="2398" y="649"/>
                      </a:cubicBezTo>
                      <a:cubicBezTo>
                        <a:pt x="2365" y="627"/>
                        <a:pt x="2321" y="616"/>
                        <a:pt x="2277" y="594"/>
                      </a:cubicBezTo>
                      <a:cubicBezTo>
                        <a:pt x="2156" y="561"/>
                        <a:pt x="2079" y="451"/>
                        <a:pt x="2079" y="319"/>
                      </a:cubicBezTo>
                      <a:lnTo>
                        <a:pt x="2079" y="286"/>
                      </a:lnTo>
                      <a:cubicBezTo>
                        <a:pt x="2079" y="121"/>
                        <a:pt x="1947" y="0"/>
                        <a:pt x="1782" y="0"/>
                      </a:cubicBezTo>
                      <a:close/>
                    </a:path>
                  </a:pathLst>
                </a:custGeom>
                <a:solidFill>
                  <a:srgbClr val="000000">
                    <a:alpha val="26420"/>
                  </a:srgbClr>
                </a:solidFill>
                <a:ln>
                  <a:noFill/>
                </a:ln>
              </p:spPr>
              <p:txBody>
                <a:bodyPr anchorCtr="0" anchor="ctr" bIns="120000" lIns="120000" spcFirstLastPara="1" rIns="120000" wrap="square" tIns="1200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62" name="Google Shape;2262;p59"/>
                <p:cNvSpPr/>
                <p:nvPr/>
              </p:nvSpPr>
              <p:spPr>
                <a:xfrm rot="1299116">
                  <a:off x="7234164" y="2942149"/>
                  <a:ext cx="168576" cy="277439"/>
                </a:xfrm>
                <a:custGeom>
                  <a:rect b="b" l="l" r="r" t="t"/>
                  <a:pathLst>
                    <a:path extrusionOk="0" h="5433" w="3301">
                      <a:moveTo>
                        <a:pt x="3047" y="2838"/>
                      </a:moveTo>
                      <a:cubicBezTo>
                        <a:pt x="2882" y="2651"/>
                        <a:pt x="2607" y="2508"/>
                        <a:pt x="2233" y="2398"/>
                      </a:cubicBezTo>
                      <a:lnTo>
                        <a:pt x="1486" y="2189"/>
                      </a:lnTo>
                      <a:cubicBezTo>
                        <a:pt x="1288" y="2134"/>
                        <a:pt x="1156" y="2068"/>
                        <a:pt x="1068" y="2002"/>
                      </a:cubicBezTo>
                      <a:cubicBezTo>
                        <a:pt x="980" y="1925"/>
                        <a:pt x="936" y="1837"/>
                        <a:pt x="936" y="1738"/>
                      </a:cubicBezTo>
                      <a:cubicBezTo>
                        <a:pt x="936" y="1639"/>
                        <a:pt x="969" y="1562"/>
                        <a:pt x="1024" y="1485"/>
                      </a:cubicBezTo>
                      <a:cubicBezTo>
                        <a:pt x="1090" y="1408"/>
                        <a:pt x="1178" y="1353"/>
                        <a:pt x="1277" y="1309"/>
                      </a:cubicBezTo>
                      <a:cubicBezTo>
                        <a:pt x="1387" y="1265"/>
                        <a:pt x="1508" y="1254"/>
                        <a:pt x="1640" y="1254"/>
                      </a:cubicBezTo>
                      <a:cubicBezTo>
                        <a:pt x="1771" y="1254"/>
                        <a:pt x="1892" y="1287"/>
                        <a:pt x="2002" y="1342"/>
                      </a:cubicBezTo>
                      <a:cubicBezTo>
                        <a:pt x="2123" y="1397"/>
                        <a:pt x="2211" y="1474"/>
                        <a:pt x="2288" y="1562"/>
                      </a:cubicBezTo>
                      <a:cubicBezTo>
                        <a:pt x="2321" y="1606"/>
                        <a:pt x="2343" y="1650"/>
                        <a:pt x="2365" y="1694"/>
                      </a:cubicBezTo>
                      <a:cubicBezTo>
                        <a:pt x="2431" y="1804"/>
                        <a:pt x="2552" y="1881"/>
                        <a:pt x="2684" y="1859"/>
                      </a:cubicBezTo>
                      <a:lnTo>
                        <a:pt x="2937" y="1815"/>
                      </a:lnTo>
                      <a:cubicBezTo>
                        <a:pt x="3124" y="1771"/>
                        <a:pt x="3234" y="1573"/>
                        <a:pt x="3146" y="1397"/>
                      </a:cubicBezTo>
                      <a:cubicBezTo>
                        <a:pt x="3091" y="1276"/>
                        <a:pt x="3025" y="1177"/>
                        <a:pt x="2948" y="1078"/>
                      </a:cubicBezTo>
                      <a:cubicBezTo>
                        <a:pt x="2805" y="891"/>
                        <a:pt x="2618" y="759"/>
                        <a:pt x="2398" y="660"/>
                      </a:cubicBezTo>
                      <a:cubicBezTo>
                        <a:pt x="2365" y="638"/>
                        <a:pt x="2321" y="616"/>
                        <a:pt x="2277" y="605"/>
                      </a:cubicBezTo>
                      <a:cubicBezTo>
                        <a:pt x="2156" y="572"/>
                        <a:pt x="2079" y="451"/>
                        <a:pt x="2079" y="330"/>
                      </a:cubicBezTo>
                      <a:lnTo>
                        <a:pt x="2079" y="297"/>
                      </a:lnTo>
                      <a:cubicBezTo>
                        <a:pt x="2079" y="132"/>
                        <a:pt x="1947" y="0"/>
                        <a:pt x="1782" y="0"/>
                      </a:cubicBezTo>
                      <a:lnTo>
                        <a:pt x="1563" y="0"/>
                      </a:lnTo>
                      <a:cubicBezTo>
                        <a:pt x="1398" y="0"/>
                        <a:pt x="1266" y="132"/>
                        <a:pt x="1266" y="297"/>
                      </a:cubicBezTo>
                      <a:lnTo>
                        <a:pt x="1266" y="297"/>
                      </a:lnTo>
                      <a:cubicBezTo>
                        <a:pt x="1266" y="429"/>
                        <a:pt x="1189" y="550"/>
                        <a:pt x="1057" y="583"/>
                      </a:cubicBezTo>
                      <a:cubicBezTo>
                        <a:pt x="980" y="605"/>
                        <a:pt x="914" y="627"/>
                        <a:pt x="848" y="660"/>
                      </a:cubicBezTo>
                      <a:cubicBezTo>
                        <a:pt x="617" y="759"/>
                        <a:pt x="452" y="902"/>
                        <a:pt x="320" y="1100"/>
                      </a:cubicBezTo>
                      <a:cubicBezTo>
                        <a:pt x="199" y="1287"/>
                        <a:pt x="133" y="1518"/>
                        <a:pt x="133" y="1771"/>
                      </a:cubicBezTo>
                      <a:cubicBezTo>
                        <a:pt x="133" y="2332"/>
                        <a:pt x="441" y="2695"/>
                        <a:pt x="1046" y="2882"/>
                      </a:cubicBezTo>
                      <a:lnTo>
                        <a:pt x="2101" y="3211"/>
                      </a:lnTo>
                      <a:cubicBezTo>
                        <a:pt x="2244" y="3255"/>
                        <a:pt x="2343" y="3310"/>
                        <a:pt x="2409" y="3376"/>
                      </a:cubicBezTo>
                      <a:cubicBezTo>
                        <a:pt x="2475" y="3442"/>
                        <a:pt x="2497" y="3530"/>
                        <a:pt x="2497" y="3629"/>
                      </a:cubicBezTo>
                      <a:cubicBezTo>
                        <a:pt x="2497" y="3783"/>
                        <a:pt x="2431" y="3915"/>
                        <a:pt x="2277" y="4025"/>
                      </a:cubicBezTo>
                      <a:cubicBezTo>
                        <a:pt x="2134" y="4124"/>
                        <a:pt x="1947" y="4179"/>
                        <a:pt x="1728" y="4179"/>
                      </a:cubicBezTo>
                      <a:cubicBezTo>
                        <a:pt x="1486" y="4179"/>
                        <a:pt x="1288" y="4113"/>
                        <a:pt x="1112" y="3970"/>
                      </a:cubicBezTo>
                      <a:cubicBezTo>
                        <a:pt x="1002" y="3882"/>
                        <a:pt x="914" y="3761"/>
                        <a:pt x="848" y="3629"/>
                      </a:cubicBezTo>
                      <a:cubicBezTo>
                        <a:pt x="793" y="3508"/>
                        <a:pt x="661" y="3431"/>
                        <a:pt x="540" y="3453"/>
                      </a:cubicBezTo>
                      <a:lnTo>
                        <a:pt x="287" y="3486"/>
                      </a:lnTo>
                      <a:cubicBezTo>
                        <a:pt x="111" y="3519"/>
                        <a:pt x="1" y="3706"/>
                        <a:pt x="56" y="3882"/>
                      </a:cubicBezTo>
                      <a:cubicBezTo>
                        <a:pt x="111" y="4025"/>
                        <a:pt x="177" y="4157"/>
                        <a:pt x="265" y="4278"/>
                      </a:cubicBezTo>
                      <a:cubicBezTo>
                        <a:pt x="419" y="4487"/>
                        <a:pt x="617" y="4641"/>
                        <a:pt x="859" y="4762"/>
                      </a:cubicBezTo>
                      <a:cubicBezTo>
                        <a:pt x="925" y="4784"/>
                        <a:pt x="991" y="4817"/>
                        <a:pt x="1057" y="4839"/>
                      </a:cubicBezTo>
                      <a:cubicBezTo>
                        <a:pt x="1178" y="4872"/>
                        <a:pt x="1266" y="4982"/>
                        <a:pt x="1266" y="5114"/>
                      </a:cubicBezTo>
                      <a:lnTo>
                        <a:pt x="1266" y="5136"/>
                      </a:lnTo>
                      <a:cubicBezTo>
                        <a:pt x="1266" y="5301"/>
                        <a:pt x="1398" y="5433"/>
                        <a:pt x="1563" y="5433"/>
                      </a:cubicBezTo>
                      <a:lnTo>
                        <a:pt x="1782" y="5433"/>
                      </a:lnTo>
                      <a:cubicBezTo>
                        <a:pt x="1947" y="5433"/>
                        <a:pt x="2079" y="5301"/>
                        <a:pt x="2079" y="5136"/>
                      </a:cubicBezTo>
                      <a:lnTo>
                        <a:pt x="2079" y="5125"/>
                      </a:lnTo>
                      <a:cubicBezTo>
                        <a:pt x="2079" y="4993"/>
                        <a:pt x="2156" y="4883"/>
                        <a:pt x="2288" y="4839"/>
                      </a:cubicBezTo>
                      <a:cubicBezTo>
                        <a:pt x="2365" y="4817"/>
                        <a:pt x="2453" y="4795"/>
                        <a:pt x="2530" y="4751"/>
                      </a:cubicBezTo>
                      <a:cubicBezTo>
                        <a:pt x="2772" y="4641"/>
                        <a:pt x="2959" y="4487"/>
                        <a:pt x="3102" y="4278"/>
                      </a:cubicBezTo>
                      <a:cubicBezTo>
                        <a:pt x="3234" y="4080"/>
                        <a:pt x="3300" y="3838"/>
                        <a:pt x="3300" y="3574"/>
                      </a:cubicBezTo>
                      <a:cubicBezTo>
                        <a:pt x="3300" y="3266"/>
                        <a:pt x="3223" y="3025"/>
                        <a:pt x="3058" y="2838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120000" lIns="120000" spcFirstLastPara="1" rIns="120000" wrap="square" tIns="1200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63" name="Google Shape;2263;p59"/>
                <p:cNvSpPr/>
                <p:nvPr/>
              </p:nvSpPr>
              <p:spPr>
                <a:xfrm rot="1299116">
                  <a:off x="7465795" y="3065524"/>
                  <a:ext cx="26453" cy="157741"/>
                </a:xfrm>
                <a:custGeom>
                  <a:rect b="b" l="l" r="r" t="t"/>
                  <a:pathLst>
                    <a:path extrusionOk="0" h="3089" w="518">
                      <a:moveTo>
                        <a:pt x="113" y="1"/>
                      </a:moveTo>
                      <a:cubicBezTo>
                        <a:pt x="101" y="1"/>
                        <a:pt x="89" y="3"/>
                        <a:pt x="78" y="9"/>
                      </a:cubicBezTo>
                      <a:cubicBezTo>
                        <a:pt x="23" y="31"/>
                        <a:pt x="1" y="97"/>
                        <a:pt x="23" y="141"/>
                      </a:cubicBezTo>
                      <a:cubicBezTo>
                        <a:pt x="221" y="592"/>
                        <a:pt x="320" y="1054"/>
                        <a:pt x="320" y="1549"/>
                      </a:cubicBezTo>
                      <a:cubicBezTo>
                        <a:pt x="320" y="2032"/>
                        <a:pt x="221" y="2505"/>
                        <a:pt x="23" y="2956"/>
                      </a:cubicBezTo>
                      <a:cubicBezTo>
                        <a:pt x="1" y="3000"/>
                        <a:pt x="23" y="3066"/>
                        <a:pt x="78" y="3088"/>
                      </a:cubicBezTo>
                      <a:lnTo>
                        <a:pt x="111" y="3088"/>
                      </a:lnTo>
                      <a:cubicBezTo>
                        <a:pt x="155" y="3088"/>
                        <a:pt x="188" y="3066"/>
                        <a:pt x="210" y="3033"/>
                      </a:cubicBezTo>
                      <a:cubicBezTo>
                        <a:pt x="419" y="2560"/>
                        <a:pt x="518" y="2065"/>
                        <a:pt x="518" y="1549"/>
                      </a:cubicBezTo>
                      <a:cubicBezTo>
                        <a:pt x="518" y="1032"/>
                        <a:pt x="419" y="537"/>
                        <a:pt x="210" y="64"/>
                      </a:cubicBezTo>
                      <a:cubicBezTo>
                        <a:pt x="185" y="23"/>
                        <a:pt x="149" y="1"/>
                        <a:pt x="113" y="1"/>
                      </a:cubicBezTo>
                      <a:close/>
                    </a:path>
                  </a:pathLst>
                </a:custGeom>
                <a:solidFill>
                  <a:srgbClr val="FFFFFF">
                    <a:alpha val="28930"/>
                  </a:srgbClr>
                </a:solidFill>
                <a:ln>
                  <a:noFill/>
                </a:ln>
              </p:spPr>
              <p:txBody>
                <a:bodyPr anchorCtr="0" anchor="ctr" bIns="120000" lIns="120000" spcFirstLastPara="1" rIns="120000" wrap="square" tIns="1200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64" name="Google Shape;2264;p59"/>
                <p:cNvSpPr/>
                <p:nvPr/>
              </p:nvSpPr>
              <p:spPr>
                <a:xfrm rot="1299116">
                  <a:off x="7143757" y="2937681"/>
                  <a:ext cx="26453" cy="157741"/>
                </a:xfrm>
                <a:custGeom>
                  <a:rect b="b" l="l" r="r" t="t"/>
                  <a:pathLst>
                    <a:path extrusionOk="0" h="3089" w="518">
                      <a:moveTo>
                        <a:pt x="409" y="1"/>
                      </a:moveTo>
                      <a:cubicBezTo>
                        <a:pt x="370" y="1"/>
                        <a:pt x="336" y="23"/>
                        <a:pt x="319" y="64"/>
                      </a:cubicBezTo>
                      <a:cubicBezTo>
                        <a:pt x="110" y="537"/>
                        <a:pt x="0" y="1032"/>
                        <a:pt x="0" y="1549"/>
                      </a:cubicBezTo>
                      <a:cubicBezTo>
                        <a:pt x="0" y="2065"/>
                        <a:pt x="110" y="2560"/>
                        <a:pt x="319" y="3033"/>
                      </a:cubicBezTo>
                      <a:cubicBezTo>
                        <a:pt x="330" y="3066"/>
                        <a:pt x="363" y="3088"/>
                        <a:pt x="407" y="3088"/>
                      </a:cubicBezTo>
                      <a:lnTo>
                        <a:pt x="451" y="3088"/>
                      </a:lnTo>
                      <a:cubicBezTo>
                        <a:pt x="495" y="3055"/>
                        <a:pt x="517" y="3000"/>
                        <a:pt x="495" y="2956"/>
                      </a:cubicBezTo>
                      <a:cubicBezTo>
                        <a:pt x="297" y="2505"/>
                        <a:pt x="198" y="2032"/>
                        <a:pt x="198" y="1549"/>
                      </a:cubicBezTo>
                      <a:cubicBezTo>
                        <a:pt x="198" y="1054"/>
                        <a:pt x="297" y="592"/>
                        <a:pt x="495" y="141"/>
                      </a:cubicBezTo>
                      <a:cubicBezTo>
                        <a:pt x="517" y="97"/>
                        <a:pt x="495" y="31"/>
                        <a:pt x="451" y="9"/>
                      </a:cubicBezTo>
                      <a:cubicBezTo>
                        <a:pt x="437" y="3"/>
                        <a:pt x="423" y="1"/>
                        <a:pt x="409" y="1"/>
                      </a:cubicBezTo>
                      <a:close/>
                    </a:path>
                  </a:pathLst>
                </a:custGeom>
                <a:solidFill>
                  <a:srgbClr val="FFFFFF">
                    <a:alpha val="28930"/>
                  </a:srgbClr>
                </a:solidFill>
                <a:ln>
                  <a:noFill/>
                </a:ln>
              </p:spPr>
              <p:txBody>
                <a:bodyPr anchorCtr="0" anchor="ctr" bIns="120000" lIns="120000" spcFirstLastPara="1" rIns="120000" wrap="square" tIns="1200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2265" name="Google Shape;2265;p59"/>
            <p:cNvSpPr/>
            <p:nvPr/>
          </p:nvSpPr>
          <p:spPr>
            <a:xfrm rot="5400000">
              <a:off x="3310125" y="3877375"/>
              <a:ext cx="958800" cy="27000"/>
            </a:xfrm>
            <a:prstGeom prst="roundRect">
              <a:avLst>
                <a:gd fmla="val 50000" name="adj"/>
              </a:avLst>
            </a:prstGeom>
            <a:solidFill>
              <a:srgbClr val="FFFFFF">
                <a:alpha val="28930"/>
              </a:srgbClr>
            </a:solidFill>
            <a:ln>
              <a:noFill/>
            </a:ln>
          </p:spPr>
          <p:txBody>
            <a:bodyPr anchorCtr="0" anchor="ctr" bIns="120000" lIns="120000" spcFirstLastPara="1" rIns="120000" wrap="square" tIns="120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9" name="Shape 2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0" name="Google Shape;2270;p60"/>
          <p:cNvSpPr txBox="1"/>
          <p:nvPr>
            <p:ph type="title"/>
          </p:nvPr>
        </p:nvSpPr>
        <p:spPr>
          <a:xfrm>
            <a:off x="713225" y="520925"/>
            <a:ext cx="7717500" cy="7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 WORTH ANALYSIS</a:t>
            </a:r>
            <a:endParaRPr/>
          </a:p>
        </p:txBody>
      </p:sp>
      <p:sp>
        <p:nvSpPr>
          <p:cNvPr id="2271" name="Google Shape;2271;p60"/>
          <p:cNvSpPr txBox="1"/>
          <p:nvPr>
            <p:ph idx="2" type="title"/>
          </p:nvPr>
        </p:nvSpPr>
        <p:spPr>
          <a:xfrm>
            <a:off x="1449450" y="1754925"/>
            <a:ext cx="2241000" cy="92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Concept</a:t>
            </a:r>
            <a:endParaRPr sz="3300"/>
          </a:p>
        </p:txBody>
      </p:sp>
      <p:sp>
        <p:nvSpPr>
          <p:cNvPr id="2272" name="Google Shape;2272;p60"/>
          <p:cNvSpPr txBox="1"/>
          <p:nvPr>
            <p:ph idx="3" type="subTitle"/>
          </p:nvPr>
        </p:nvSpPr>
        <p:spPr>
          <a:xfrm>
            <a:off x="1449450" y="2561223"/>
            <a:ext cx="2241000" cy="182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</a:t>
            </a:r>
            <a:r>
              <a:rPr lang="en"/>
              <a:t>onverts future money to today's value.</a:t>
            </a:r>
            <a:endParaRPr/>
          </a:p>
        </p:txBody>
      </p:sp>
      <p:cxnSp>
        <p:nvCxnSpPr>
          <p:cNvPr id="2273" name="Google Shape;2273;p60"/>
          <p:cNvCxnSpPr/>
          <p:nvPr/>
        </p:nvCxnSpPr>
        <p:spPr>
          <a:xfrm>
            <a:off x="1683175" y="2674550"/>
            <a:ext cx="177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74" name="Google Shape;2274;p60"/>
          <p:cNvSpPr txBox="1"/>
          <p:nvPr>
            <p:ph idx="2" type="title"/>
          </p:nvPr>
        </p:nvSpPr>
        <p:spPr>
          <a:xfrm>
            <a:off x="5499525" y="1754925"/>
            <a:ext cx="2241000" cy="92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Formula</a:t>
            </a:r>
            <a:endParaRPr sz="3300"/>
          </a:p>
        </p:txBody>
      </p:sp>
      <p:sp>
        <p:nvSpPr>
          <p:cNvPr id="2275" name="Google Shape;2275;p60"/>
          <p:cNvSpPr txBox="1"/>
          <p:nvPr>
            <p:ph idx="3" type="subTitle"/>
          </p:nvPr>
        </p:nvSpPr>
        <p:spPr>
          <a:xfrm>
            <a:off x="5382200" y="2078200"/>
            <a:ext cx="3159300" cy="182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P=F/(1+i)</a:t>
            </a:r>
            <a:r>
              <a:rPr baseline="30000" lang="en" sz="2500"/>
              <a:t>n</a:t>
            </a:r>
            <a:endParaRPr baseline="30000" sz="25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rPr>
              <a:t>P= A [((1+i)ⁿ-1)/i(1+i)</a:t>
            </a:r>
            <a:r>
              <a:rPr b="1" baseline="30000" lang="en" sz="2100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rPr>
              <a:t>n</a:t>
            </a:r>
            <a:r>
              <a:rPr b="1" lang="en" sz="2100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rPr>
              <a:t>]</a:t>
            </a:r>
            <a:r>
              <a:rPr b="1"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aseline="30000" sz="2800"/>
          </a:p>
        </p:txBody>
      </p:sp>
      <p:cxnSp>
        <p:nvCxnSpPr>
          <p:cNvPr id="2276" name="Google Shape;2276;p60"/>
          <p:cNvCxnSpPr/>
          <p:nvPr/>
        </p:nvCxnSpPr>
        <p:spPr>
          <a:xfrm>
            <a:off x="5733250" y="2674550"/>
            <a:ext cx="177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0" name="Shape 2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81" name="Google Shape;2281;p61"/>
          <p:cNvGraphicFramePr/>
          <p:nvPr/>
        </p:nvGraphicFramePr>
        <p:xfrm>
          <a:off x="6156200" y="312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{37FBCB3F-9DCB-4E94-A9EF-FC1B87420307}</a:tableStyleId>
              </a:tblPr>
              <a:tblGrid>
                <a:gridCol w="1170850"/>
              </a:tblGrid>
              <a:tr h="317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PW Result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+5,629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+11,650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2282" name="Google Shape;2282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1886" y="312198"/>
            <a:ext cx="3847701" cy="31424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3" name="Google Shape;2283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17763" y="1715626"/>
            <a:ext cx="3847702" cy="3215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7" name="Shape 2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8" name="Google Shape;2288;p62"/>
          <p:cNvSpPr txBox="1"/>
          <p:nvPr>
            <p:ph type="title"/>
          </p:nvPr>
        </p:nvSpPr>
        <p:spPr>
          <a:xfrm>
            <a:off x="5456275" y="2122025"/>
            <a:ext cx="2974500" cy="23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Rate of </a:t>
            </a:r>
            <a:r>
              <a:rPr lang="en">
                <a:solidFill>
                  <a:schemeClr val="lt2"/>
                </a:solidFill>
              </a:rPr>
              <a:t>Return</a:t>
            </a:r>
            <a:endParaRPr>
              <a:solidFill>
                <a:schemeClr val="lt2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Analysis</a:t>
            </a:r>
            <a:endParaRPr>
              <a:solidFill>
                <a:schemeClr val="lt2"/>
              </a:solidFill>
            </a:endParaRPr>
          </a:p>
        </p:txBody>
      </p:sp>
      <p:cxnSp>
        <p:nvCxnSpPr>
          <p:cNvPr id="2289" name="Google Shape;2289;p62"/>
          <p:cNvCxnSpPr/>
          <p:nvPr/>
        </p:nvCxnSpPr>
        <p:spPr>
          <a:xfrm>
            <a:off x="7576150" y="2068150"/>
            <a:ext cx="7293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290" name="Google Shape;2290;p62"/>
          <p:cNvGrpSpPr/>
          <p:nvPr/>
        </p:nvGrpSpPr>
        <p:grpSpPr>
          <a:xfrm>
            <a:off x="1331688" y="1242733"/>
            <a:ext cx="2303815" cy="2658033"/>
            <a:chOff x="1598538" y="1762441"/>
            <a:chExt cx="2303815" cy="2658033"/>
          </a:xfrm>
        </p:grpSpPr>
        <p:sp>
          <p:nvSpPr>
            <p:cNvPr id="2291" name="Google Shape;2291;p62"/>
            <p:cNvSpPr/>
            <p:nvPr/>
          </p:nvSpPr>
          <p:spPr>
            <a:xfrm>
              <a:off x="1598538" y="4247675"/>
              <a:ext cx="2303815" cy="172799"/>
            </a:xfrm>
            <a:custGeom>
              <a:rect b="b" l="l" r="r" t="t"/>
              <a:pathLst>
                <a:path extrusionOk="0" h="1134" w="14022">
                  <a:moveTo>
                    <a:pt x="7006" y="0"/>
                  </a:moveTo>
                  <a:cubicBezTo>
                    <a:pt x="3135" y="0"/>
                    <a:pt x="0" y="253"/>
                    <a:pt x="0" y="572"/>
                  </a:cubicBezTo>
                  <a:cubicBezTo>
                    <a:pt x="0" y="880"/>
                    <a:pt x="3135" y="1133"/>
                    <a:pt x="7006" y="1133"/>
                  </a:cubicBezTo>
                  <a:cubicBezTo>
                    <a:pt x="10877" y="1133"/>
                    <a:pt x="14022" y="880"/>
                    <a:pt x="14022" y="572"/>
                  </a:cubicBezTo>
                  <a:cubicBezTo>
                    <a:pt x="14022" y="253"/>
                    <a:pt x="10877" y="0"/>
                    <a:pt x="7006" y="0"/>
                  </a:cubicBezTo>
                  <a:close/>
                </a:path>
              </a:pathLst>
            </a:custGeom>
            <a:solidFill>
              <a:srgbClr val="000000">
                <a:alpha val="119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2" name="Google Shape;2292;p62"/>
            <p:cNvSpPr/>
            <p:nvPr/>
          </p:nvSpPr>
          <p:spPr>
            <a:xfrm>
              <a:off x="1828720" y="2898471"/>
              <a:ext cx="1843462" cy="1413043"/>
            </a:xfrm>
            <a:custGeom>
              <a:rect b="b" l="l" r="r" t="t"/>
              <a:pathLst>
                <a:path extrusionOk="0" h="9273" w="12097">
                  <a:moveTo>
                    <a:pt x="10617" y="0"/>
                  </a:moveTo>
                  <a:cubicBezTo>
                    <a:pt x="10597" y="0"/>
                    <a:pt x="10577" y="1"/>
                    <a:pt x="10557" y="2"/>
                  </a:cubicBezTo>
                  <a:lnTo>
                    <a:pt x="352" y="453"/>
                  </a:lnTo>
                  <a:cubicBezTo>
                    <a:pt x="154" y="464"/>
                    <a:pt x="0" y="629"/>
                    <a:pt x="11" y="827"/>
                  </a:cubicBezTo>
                  <a:lnTo>
                    <a:pt x="374" y="8931"/>
                  </a:lnTo>
                  <a:cubicBezTo>
                    <a:pt x="385" y="9129"/>
                    <a:pt x="550" y="9272"/>
                    <a:pt x="737" y="9272"/>
                  </a:cubicBezTo>
                  <a:lnTo>
                    <a:pt x="10942" y="8811"/>
                  </a:lnTo>
                  <a:cubicBezTo>
                    <a:pt x="11602" y="8789"/>
                    <a:pt x="12097" y="8228"/>
                    <a:pt x="12075" y="7579"/>
                  </a:cubicBezTo>
                  <a:lnTo>
                    <a:pt x="11789" y="1124"/>
                  </a:lnTo>
                  <a:cubicBezTo>
                    <a:pt x="11757" y="495"/>
                    <a:pt x="11240" y="0"/>
                    <a:pt x="1061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3" name="Google Shape;2293;p62"/>
            <p:cNvSpPr/>
            <p:nvPr/>
          </p:nvSpPr>
          <p:spPr>
            <a:xfrm>
              <a:off x="1828720" y="2898471"/>
              <a:ext cx="1843462" cy="1413043"/>
            </a:xfrm>
            <a:custGeom>
              <a:rect b="b" l="l" r="r" t="t"/>
              <a:pathLst>
                <a:path extrusionOk="0" h="9273" w="12097">
                  <a:moveTo>
                    <a:pt x="10617" y="0"/>
                  </a:moveTo>
                  <a:cubicBezTo>
                    <a:pt x="10597" y="0"/>
                    <a:pt x="10577" y="1"/>
                    <a:pt x="10557" y="2"/>
                  </a:cubicBezTo>
                  <a:lnTo>
                    <a:pt x="352" y="453"/>
                  </a:lnTo>
                  <a:cubicBezTo>
                    <a:pt x="154" y="464"/>
                    <a:pt x="0" y="629"/>
                    <a:pt x="11" y="827"/>
                  </a:cubicBezTo>
                  <a:lnTo>
                    <a:pt x="374" y="8931"/>
                  </a:lnTo>
                  <a:cubicBezTo>
                    <a:pt x="385" y="9129"/>
                    <a:pt x="550" y="9272"/>
                    <a:pt x="737" y="9272"/>
                  </a:cubicBezTo>
                  <a:lnTo>
                    <a:pt x="10942" y="8811"/>
                  </a:lnTo>
                  <a:cubicBezTo>
                    <a:pt x="11602" y="8789"/>
                    <a:pt x="12097" y="8228"/>
                    <a:pt x="12075" y="7579"/>
                  </a:cubicBezTo>
                  <a:lnTo>
                    <a:pt x="11789" y="1124"/>
                  </a:lnTo>
                  <a:cubicBezTo>
                    <a:pt x="11757" y="495"/>
                    <a:pt x="11240" y="0"/>
                    <a:pt x="10617" y="0"/>
                  </a:cubicBezTo>
                  <a:close/>
                </a:path>
              </a:pathLst>
            </a:custGeom>
            <a:solidFill>
              <a:srgbClr val="000000">
                <a:alpha val="264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4" name="Google Shape;2294;p62"/>
            <p:cNvSpPr/>
            <p:nvPr/>
          </p:nvSpPr>
          <p:spPr>
            <a:xfrm>
              <a:off x="2081682" y="1762441"/>
              <a:ext cx="1364348" cy="1364281"/>
            </a:xfrm>
            <a:custGeom>
              <a:rect b="b" l="l" r="r" t="t"/>
              <a:pathLst>
                <a:path extrusionOk="0" h="8953" w="8953">
                  <a:moveTo>
                    <a:pt x="4477" y="1"/>
                  </a:moveTo>
                  <a:cubicBezTo>
                    <a:pt x="2002" y="1"/>
                    <a:pt x="1" y="2002"/>
                    <a:pt x="1" y="4477"/>
                  </a:cubicBezTo>
                  <a:cubicBezTo>
                    <a:pt x="1" y="6951"/>
                    <a:pt x="2002" y="8952"/>
                    <a:pt x="4477" y="8952"/>
                  </a:cubicBezTo>
                  <a:cubicBezTo>
                    <a:pt x="6951" y="8952"/>
                    <a:pt x="8952" y="6951"/>
                    <a:pt x="8952" y="4477"/>
                  </a:cubicBezTo>
                  <a:cubicBezTo>
                    <a:pt x="8952" y="2002"/>
                    <a:pt x="6951" y="1"/>
                    <a:pt x="44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5" name="Google Shape;2295;p62"/>
            <p:cNvSpPr/>
            <p:nvPr/>
          </p:nvSpPr>
          <p:spPr>
            <a:xfrm>
              <a:off x="2157113" y="1837871"/>
              <a:ext cx="1213482" cy="1213422"/>
            </a:xfrm>
            <a:custGeom>
              <a:rect b="b" l="l" r="r" t="t"/>
              <a:pathLst>
                <a:path extrusionOk="0" h="7963" w="7963">
                  <a:moveTo>
                    <a:pt x="3982" y="1"/>
                  </a:moveTo>
                  <a:cubicBezTo>
                    <a:pt x="1782" y="1"/>
                    <a:pt x="1" y="1782"/>
                    <a:pt x="1" y="3982"/>
                  </a:cubicBezTo>
                  <a:cubicBezTo>
                    <a:pt x="1" y="6181"/>
                    <a:pt x="1782" y="7963"/>
                    <a:pt x="3982" y="7963"/>
                  </a:cubicBezTo>
                  <a:cubicBezTo>
                    <a:pt x="6181" y="7963"/>
                    <a:pt x="7963" y="6181"/>
                    <a:pt x="7963" y="3982"/>
                  </a:cubicBezTo>
                  <a:cubicBezTo>
                    <a:pt x="7963" y="1782"/>
                    <a:pt x="6181" y="1"/>
                    <a:pt x="398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6" name="Google Shape;2296;p62"/>
            <p:cNvSpPr/>
            <p:nvPr/>
          </p:nvSpPr>
          <p:spPr>
            <a:xfrm>
              <a:off x="2328091" y="1837871"/>
              <a:ext cx="871518" cy="227507"/>
            </a:xfrm>
            <a:custGeom>
              <a:rect b="b" l="l" r="r" t="t"/>
              <a:pathLst>
                <a:path extrusionOk="0" h="1493" w="5719">
                  <a:moveTo>
                    <a:pt x="2860" y="1"/>
                  </a:moveTo>
                  <a:cubicBezTo>
                    <a:pt x="1782" y="1"/>
                    <a:pt x="792" y="441"/>
                    <a:pt x="77" y="1133"/>
                  </a:cubicBezTo>
                  <a:cubicBezTo>
                    <a:pt x="0" y="1221"/>
                    <a:pt x="0" y="1342"/>
                    <a:pt x="66" y="1430"/>
                  </a:cubicBezTo>
                  <a:cubicBezTo>
                    <a:pt x="112" y="1470"/>
                    <a:pt x="169" y="1492"/>
                    <a:pt x="224" y="1492"/>
                  </a:cubicBezTo>
                  <a:cubicBezTo>
                    <a:pt x="276" y="1492"/>
                    <a:pt x="326" y="1473"/>
                    <a:pt x="363" y="1430"/>
                  </a:cubicBezTo>
                  <a:cubicBezTo>
                    <a:pt x="1012" y="803"/>
                    <a:pt x="1892" y="408"/>
                    <a:pt x="2860" y="408"/>
                  </a:cubicBezTo>
                  <a:cubicBezTo>
                    <a:pt x="3827" y="408"/>
                    <a:pt x="4707" y="803"/>
                    <a:pt x="5356" y="1430"/>
                  </a:cubicBezTo>
                  <a:cubicBezTo>
                    <a:pt x="5393" y="1473"/>
                    <a:pt x="5446" y="1492"/>
                    <a:pt x="5499" y="1492"/>
                  </a:cubicBezTo>
                  <a:cubicBezTo>
                    <a:pt x="5556" y="1492"/>
                    <a:pt x="5613" y="1470"/>
                    <a:pt x="5653" y="1430"/>
                  </a:cubicBezTo>
                  <a:cubicBezTo>
                    <a:pt x="5719" y="1342"/>
                    <a:pt x="5719" y="1221"/>
                    <a:pt x="5642" y="1133"/>
                  </a:cubicBezTo>
                  <a:cubicBezTo>
                    <a:pt x="4927" y="441"/>
                    <a:pt x="3948" y="1"/>
                    <a:pt x="2860" y="1"/>
                  </a:cubicBezTo>
                  <a:close/>
                </a:path>
              </a:pathLst>
            </a:custGeom>
            <a:solidFill>
              <a:srgbClr val="000000">
                <a:alpha val="119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7" name="Google Shape;2297;p62"/>
            <p:cNvSpPr/>
            <p:nvPr/>
          </p:nvSpPr>
          <p:spPr>
            <a:xfrm>
              <a:off x="2257689" y="2697628"/>
              <a:ext cx="1012327" cy="326860"/>
            </a:xfrm>
            <a:custGeom>
              <a:rect b="b" l="l" r="r" t="t"/>
              <a:pathLst>
                <a:path extrusionOk="0" h="2145" w="6643">
                  <a:moveTo>
                    <a:pt x="231" y="0"/>
                  </a:moveTo>
                  <a:lnTo>
                    <a:pt x="231" y="11"/>
                  </a:lnTo>
                  <a:cubicBezTo>
                    <a:pt x="187" y="11"/>
                    <a:pt x="154" y="11"/>
                    <a:pt x="121" y="33"/>
                  </a:cubicBezTo>
                  <a:cubicBezTo>
                    <a:pt x="33" y="88"/>
                    <a:pt x="0" y="209"/>
                    <a:pt x="55" y="297"/>
                  </a:cubicBezTo>
                  <a:cubicBezTo>
                    <a:pt x="759" y="1452"/>
                    <a:pt x="1969" y="2145"/>
                    <a:pt x="3322" y="2145"/>
                  </a:cubicBezTo>
                  <a:cubicBezTo>
                    <a:pt x="4674" y="2145"/>
                    <a:pt x="5884" y="1452"/>
                    <a:pt x="6588" y="297"/>
                  </a:cubicBezTo>
                  <a:cubicBezTo>
                    <a:pt x="6643" y="209"/>
                    <a:pt x="6610" y="88"/>
                    <a:pt x="6522" y="33"/>
                  </a:cubicBezTo>
                  <a:cubicBezTo>
                    <a:pt x="6489" y="15"/>
                    <a:pt x="6453" y="6"/>
                    <a:pt x="6419" y="6"/>
                  </a:cubicBezTo>
                  <a:cubicBezTo>
                    <a:pt x="6349" y="6"/>
                    <a:pt x="6283" y="41"/>
                    <a:pt x="6247" y="99"/>
                  </a:cubicBezTo>
                  <a:cubicBezTo>
                    <a:pt x="5631" y="1133"/>
                    <a:pt x="4531" y="1760"/>
                    <a:pt x="3322" y="1760"/>
                  </a:cubicBezTo>
                  <a:cubicBezTo>
                    <a:pt x="2112" y="1760"/>
                    <a:pt x="1012" y="1133"/>
                    <a:pt x="396" y="99"/>
                  </a:cubicBezTo>
                  <a:cubicBezTo>
                    <a:pt x="352" y="33"/>
                    <a:pt x="297" y="0"/>
                    <a:pt x="231" y="0"/>
                  </a:cubicBezTo>
                  <a:close/>
                </a:path>
              </a:pathLst>
            </a:custGeom>
            <a:solidFill>
              <a:srgbClr val="FFFFFF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8" name="Google Shape;2298;p62"/>
            <p:cNvSpPr/>
            <p:nvPr/>
          </p:nvSpPr>
          <p:spPr>
            <a:xfrm>
              <a:off x="2514003" y="2050753"/>
              <a:ext cx="503039" cy="826218"/>
            </a:xfrm>
            <a:custGeom>
              <a:rect b="b" l="l" r="r" t="t"/>
              <a:pathLst>
                <a:path extrusionOk="0" h="5422" w="3301">
                  <a:moveTo>
                    <a:pt x="1563" y="0"/>
                  </a:moveTo>
                  <a:cubicBezTo>
                    <a:pt x="1398" y="0"/>
                    <a:pt x="1266" y="121"/>
                    <a:pt x="1266" y="286"/>
                  </a:cubicBezTo>
                  <a:lnTo>
                    <a:pt x="1266" y="297"/>
                  </a:lnTo>
                  <a:cubicBezTo>
                    <a:pt x="1266" y="418"/>
                    <a:pt x="1189" y="539"/>
                    <a:pt x="1057" y="572"/>
                  </a:cubicBezTo>
                  <a:cubicBezTo>
                    <a:pt x="980" y="594"/>
                    <a:pt x="914" y="616"/>
                    <a:pt x="848" y="649"/>
                  </a:cubicBezTo>
                  <a:cubicBezTo>
                    <a:pt x="617" y="748"/>
                    <a:pt x="452" y="902"/>
                    <a:pt x="320" y="1089"/>
                  </a:cubicBezTo>
                  <a:cubicBezTo>
                    <a:pt x="199" y="1276"/>
                    <a:pt x="133" y="1507"/>
                    <a:pt x="133" y="1771"/>
                  </a:cubicBezTo>
                  <a:cubicBezTo>
                    <a:pt x="133" y="2321"/>
                    <a:pt x="441" y="2684"/>
                    <a:pt x="1046" y="2882"/>
                  </a:cubicBezTo>
                  <a:lnTo>
                    <a:pt x="2101" y="3200"/>
                  </a:lnTo>
                  <a:cubicBezTo>
                    <a:pt x="2244" y="3244"/>
                    <a:pt x="2343" y="3299"/>
                    <a:pt x="2409" y="3365"/>
                  </a:cubicBezTo>
                  <a:cubicBezTo>
                    <a:pt x="2475" y="3431"/>
                    <a:pt x="2497" y="3519"/>
                    <a:pt x="2497" y="3629"/>
                  </a:cubicBezTo>
                  <a:cubicBezTo>
                    <a:pt x="2497" y="3783"/>
                    <a:pt x="2431" y="3904"/>
                    <a:pt x="2277" y="4014"/>
                  </a:cubicBezTo>
                  <a:cubicBezTo>
                    <a:pt x="2134" y="4113"/>
                    <a:pt x="1947" y="4168"/>
                    <a:pt x="1728" y="4168"/>
                  </a:cubicBezTo>
                  <a:cubicBezTo>
                    <a:pt x="1486" y="4168"/>
                    <a:pt x="1288" y="4102"/>
                    <a:pt x="1112" y="3959"/>
                  </a:cubicBezTo>
                  <a:cubicBezTo>
                    <a:pt x="1002" y="3871"/>
                    <a:pt x="914" y="3750"/>
                    <a:pt x="848" y="3618"/>
                  </a:cubicBezTo>
                  <a:cubicBezTo>
                    <a:pt x="799" y="3511"/>
                    <a:pt x="690" y="3439"/>
                    <a:pt x="582" y="3439"/>
                  </a:cubicBezTo>
                  <a:cubicBezTo>
                    <a:pt x="568" y="3439"/>
                    <a:pt x="554" y="3440"/>
                    <a:pt x="540" y="3442"/>
                  </a:cubicBezTo>
                  <a:lnTo>
                    <a:pt x="287" y="3486"/>
                  </a:lnTo>
                  <a:cubicBezTo>
                    <a:pt x="111" y="3508"/>
                    <a:pt x="1" y="3695"/>
                    <a:pt x="56" y="3871"/>
                  </a:cubicBezTo>
                  <a:cubicBezTo>
                    <a:pt x="111" y="4014"/>
                    <a:pt x="177" y="4146"/>
                    <a:pt x="265" y="4267"/>
                  </a:cubicBezTo>
                  <a:cubicBezTo>
                    <a:pt x="419" y="4476"/>
                    <a:pt x="617" y="4641"/>
                    <a:pt x="859" y="4751"/>
                  </a:cubicBezTo>
                  <a:cubicBezTo>
                    <a:pt x="925" y="4784"/>
                    <a:pt x="991" y="4806"/>
                    <a:pt x="1057" y="4828"/>
                  </a:cubicBezTo>
                  <a:cubicBezTo>
                    <a:pt x="1178" y="4861"/>
                    <a:pt x="1266" y="4982"/>
                    <a:pt x="1266" y="5103"/>
                  </a:cubicBezTo>
                  <a:lnTo>
                    <a:pt x="1266" y="5125"/>
                  </a:lnTo>
                  <a:cubicBezTo>
                    <a:pt x="1266" y="5290"/>
                    <a:pt x="1398" y="5422"/>
                    <a:pt x="1563" y="5422"/>
                  </a:cubicBezTo>
                  <a:lnTo>
                    <a:pt x="1782" y="5422"/>
                  </a:lnTo>
                  <a:cubicBezTo>
                    <a:pt x="1947" y="5422"/>
                    <a:pt x="2079" y="5290"/>
                    <a:pt x="2079" y="5125"/>
                  </a:cubicBezTo>
                  <a:lnTo>
                    <a:pt x="2079" y="5114"/>
                  </a:lnTo>
                  <a:cubicBezTo>
                    <a:pt x="2079" y="4982"/>
                    <a:pt x="2156" y="4872"/>
                    <a:pt x="2288" y="4839"/>
                  </a:cubicBezTo>
                  <a:cubicBezTo>
                    <a:pt x="2365" y="4806"/>
                    <a:pt x="2453" y="4784"/>
                    <a:pt x="2530" y="4751"/>
                  </a:cubicBezTo>
                  <a:cubicBezTo>
                    <a:pt x="2772" y="4630"/>
                    <a:pt x="2959" y="4476"/>
                    <a:pt x="3102" y="4267"/>
                  </a:cubicBezTo>
                  <a:cubicBezTo>
                    <a:pt x="3234" y="4069"/>
                    <a:pt x="3300" y="3827"/>
                    <a:pt x="3300" y="3563"/>
                  </a:cubicBezTo>
                  <a:cubicBezTo>
                    <a:pt x="3300" y="3255"/>
                    <a:pt x="3223" y="3014"/>
                    <a:pt x="3058" y="2827"/>
                  </a:cubicBezTo>
                  <a:lnTo>
                    <a:pt x="3047" y="2838"/>
                  </a:lnTo>
                  <a:cubicBezTo>
                    <a:pt x="2882" y="2651"/>
                    <a:pt x="2607" y="2497"/>
                    <a:pt x="2233" y="2398"/>
                  </a:cubicBezTo>
                  <a:lnTo>
                    <a:pt x="1486" y="2178"/>
                  </a:lnTo>
                  <a:cubicBezTo>
                    <a:pt x="1288" y="2123"/>
                    <a:pt x="1156" y="2068"/>
                    <a:pt x="1068" y="1991"/>
                  </a:cubicBezTo>
                  <a:cubicBezTo>
                    <a:pt x="980" y="1914"/>
                    <a:pt x="936" y="1826"/>
                    <a:pt x="936" y="1727"/>
                  </a:cubicBezTo>
                  <a:cubicBezTo>
                    <a:pt x="936" y="1628"/>
                    <a:pt x="969" y="1551"/>
                    <a:pt x="1024" y="1474"/>
                  </a:cubicBezTo>
                  <a:cubicBezTo>
                    <a:pt x="1090" y="1397"/>
                    <a:pt x="1178" y="1342"/>
                    <a:pt x="1277" y="1298"/>
                  </a:cubicBezTo>
                  <a:cubicBezTo>
                    <a:pt x="1387" y="1265"/>
                    <a:pt x="1508" y="1243"/>
                    <a:pt x="1640" y="1243"/>
                  </a:cubicBezTo>
                  <a:cubicBezTo>
                    <a:pt x="1771" y="1254"/>
                    <a:pt x="1892" y="1276"/>
                    <a:pt x="2002" y="1331"/>
                  </a:cubicBezTo>
                  <a:cubicBezTo>
                    <a:pt x="2123" y="1386"/>
                    <a:pt x="2211" y="1463"/>
                    <a:pt x="2288" y="1562"/>
                  </a:cubicBezTo>
                  <a:cubicBezTo>
                    <a:pt x="2321" y="1595"/>
                    <a:pt x="2343" y="1639"/>
                    <a:pt x="2365" y="1683"/>
                  </a:cubicBezTo>
                  <a:cubicBezTo>
                    <a:pt x="2423" y="1788"/>
                    <a:pt x="2522" y="1852"/>
                    <a:pt x="2634" y="1852"/>
                  </a:cubicBezTo>
                  <a:cubicBezTo>
                    <a:pt x="2651" y="1852"/>
                    <a:pt x="2667" y="1851"/>
                    <a:pt x="2684" y="1848"/>
                  </a:cubicBezTo>
                  <a:lnTo>
                    <a:pt x="2937" y="1804"/>
                  </a:lnTo>
                  <a:cubicBezTo>
                    <a:pt x="3124" y="1771"/>
                    <a:pt x="3234" y="1562"/>
                    <a:pt x="3146" y="1386"/>
                  </a:cubicBezTo>
                  <a:cubicBezTo>
                    <a:pt x="3091" y="1265"/>
                    <a:pt x="3025" y="1166"/>
                    <a:pt x="2948" y="1067"/>
                  </a:cubicBezTo>
                  <a:cubicBezTo>
                    <a:pt x="2805" y="891"/>
                    <a:pt x="2618" y="748"/>
                    <a:pt x="2398" y="649"/>
                  </a:cubicBezTo>
                  <a:cubicBezTo>
                    <a:pt x="2365" y="627"/>
                    <a:pt x="2321" y="616"/>
                    <a:pt x="2277" y="594"/>
                  </a:cubicBezTo>
                  <a:cubicBezTo>
                    <a:pt x="2156" y="561"/>
                    <a:pt x="2079" y="451"/>
                    <a:pt x="2079" y="319"/>
                  </a:cubicBezTo>
                  <a:lnTo>
                    <a:pt x="2079" y="286"/>
                  </a:lnTo>
                  <a:cubicBezTo>
                    <a:pt x="2079" y="121"/>
                    <a:pt x="1947" y="0"/>
                    <a:pt x="1782" y="0"/>
                  </a:cubicBezTo>
                  <a:close/>
                </a:path>
              </a:pathLst>
            </a:custGeom>
            <a:solidFill>
              <a:srgbClr val="000000">
                <a:alpha val="264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9" name="Google Shape;2299;p62"/>
            <p:cNvSpPr/>
            <p:nvPr/>
          </p:nvSpPr>
          <p:spPr>
            <a:xfrm>
              <a:off x="2514003" y="2030638"/>
              <a:ext cx="503039" cy="827894"/>
            </a:xfrm>
            <a:custGeom>
              <a:rect b="b" l="l" r="r" t="t"/>
              <a:pathLst>
                <a:path extrusionOk="0" h="5433" w="3301">
                  <a:moveTo>
                    <a:pt x="3047" y="2838"/>
                  </a:moveTo>
                  <a:cubicBezTo>
                    <a:pt x="2882" y="2651"/>
                    <a:pt x="2607" y="2508"/>
                    <a:pt x="2233" y="2398"/>
                  </a:cubicBezTo>
                  <a:lnTo>
                    <a:pt x="1486" y="2189"/>
                  </a:lnTo>
                  <a:cubicBezTo>
                    <a:pt x="1288" y="2134"/>
                    <a:pt x="1156" y="2068"/>
                    <a:pt x="1068" y="2002"/>
                  </a:cubicBezTo>
                  <a:cubicBezTo>
                    <a:pt x="980" y="1925"/>
                    <a:pt x="936" y="1837"/>
                    <a:pt x="936" y="1738"/>
                  </a:cubicBezTo>
                  <a:cubicBezTo>
                    <a:pt x="936" y="1639"/>
                    <a:pt x="969" y="1562"/>
                    <a:pt x="1024" y="1485"/>
                  </a:cubicBezTo>
                  <a:cubicBezTo>
                    <a:pt x="1090" y="1408"/>
                    <a:pt x="1178" y="1353"/>
                    <a:pt x="1277" y="1309"/>
                  </a:cubicBezTo>
                  <a:cubicBezTo>
                    <a:pt x="1387" y="1265"/>
                    <a:pt x="1508" y="1254"/>
                    <a:pt x="1640" y="1254"/>
                  </a:cubicBezTo>
                  <a:cubicBezTo>
                    <a:pt x="1771" y="1254"/>
                    <a:pt x="1892" y="1287"/>
                    <a:pt x="2002" y="1342"/>
                  </a:cubicBezTo>
                  <a:cubicBezTo>
                    <a:pt x="2123" y="1397"/>
                    <a:pt x="2211" y="1474"/>
                    <a:pt x="2288" y="1562"/>
                  </a:cubicBezTo>
                  <a:cubicBezTo>
                    <a:pt x="2321" y="1606"/>
                    <a:pt x="2343" y="1650"/>
                    <a:pt x="2365" y="1694"/>
                  </a:cubicBezTo>
                  <a:cubicBezTo>
                    <a:pt x="2431" y="1804"/>
                    <a:pt x="2552" y="1881"/>
                    <a:pt x="2684" y="1859"/>
                  </a:cubicBezTo>
                  <a:lnTo>
                    <a:pt x="2937" y="1815"/>
                  </a:lnTo>
                  <a:cubicBezTo>
                    <a:pt x="3124" y="1771"/>
                    <a:pt x="3234" y="1573"/>
                    <a:pt x="3146" y="1397"/>
                  </a:cubicBezTo>
                  <a:cubicBezTo>
                    <a:pt x="3091" y="1276"/>
                    <a:pt x="3025" y="1177"/>
                    <a:pt x="2948" y="1078"/>
                  </a:cubicBezTo>
                  <a:cubicBezTo>
                    <a:pt x="2805" y="891"/>
                    <a:pt x="2618" y="759"/>
                    <a:pt x="2398" y="660"/>
                  </a:cubicBezTo>
                  <a:cubicBezTo>
                    <a:pt x="2365" y="638"/>
                    <a:pt x="2321" y="616"/>
                    <a:pt x="2277" y="605"/>
                  </a:cubicBezTo>
                  <a:cubicBezTo>
                    <a:pt x="2156" y="572"/>
                    <a:pt x="2079" y="451"/>
                    <a:pt x="2079" y="330"/>
                  </a:cubicBezTo>
                  <a:lnTo>
                    <a:pt x="2079" y="297"/>
                  </a:lnTo>
                  <a:cubicBezTo>
                    <a:pt x="2079" y="132"/>
                    <a:pt x="1947" y="0"/>
                    <a:pt x="1782" y="0"/>
                  </a:cubicBezTo>
                  <a:lnTo>
                    <a:pt x="1563" y="0"/>
                  </a:lnTo>
                  <a:cubicBezTo>
                    <a:pt x="1398" y="0"/>
                    <a:pt x="1266" y="132"/>
                    <a:pt x="1266" y="297"/>
                  </a:cubicBezTo>
                  <a:lnTo>
                    <a:pt x="1266" y="297"/>
                  </a:lnTo>
                  <a:cubicBezTo>
                    <a:pt x="1266" y="429"/>
                    <a:pt x="1189" y="550"/>
                    <a:pt x="1057" y="583"/>
                  </a:cubicBezTo>
                  <a:cubicBezTo>
                    <a:pt x="980" y="605"/>
                    <a:pt x="914" y="627"/>
                    <a:pt x="848" y="660"/>
                  </a:cubicBezTo>
                  <a:cubicBezTo>
                    <a:pt x="617" y="759"/>
                    <a:pt x="452" y="902"/>
                    <a:pt x="320" y="1100"/>
                  </a:cubicBezTo>
                  <a:cubicBezTo>
                    <a:pt x="199" y="1287"/>
                    <a:pt x="133" y="1518"/>
                    <a:pt x="133" y="1771"/>
                  </a:cubicBezTo>
                  <a:cubicBezTo>
                    <a:pt x="133" y="2332"/>
                    <a:pt x="441" y="2695"/>
                    <a:pt x="1046" y="2882"/>
                  </a:cubicBezTo>
                  <a:lnTo>
                    <a:pt x="2101" y="3211"/>
                  </a:lnTo>
                  <a:cubicBezTo>
                    <a:pt x="2244" y="3255"/>
                    <a:pt x="2343" y="3310"/>
                    <a:pt x="2409" y="3376"/>
                  </a:cubicBezTo>
                  <a:cubicBezTo>
                    <a:pt x="2475" y="3442"/>
                    <a:pt x="2497" y="3530"/>
                    <a:pt x="2497" y="3629"/>
                  </a:cubicBezTo>
                  <a:cubicBezTo>
                    <a:pt x="2497" y="3783"/>
                    <a:pt x="2431" y="3915"/>
                    <a:pt x="2277" y="4025"/>
                  </a:cubicBezTo>
                  <a:cubicBezTo>
                    <a:pt x="2134" y="4124"/>
                    <a:pt x="1947" y="4179"/>
                    <a:pt x="1728" y="4179"/>
                  </a:cubicBezTo>
                  <a:cubicBezTo>
                    <a:pt x="1486" y="4179"/>
                    <a:pt x="1288" y="4113"/>
                    <a:pt x="1112" y="3970"/>
                  </a:cubicBezTo>
                  <a:cubicBezTo>
                    <a:pt x="1002" y="3882"/>
                    <a:pt x="914" y="3761"/>
                    <a:pt x="848" y="3629"/>
                  </a:cubicBezTo>
                  <a:cubicBezTo>
                    <a:pt x="793" y="3508"/>
                    <a:pt x="661" y="3431"/>
                    <a:pt x="540" y="3453"/>
                  </a:cubicBezTo>
                  <a:lnTo>
                    <a:pt x="287" y="3486"/>
                  </a:lnTo>
                  <a:cubicBezTo>
                    <a:pt x="111" y="3519"/>
                    <a:pt x="1" y="3706"/>
                    <a:pt x="56" y="3882"/>
                  </a:cubicBezTo>
                  <a:cubicBezTo>
                    <a:pt x="111" y="4025"/>
                    <a:pt x="177" y="4157"/>
                    <a:pt x="265" y="4278"/>
                  </a:cubicBezTo>
                  <a:cubicBezTo>
                    <a:pt x="419" y="4487"/>
                    <a:pt x="617" y="4641"/>
                    <a:pt x="859" y="4762"/>
                  </a:cubicBezTo>
                  <a:cubicBezTo>
                    <a:pt x="925" y="4784"/>
                    <a:pt x="991" y="4817"/>
                    <a:pt x="1057" y="4839"/>
                  </a:cubicBezTo>
                  <a:cubicBezTo>
                    <a:pt x="1178" y="4872"/>
                    <a:pt x="1266" y="4982"/>
                    <a:pt x="1266" y="5114"/>
                  </a:cubicBezTo>
                  <a:lnTo>
                    <a:pt x="1266" y="5136"/>
                  </a:lnTo>
                  <a:cubicBezTo>
                    <a:pt x="1266" y="5301"/>
                    <a:pt x="1398" y="5433"/>
                    <a:pt x="1563" y="5433"/>
                  </a:cubicBezTo>
                  <a:lnTo>
                    <a:pt x="1782" y="5433"/>
                  </a:lnTo>
                  <a:cubicBezTo>
                    <a:pt x="1947" y="5433"/>
                    <a:pt x="2079" y="5301"/>
                    <a:pt x="2079" y="5136"/>
                  </a:cubicBezTo>
                  <a:lnTo>
                    <a:pt x="2079" y="5125"/>
                  </a:lnTo>
                  <a:cubicBezTo>
                    <a:pt x="2079" y="4993"/>
                    <a:pt x="2156" y="4883"/>
                    <a:pt x="2288" y="4839"/>
                  </a:cubicBezTo>
                  <a:cubicBezTo>
                    <a:pt x="2365" y="4817"/>
                    <a:pt x="2453" y="4795"/>
                    <a:pt x="2530" y="4751"/>
                  </a:cubicBezTo>
                  <a:cubicBezTo>
                    <a:pt x="2772" y="4641"/>
                    <a:pt x="2959" y="4487"/>
                    <a:pt x="3102" y="4278"/>
                  </a:cubicBezTo>
                  <a:cubicBezTo>
                    <a:pt x="3234" y="4080"/>
                    <a:pt x="3300" y="3838"/>
                    <a:pt x="3300" y="3574"/>
                  </a:cubicBezTo>
                  <a:cubicBezTo>
                    <a:pt x="3300" y="3266"/>
                    <a:pt x="3223" y="3025"/>
                    <a:pt x="3058" y="283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0" name="Google Shape;2300;p62"/>
            <p:cNvSpPr/>
            <p:nvPr/>
          </p:nvSpPr>
          <p:spPr>
            <a:xfrm>
              <a:off x="3241344" y="2208624"/>
              <a:ext cx="78938" cy="470710"/>
            </a:xfrm>
            <a:custGeom>
              <a:rect b="b" l="l" r="r" t="t"/>
              <a:pathLst>
                <a:path extrusionOk="0" h="3089" w="518">
                  <a:moveTo>
                    <a:pt x="113" y="1"/>
                  </a:moveTo>
                  <a:cubicBezTo>
                    <a:pt x="101" y="1"/>
                    <a:pt x="89" y="3"/>
                    <a:pt x="78" y="9"/>
                  </a:cubicBezTo>
                  <a:cubicBezTo>
                    <a:pt x="23" y="31"/>
                    <a:pt x="1" y="97"/>
                    <a:pt x="23" y="141"/>
                  </a:cubicBezTo>
                  <a:cubicBezTo>
                    <a:pt x="221" y="592"/>
                    <a:pt x="320" y="1054"/>
                    <a:pt x="320" y="1549"/>
                  </a:cubicBezTo>
                  <a:cubicBezTo>
                    <a:pt x="320" y="2032"/>
                    <a:pt x="221" y="2505"/>
                    <a:pt x="23" y="2956"/>
                  </a:cubicBezTo>
                  <a:cubicBezTo>
                    <a:pt x="1" y="3000"/>
                    <a:pt x="23" y="3066"/>
                    <a:pt x="78" y="3088"/>
                  </a:cubicBezTo>
                  <a:lnTo>
                    <a:pt x="111" y="3088"/>
                  </a:lnTo>
                  <a:cubicBezTo>
                    <a:pt x="155" y="3088"/>
                    <a:pt x="188" y="3066"/>
                    <a:pt x="210" y="3033"/>
                  </a:cubicBezTo>
                  <a:cubicBezTo>
                    <a:pt x="419" y="2560"/>
                    <a:pt x="518" y="2065"/>
                    <a:pt x="518" y="1549"/>
                  </a:cubicBezTo>
                  <a:cubicBezTo>
                    <a:pt x="518" y="1032"/>
                    <a:pt x="419" y="537"/>
                    <a:pt x="210" y="64"/>
                  </a:cubicBezTo>
                  <a:cubicBezTo>
                    <a:pt x="185" y="23"/>
                    <a:pt x="149" y="1"/>
                    <a:pt x="113" y="1"/>
                  </a:cubicBezTo>
                  <a:close/>
                </a:path>
              </a:pathLst>
            </a:custGeom>
            <a:solidFill>
              <a:srgbClr val="FFFFFF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1" name="Google Shape;2301;p62"/>
            <p:cNvSpPr/>
            <p:nvPr/>
          </p:nvSpPr>
          <p:spPr>
            <a:xfrm>
              <a:off x="2207401" y="2208624"/>
              <a:ext cx="78938" cy="470710"/>
            </a:xfrm>
            <a:custGeom>
              <a:rect b="b" l="l" r="r" t="t"/>
              <a:pathLst>
                <a:path extrusionOk="0" h="3089" w="518">
                  <a:moveTo>
                    <a:pt x="409" y="1"/>
                  </a:moveTo>
                  <a:cubicBezTo>
                    <a:pt x="370" y="1"/>
                    <a:pt x="336" y="23"/>
                    <a:pt x="319" y="64"/>
                  </a:cubicBezTo>
                  <a:cubicBezTo>
                    <a:pt x="110" y="537"/>
                    <a:pt x="0" y="1032"/>
                    <a:pt x="0" y="1549"/>
                  </a:cubicBezTo>
                  <a:cubicBezTo>
                    <a:pt x="0" y="2065"/>
                    <a:pt x="110" y="2560"/>
                    <a:pt x="319" y="3033"/>
                  </a:cubicBezTo>
                  <a:cubicBezTo>
                    <a:pt x="330" y="3066"/>
                    <a:pt x="363" y="3088"/>
                    <a:pt x="407" y="3088"/>
                  </a:cubicBezTo>
                  <a:lnTo>
                    <a:pt x="451" y="3088"/>
                  </a:lnTo>
                  <a:cubicBezTo>
                    <a:pt x="495" y="3055"/>
                    <a:pt x="517" y="3000"/>
                    <a:pt x="495" y="2956"/>
                  </a:cubicBezTo>
                  <a:cubicBezTo>
                    <a:pt x="297" y="2505"/>
                    <a:pt x="198" y="2032"/>
                    <a:pt x="198" y="1549"/>
                  </a:cubicBezTo>
                  <a:cubicBezTo>
                    <a:pt x="198" y="1054"/>
                    <a:pt x="297" y="592"/>
                    <a:pt x="495" y="141"/>
                  </a:cubicBezTo>
                  <a:cubicBezTo>
                    <a:pt x="517" y="97"/>
                    <a:pt x="495" y="31"/>
                    <a:pt x="451" y="9"/>
                  </a:cubicBezTo>
                  <a:cubicBezTo>
                    <a:pt x="437" y="3"/>
                    <a:pt x="423" y="1"/>
                    <a:pt x="409" y="1"/>
                  </a:cubicBezTo>
                  <a:close/>
                </a:path>
              </a:pathLst>
            </a:custGeom>
            <a:solidFill>
              <a:srgbClr val="FFFFFF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2" name="Google Shape;2302;p62"/>
            <p:cNvSpPr/>
            <p:nvPr/>
          </p:nvSpPr>
          <p:spPr>
            <a:xfrm>
              <a:off x="1833749" y="3029370"/>
              <a:ext cx="48765" cy="6857"/>
            </a:xfrm>
            <a:custGeom>
              <a:rect b="b" l="l" r="r" t="t"/>
              <a:pathLst>
                <a:path extrusionOk="0" h="45" w="320">
                  <a:moveTo>
                    <a:pt x="297" y="45"/>
                  </a:moveTo>
                  <a:lnTo>
                    <a:pt x="22" y="45"/>
                  </a:lnTo>
                  <a:cubicBezTo>
                    <a:pt x="11" y="45"/>
                    <a:pt x="0" y="45"/>
                    <a:pt x="0" y="23"/>
                  </a:cubicBezTo>
                  <a:cubicBezTo>
                    <a:pt x="0" y="12"/>
                    <a:pt x="11" y="1"/>
                    <a:pt x="22" y="1"/>
                  </a:cubicBezTo>
                  <a:lnTo>
                    <a:pt x="297" y="1"/>
                  </a:lnTo>
                  <a:cubicBezTo>
                    <a:pt x="308" y="1"/>
                    <a:pt x="319" y="12"/>
                    <a:pt x="319" y="23"/>
                  </a:cubicBezTo>
                  <a:cubicBezTo>
                    <a:pt x="319" y="45"/>
                    <a:pt x="308" y="45"/>
                    <a:pt x="297" y="45"/>
                  </a:cubicBezTo>
                  <a:close/>
                </a:path>
              </a:pathLst>
            </a:custGeom>
            <a:solidFill>
              <a:srgbClr val="0022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3" name="Google Shape;2303;p62"/>
            <p:cNvSpPr/>
            <p:nvPr/>
          </p:nvSpPr>
          <p:spPr>
            <a:xfrm>
              <a:off x="2939771" y="3540470"/>
              <a:ext cx="263178" cy="264993"/>
            </a:xfrm>
            <a:custGeom>
              <a:rect b="b" l="l" r="r" t="t"/>
              <a:pathLst>
                <a:path extrusionOk="0" h="1739" w="1727">
                  <a:moveTo>
                    <a:pt x="869" y="1"/>
                  </a:moveTo>
                  <a:cubicBezTo>
                    <a:pt x="385" y="1"/>
                    <a:pt x="0" y="386"/>
                    <a:pt x="0" y="869"/>
                  </a:cubicBezTo>
                  <a:cubicBezTo>
                    <a:pt x="0" y="1342"/>
                    <a:pt x="385" y="1738"/>
                    <a:pt x="869" y="1738"/>
                  </a:cubicBezTo>
                  <a:cubicBezTo>
                    <a:pt x="1342" y="1738"/>
                    <a:pt x="1727" y="1342"/>
                    <a:pt x="1727" y="869"/>
                  </a:cubicBezTo>
                  <a:cubicBezTo>
                    <a:pt x="1727" y="386"/>
                    <a:pt x="1342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4" name="Google Shape;2304;p62"/>
            <p:cNvSpPr/>
            <p:nvPr/>
          </p:nvSpPr>
          <p:spPr>
            <a:xfrm>
              <a:off x="1863922" y="2995845"/>
              <a:ext cx="1243502" cy="75582"/>
            </a:xfrm>
            <a:custGeom>
              <a:rect b="b" l="l" r="r" t="t"/>
              <a:pathLst>
                <a:path extrusionOk="0" h="496" w="8160">
                  <a:moveTo>
                    <a:pt x="242" y="1"/>
                  </a:moveTo>
                  <a:cubicBezTo>
                    <a:pt x="110" y="1"/>
                    <a:pt x="0" y="111"/>
                    <a:pt x="0" y="243"/>
                  </a:cubicBezTo>
                  <a:cubicBezTo>
                    <a:pt x="0" y="386"/>
                    <a:pt x="110" y="496"/>
                    <a:pt x="242" y="496"/>
                  </a:cubicBezTo>
                  <a:lnTo>
                    <a:pt x="7918" y="496"/>
                  </a:lnTo>
                  <a:cubicBezTo>
                    <a:pt x="8050" y="496"/>
                    <a:pt x="8160" y="386"/>
                    <a:pt x="8160" y="243"/>
                  </a:cubicBezTo>
                  <a:cubicBezTo>
                    <a:pt x="8160" y="111"/>
                    <a:pt x="8050" y="1"/>
                    <a:pt x="7918" y="1"/>
                  </a:cubicBezTo>
                  <a:close/>
                </a:path>
              </a:pathLst>
            </a:custGeom>
            <a:solidFill>
              <a:srgbClr val="FFFFFF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5" name="Google Shape;2305;p62"/>
            <p:cNvSpPr/>
            <p:nvPr/>
          </p:nvSpPr>
          <p:spPr>
            <a:xfrm rot="194619">
              <a:off x="1803140" y="2947993"/>
              <a:ext cx="1843451" cy="1413058"/>
            </a:xfrm>
            <a:custGeom>
              <a:rect b="b" l="l" r="r" t="t"/>
              <a:pathLst>
                <a:path extrusionOk="0" h="9273" w="12097">
                  <a:moveTo>
                    <a:pt x="10617" y="0"/>
                  </a:moveTo>
                  <a:cubicBezTo>
                    <a:pt x="10597" y="0"/>
                    <a:pt x="10577" y="1"/>
                    <a:pt x="10557" y="2"/>
                  </a:cubicBezTo>
                  <a:lnTo>
                    <a:pt x="352" y="453"/>
                  </a:lnTo>
                  <a:cubicBezTo>
                    <a:pt x="154" y="464"/>
                    <a:pt x="0" y="629"/>
                    <a:pt x="11" y="827"/>
                  </a:cubicBezTo>
                  <a:lnTo>
                    <a:pt x="374" y="8931"/>
                  </a:lnTo>
                  <a:cubicBezTo>
                    <a:pt x="385" y="9129"/>
                    <a:pt x="550" y="9272"/>
                    <a:pt x="737" y="9272"/>
                  </a:cubicBezTo>
                  <a:lnTo>
                    <a:pt x="10942" y="8811"/>
                  </a:lnTo>
                  <a:cubicBezTo>
                    <a:pt x="11602" y="8789"/>
                    <a:pt x="12097" y="8228"/>
                    <a:pt x="12075" y="7579"/>
                  </a:cubicBezTo>
                  <a:lnTo>
                    <a:pt x="11789" y="1124"/>
                  </a:lnTo>
                  <a:cubicBezTo>
                    <a:pt x="11757" y="495"/>
                    <a:pt x="11240" y="0"/>
                    <a:pt x="1061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6" name="Google Shape;2306;p62"/>
            <p:cNvSpPr/>
            <p:nvPr/>
          </p:nvSpPr>
          <p:spPr>
            <a:xfrm>
              <a:off x="1846150" y="3029375"/>
              <a:ext cx="1695942" cy="1213433"/>
            </a:xfrm>
            <a:custGeom>
              <a:rect b="b" l="l" r="r" t="t"/>
              <a:pathLst>
                <a:path extrusionOk="0" h="8447" w="11373">
                  <a:moveTo>
                    <a:pt x="10492" y="8446"/>
                  </a:moveTo>
                  <a:lnTo>
                    <a:pt x="10184" y="8446"/>
                  </a:lnTo>
                  <a:cubicBezTo>
                    <a:pt x="10173" y="8446"/>
                    <a:pt x="10162" y="8435"/>
                    <a:pt x="10162" y="8413"/>
                  </a:cubicBezTo>
                  <a:cubicBezTo>
                    <a:pt x="10162" y="8402"/>
                    <a:pt x="10173" y="8391"/>
                    <a:pt x="10184" y="8391"/>
                  </a:cubicBezTo>
                  <a:lnTo>
                    <a:pt x="10492" y="8391"/>
                  </a:lnTo>
                  <a:cubicBezTo>
                    <a:pt x="10569" y="8391"/>
                    <a:pt x="10646" y="8380"/>
                    <a:pt x="10712" y="8358"/>
                  </a:cubicBezTo>
                  <a:cubicBezTo>
                    <a:pt x="10734" y="8358"/>
                    <a:pt x="10745" y="8369"/>
                    <a:pt x="10745" y="8380"/>
                  </a:cubicBezTo>
                  <a:cubicBezTo>
                    <a:pt x="10745" y="8391"/>
                    <a:pt x="10745" y="8402"/>
                    <a:pt x="10734" y="8402"/>
                  </a:cubicBezTo>
                  <a:cubicBezTo>
                    <a:pt x="10646" y="8424"/>
                    <a:pt x="10569" y="8435"/>
                    <a:pt x="10481" y="8435"/>
                  </a:cubicBezTo>
                  <a:close/>
                  <a:moveTo>
                    <a:pt x="9997" y="8446"/>
                  </a:moveTo>
                  <a:lnTo>
                    <a:pt x="9459" y="8446"/>
                  </a:lnTo>
                  <a:cubicBezTo>
                    <a:pt x="9448" y="8446"/>
                    <a:pt x="9437" y="8435"/>
                    <a:pt x="9437" y="8413"/>
                  </a:cubicBezTo>
                  <a:cubicBezTo>
                    <a:pt x="9437" y="8402"/>
                    <a:pt x="9448" y="8391"/>
                    <a:pt x="9459" y="8391"/>
                  </a:cubicBezTo>
                  <a:lnTo>
                    <a:pt x="9997" y="8391"/>
                  </a:lnTo>
                  <a:cubicBezTo>
                    <a:pt x="10008" y="8391"/>
                    <a:pt x="10019" y="8402"/>
                    <a:pt x="10019" y="8413"/>
                  </a:cubicBezTo>
                  <a:cubicBezTo>
                    <a:pt x="10019" y="8435"/>
                    <a:pt x="10019" y="8446"/>
                    <a:pt x="9997" y="8446"/>
                  </a:cubicBezTo>
                  <a:close/>
                  <a:moveTo>
                    <a:pt x="9272" y="8446"/>
                  </a:moveTo>
                  <a:lnTo>
                    <a:pt x="8733" y="8446"/>
                  </a:lnTo>
                  <a:cubicBezTo>
                    <a:pt x="8722" y="8446"/>
                    <a:pt x="8711" y="8435"/>
                    <a:pt x="8711" y="8413"/>
                  </a:cubicBezTo>
                  <a:cubicBezTo>
                    <a:pt x="8711" y="8402"/>
                    <a:pt x="8722" y="8391"/>
                    <a:pt x="8733" y="8391"/>
                  </a:cubicBezTo>
                  <a:lnTo>
                    <a:pt x="9272" y="8391"/>
                  </a:lnTo>
                  <a:cubicBezTo>
                    <a:pt x="9283" y="8391"/>
                    <a:pt x="9294" y="8402"/>
                    <a:pt x="9294" y="8413"/>
                  </a:cubicBezTo>
                  <a:cubicBezTo>
                    <a:pt x="9294" y="8435"/>
                    <a:pt x="9294" y="8446"/>
                    <a:pt x="9272" y="8446"/>
                  </a:cubicBezTo>
                  <a:close/>
                  <a:moveTo>
                    <a:pt x="8546" y="8446"/>
                  </a:moveTo>
                  <a:lnTo>
                    <a:pt x="8007" y="8446"/>
                  </a:lnTo>
                  <a:cubicBezTo>
                    <a:pt x="7996" y="8446"/>
                    <a:pt x="7985" y="8435"/>
                    <a:pt x="7985" y="8413"/>
                  </a:cubicBezTo>
                  <a:cubicBezTo>
                    <a:pt x="7985" y="8402"/>
                    <a:pt x="7996" y="8391"/>
                    <a:pt x="8007" y="8391"/>
                  </a:cubicBezTo>
                  <a:lnTo>
                    <a:pt x="8546" y="8391"/>
                  </a:lnTo>
                  <a:cubicBezTo>
                    <a:pt x="8557" y="8391"/>
                    <a:pt x="8568" y="8402"/>
                    <a:pt x="8568" y="8413"/>
                  </a:cubicBezTo>
                  <a:cubicBezTo>
                    <a:pt x="8568" y="8435"/>
                    <a:pt x="8568" y="8446"/>
                    <a:pt x="8546" y="8446"/>
                  </a:cubicBezTo>
                  <a:close/>
                  <a:moveTo>
                    <a:pt x="7820" y="8446"/>
                  </a:moveTo>
                  <a:lnTo>
                    <a:pt x="7281" y="8446"/>
                  </a:lnTo>
                  <a:cubicBezTo>
                    <a:pt x="7270" y="8446"/>
                    <a:pt x="7259" y="8435"/>
                    <a:pt x="7259" y="8413"/>
                  </a:cubicBezTo>
                  <a:cubicBezTo>
                    <a:pt x="7259" y="8402"/>
                    <a:pt x="7270" y="8391"/>
                    <a:pt x="7281" y="8391"/>
                  </a:cubicBezTo>
                  <a:lnTo>
                    <a:pt x="7820" y="8391"/>
                  </a:lnTo>
                  <a:cubicBezTo>
                    <a:pt x="7831" y="8391"/>
                    <a:pt x="7842" y="8402"/>
                    <a:pt x="7842" y="8413"/>
                  </a:cubicBezTo>
                  <a:cubicBezTo>
                    <a:pt x="7842" y="8435"/>
                    <a:pt x="7842" y="8446"/>
                    <a:pt x="7820" y="8446"/>
                  </a:cubicBezTo>
                  <a:close/>
                  <a:moveTo>
                    <a:pt x="7094" y="8446"/>
                  </a:moveTo>
                  <a:lnTo>
                    <a:pt x="6555" y="8446"/>
                  </a:lnTo>
                  <a:cubicBezTo>
                    <a:pt x="6544" y="8446"/>
                    <a:pt x="6533" y="8435"/>
                    <a:pt x="6533" y="8413"/>
                  </a:cubicBezTo>
                  <a:cubicBezTo>
                    <a:pt x="6533" y="8402"/>
                    <a:pt x="6544" y="8391"/>
                    <a:pt x="6555" y="8391"/>
                  </a:cubicBezTo>
                  <a:lnTo>
                    <a:pt x="7094" y="8391"/>
                  </a:lnTo>
                  <a:cubicBezTo>
                    <a:pt x="7105" y="8391"/>
                    <a:pt x="7116" y="8402"/>
                    <a:pt x="7116" y="8413"/>
                  </a:cubicBezTo>
                  <a:cubicBezTo>
                    <a:pt x="7116" y="8435"/>
                    <a:pt x="7116" y="8446"/>
                    <a:pt x="7094" y="8446"/>
                  </a:cubicBezTo>
                  <a:close/>
                  <a:moveTo>
                    <a:pt x="6368" y="8446"/>
                  </a:moveTo>
                  <a:lnTo>
                    <a:pt x="5829" y="8446"/>
                  </a:lnTo>
                  <a:cubicBezTo>
                    <a:pt x="5818" y="8446"/>
                    <a:pt x="5807" y="8435"/>
                    <a:pt x="5807" y="8413"/>
                  </a:cubicBezTo>
                  <a:cubicBezTo>
                    <a:pt x="5807" y="8402"/>
                    <a:pt x="5818" y="8391"/>
                    <a:pt x="5829" y="8391"/>
                  </a:cubicBezTo>
                  <a:lnTo>
                    <a:pt x="6368" y="8391"/>
                  </a:lnTo>
                  <a:cubicBezTo>
                    <a:pt x="6379" y="8391"/>
                    <a:pt x="6390" y="8402"/>
                    <a:pt x="6390" y="8413"/>
                  </a:cubicBezTo>
                  <a:cubicBezTo>
                    <a:pt x="6390" y="8435"/>
                    <a:pt x="6390" y="8446"/>
                    <a:pt x="6368" y="8446"/>
                  </a:cubicBezTo>
                  <a:close/>
                  <a:moveTo>
                    <a:pt x="5643" y="8446"/>
                  </a:moveTo>
                  <a:lnTo>
                    <a:pt x="5104" y="8446"/>
                  </a:lnTo>
                  <a:cubicBezTo>
                    <a:pt x="5093" y="8446"/>
                    <a:pt x="5082" y="8435"/>
                    <a:pt x="5082" y="8413"/>
                  </a:cubicBezTo>
                  <a:cubicBezTo>
                    <a:pt x="5082" y="8402"/>
                    <a:pt x="5093" y="8391"/>
                    <a:pt x="5104" y="8391"/>
                  </a:cubicBezTo>
                  <a:lnTo>
                    <a:pt x="5643" y="8391"/>
                  </a:lnTo>
                  <a:cubicBezTo>
                    <a:pt x="5654" y="8391"/>
                    <a:pt x="5665" y="8402"/>
                    <a:pt x="5665" y="8413"/>
                  </a:cubicBezTo>
                  <a:cubicBezTo>
                    <a:pt x="5665" y="8435"/>
                    <a:pt x="5665" y="8446"/>
                    <a:pt x="5643" y="8446"/>
                  </a:cubicBezTo>
                  <a:close/>
                  <a:moveTo>
                    <a:pt x="4917" y="8446"/>
                  </a:moveTo>
                  <a:lnTo>
                    <a:pt x="4378" y="8446"/>
                  </a:lnTo>
                  <a:cubicBezTo>
                    <a:pt x="4367" y="8446"/>
                    <a:pt x="4356" y="8435"/>
                    <a:pt x="4356" y="8413"/>
                  </a:cubicBezTo>
                  <a:cubicBezTo>
                    <a:pt x="4356" y="8402"/>
                    <a:pt x="4367" y="8391"/>
                    <a:pt x="4378" y="8391"/>
                  </a:cubicBezTo>
                  <a:lnTo>
                    <a:pt x="4917" y="8391"/>
                  </a:lnTo>
                  <a:cubicBezTo>
                    <a:pt x="4928" y="8391"/>
                    <a:pt x="4939" y="8402"/>
                    <a:pt x="4939" y="8413"/>
                  </a:cubicBezTo>
                  <a:cubicBezTo>
                    <a:pt x="4939" y="8435"/>
                    <a:pt x="4939" y="8446"/>
                    <a:pt x="4917" y="8446"/>
                  </a:cubicBezTo>
                  <a:close/>
                  <a:moveTo>
                    <a:pt x="4191" y="8446"/>
                  </a:moveTo>
                  <a:lnTo>
                    <a:pt x="3652" y="8446"/>
                  </a:lnTo>
                  <a:cubicBezTo>
                    <a:pt x="3641" y="8446"/>
                    <a:pt x="3630" y="8435"/>
                    <a:pt x="3630" y="8413"/>
                  </a:cubicBezTo>
                  <a:cubicBezTo>
                    <a:pt x="3630" y="8402"/>
                    <a:pt x="3641" y="8391"/>
                    <a:pt x="3652" y="8391"/>
                  </a:cubicBezTo>
                  <a:lnTo>
                    <a:pt x="4191" y="8391"/>
                  </a:lnTo>
                  <a:cubicBezTo>
                    <a:pt x="4202" y="8391"/>
                    <a:pt x="4213" y="8402"/>
                    <a:pt x="4213" y="8413"/>
                  </a:cubicBezTo>
                  <a:cubicBezTo>
                    <a:pt x="4213" y="8435"/>
                    <a:pt x="4213" y="8446"/>
                    <a:pt x="4191" y="8446"/>
                  </a:cubicBezTo>
                  <a:close/>
                  <a:moveTo>
                    <a:pt x="3465" y="8446"/>
                  </a:moveTo>
                  <a:lnTo>
                    <a:pt x="2926" y="8446"/>
                  </a:lnTo>
                  <a:cubicBezTo>
                    <a:pt x="2915" y="8446"/>
                    <a:pt x="2904" y="8435"/>
                    <a:pt x="2904" y="8413"/>
                  </a:cubicBezTo>
                  <a:cubicBezTo>
                    <a:pt x="2904" y="8402"/>
                    <a:pt x="2915" y="8391"/>
                    <a:pt x="2926" y="8391"/>
                  </a:cubicBezTo>
                  <a:lnTo>
                    <a:pt x="3465" y="8391"/>
                  </a:lnTo>
                  <a:cubicBezTo>
                    <a:pt x="3476" y="8391"/>
                    <a:pt x="3487" y="8402"/>
                    <a:pt x="3487" y="8413"/>
                  </a:cubicBezTo>
                  <a:cubicBezTo>
                    <a:pt x="3487" y="8435"/>
                    <a:pt x="3487" y="8446"/>
                    <a:pt x="3465" y="8446"/>
                  </a:cubicBezTo>
                  <a:close/>
                  <a:moveTo>
                    <a:pt x="2739" y="8446"/>
                  </a:moveTo>
                  <a:lnTo>
                    <a:pt x="2200" y="8446"/>
                  </a:lnTo>
                  <a:cubicBezTo>
                    <a:pt x="2189" y="8446"/>
                    <a:pt x="2178" y="8435"/>
                    <a:pt x="2178" y="8413"/>
                  </a:cubicBezTo>
                  <a:cubicBezTo>
                    <a:pt x="2178" y="8402"/>
                    <a:pt x="2189" y="8391"/>
                    <a:pt x="2200" y="8391"/>
                  </a:cubicBezTo>
                  <a:lnTo>
                    <a:pt x="2739" y="8391"/>
                  </a:lnTo>
                  <a:cubicBezTo>
                    <a:pt x="2750" y="8391"/>
                    <a:pt x="2761" y="8402"/>
                    <a:pt x="2761" y="8413"/>
                  </a:cubicBezTo>
                  <a:cubicBezTo>
                    <a:pt x="2761" y="8435"/>
                    <a:pt x="2761" y="8446"/>
                    <a:pt x="2739" y="8446"/>
                  </a:cubicBezTo>
                  <a:close/>
                  <a:moveTo>
                    <a:pt x="2013" y="8446"/>
                  </a:moveTo>
                  <a:lnTo>
                    <a:pt x="1475" y="8446"/>
                  </a:lnTo>
                  <a:cubicBezTo>
                    <a:pt x="1464" y="8446"/>
                    <a:pt x="1453" y="8435"/>
                    <a:pt x="1453" y="8413"/>
                  </a:cubicBezTo>
                  <a:cubicBezTo>
                    <a:pt x="1453" y="8402"/>
                    <a:pt x="1464" y="8391"/>
                    <a:pt x="1475" y="8391"/>
                  </a:cubicBezTo>
                  <a:lnTo>
                    <a:pt x="2013" y="8391"/>
                  </a:lnTo>
                  <a:cubicBezTo>
                    <a:pt x="2024" y="8391"/>
                    <a:pt x="2035" y="8402"/>
                    <a:pt x="2035" y="8413"/>
                  </a:cubicBezTo>
                  <a:cubicBezTo>
                    <a:pt x="2035" y="8435"/>
                    <a:pt x="2035" y="8446"/>
                    <a:pt x="2013" y="8446"/>
                  </a:cubicBezTo>
                  <a:close/>
                  <a:moveTo>
                    <a:pt x="1288" y="8446"/>
                  </a:moveTo>
                  <a:lnTo>
                    <a:pt x="749" y="8446"/>
                  </a:lnTo>
                  <a:cubicBezTo>
                    <a:pt x="738" y="8446"/>
                    <a:pt x="727" y="8435"/>
                    <a:pt x="727" y="8413"/>
                  </a:cubicBezTo>
                  <a:cubicBezTo>
                    <a:pt x="727" y="8402"/>
                    <a:pt x="738" y="8391"/>
                    <a:pt x="749" y="8391"/>
                  </a:cubicBezTo>
                  <a:lnTo>
                    <a:pt x="1288" y="8391"/>
                  </a:lnTo>
                  <a:cubicBezTo>
                    <a:pt x="1299" y="8391"/>
                    <a:pt x="1310" y="8402"/>
                    <a:pt x="1310" y="8413"/>
                  </a:cubicBezTo>
                  <a:cubicBezTo>
                    <a:pt x="1310" y="8435"/>
                    <a:pt x="1310" y="8446"/>
                    <a:pt x="1288" y="8446"/>
                  </a:cubicBezTo>
                  <a:close/>
                  <a:moveTo>
                    <a:pt x="562" y="8446"/>
                  </a:moveTo>
                  <a:lnTo>
                    <a:pt x="23" y="8446"/>
                  </a:lnTo>
                  <a:cubicBezTo>
                    <a:pt x="12" y="8446"/>
                    <a:pt x="1" y="8435"/>
                    <a:pt x="1" y="8413"/>
                  </a:cubicBezTo>
                  <a:cubicBezTo>
                    <a:pt x="1" y="8402"/>
                    <a:pt x="12" y="8391"/>
                    <a:pt x="23" y="8391"/>
                  </a:cubicBezTo>
                  <a:lnTo>
                    <a:pt x="562" y="8391"/>
                  </a:lnTo>
                  <a:cubicBezTo>
                    <a:pt x="573" y="8391"/>
                    <a:pt x="584" y="8402"/>
                    <a:pt x="584" y="8413"/>
                  </a:cubicBezTo>
                  <a:cubicBezTo>
                    <a:pt x="584" y="8435"/>
                    <a:pt x="584" y="8446"/>
                    <a:pt x="562" y="8446"/>
                  </a:cubicBezTo>
                  <a:close/>
                  <a:moveTo>
                    <a:pt x="10899" y="8336"/>
                  </a:moveTo>
                  <a:cubicBezTo>
                    <a:pt x="10888" y="8336"/>
                    <a:pt x="10877" y="8336"/>
                    <a:pt x="10877" y="8325"/>
                  </a:cubicBezTo>
                  <a:cubicBezTo>
                    <a:pt x="10866" y="8314"/>
                    <a:pt x="10877" y="8303"/>
                    <a:pt x="10888" y="8292"/>
                  </a:cubicBezTo>
                  <a:cubicBezTo>
                    <a:pt x="11042" y="8215"/>
                    <a:pt x="11174" y="8083"/>
                    <a:pt x="11251" y="7919"/>
                  </a:cubicBezTo>
                  <a:cubicBezTo>
                    <a:pt x="11251" y="7908"/>
                    <a:pt x="11262" y="7897"/>
                    <a:pt x="11273" y="7908"/>
                  </a:cubicBezTo>
                  <a:cubicBezTo>
                    <a:pt x="11284" y="7908"/>
                    <a:pt x="11295" y="7930"/>
                    <a:pt x="11284" y="7941"/>
                  </a:cubicBezTo>
                  <a:cubicBezTo>
                    <a:pt x="11207" y="8105"/>
                    <a:pt x="11075" y="8248"/>
                    <a:pt x="10910" y="8336"/>
                  </a:cubicBezTo>
                  <a:cubicBezTo>
                    <a:pt x="10910" y="8336"/>
                    <a:pt x="10899" y="8336"/>
                    <a:pt x="10899" y="8336"/>
                  </a:cubicBezTo>
                  <a:close/>
                  <a:moveTo>
                    <a:pt x="11328" y="7787"/>
                  </a:moveTo>
                  <a:lnTo>
                    <a:pt x="11317" y="7787"/>
                  </a:lnTo>
                  <a:cubicBezTo>
                    <a:pt x="11306" y="7776"/>
                    <a:pt x="11306" y="7765"/>
                    <a:pt x="11306" y="7754"/>
                  </a:cubicBezTo>
                  <a:cubicBezTo>
                    <a:pt x="11317" y="7688"/>
                    <a:pt x="11328" y="7633"/>
                    <a:pt x="11328" y="7567"/>
                  </a:cubicBezTo>
                  <a:lnTo>
                    <a:pt x="11328" y="7215"/>
                  </a:lnTo>
                  <a:cubicBezTo>
                    <a:pt x="11328" y="7204"/>
                    <a:pt x="11339" y="7193"/>
                    <a:pt x="11350" y="7193"/>
                  </a:cubicBezTo>
                  <a:cubicBezTo>
                    <a:pt x="11361" y="7193"/>
                    <a:pt x="11372" y="7204"/>
                    <a:pt x="11372" y="7215"/>
                  </a:cubicBezTo>
                  <a:lnTo>
                    <a:pt x="11372" y="7567"/>
                  </a:lnTo>
                  <a:cubicBezTo>
                    <a:pt x="11372" y="7633"/>
                    <a:pt x="11361" y="7699"/>
                    <a:pt x="11350" y="7765"/>
                  </a:cubicBezTo>
                  <a:cubicBezTo>
                    <a:pt x="11350" y="7776"/>
                    <a:pt x="11339" y="7787"/>
                    <a:pt x="11328" y="7787"/>
                  </a:cubicBezTo>
                  <a:close/>
                  <a:moveTo>
                    <a:pt x="11350" y="7061"/>
                  </a:moveTo>
                  <a:cubicBezTo>
                    <a:pt x="11339" y="7061"/>
                    <a:pt x="11328" y="7050"/>
                    <a:pt x="11328" y="7039"/>
                  </a:cubicBezTo>
                  <a:lnTo>
                    <a:pt x="11328" y="6489"/>
                  </a:lnTo>
                  <a:cubicBezTo>
                    <a:pt x="11328" y="6478"/>
                    <a:pt x="11339" y="6467"/>
                    <a:pt x="11350" y="6467"/>
                  </a:cubicBezTo>
                  <a:cubicBezTo>
                    <a:pt x="11361" y="6467"/>
                    <a:pt x="11372" y="6478"/>
                    <a:pt x="11372" y="6489"/>
                  </a:cubicBezTo>
                  <a:lnTo>
                    <a:pt x="11372" y="7039"/>
                  </a:lnTo>
                  <a:cubicBezTo>
                    <a:pt x="11372" y="7050"/>
                    <a:pt x="11361" y="7061"/>
                    <a:pt x="11350" y="7061"/>
                  </a:cubicBezTo>
                  <a:close/>
                  <a:moveTo>
                    <a:pt x="11350" y="6335"/>
                  </a:moveTo>
                  <a:cubicBezTo>
                    <a:pt x="11339" y="6335"/>
                    <a:pt x="11328" y="6324"/>
                    <a:pt x="11328" y="6313"/>
                  </a:cubicBezTo>
                  <a:lnTo>
                    <a:pt x="11328" y="5763"/>
                  </a:lnTo>
                  <a:cubicBezTo>
                    <a:pt x="11328" y="5752"/>
                    <a:pt x="11339" y="5741"/>
                    <a:pt x="11350" y="5741"/>
                  </a:cubicBezTo>
                  <a:cubicBezTo>
                    <a:pt x="11361" y="5741"/>
                    <a:pt x="11372" y="5752"/>
                    <a:pt x="11372" y="5763"/>
                  </a:cubicBezTo>
                  <a:lnTo>
                    <a:pt x="11372" y="6313"/>
                  </a:lnTo>
                  <a:cubicBezTo>
                    <a:pt x="11372" y="6324"/>
                    <a:pt x="11361" y="6335"/>
                    <a:pt x="11350" y="6335"/>
                  </a:cubicBezTo>
                  <a:close/>
                  <a:moveTo>
                    <a:pt x="11350" y="5609"/>
                  </a:moveTo>
                  <a:cubicBezTo>
                    <a:pt x="11339" y="5609"/>
                    <a:pt x="11328" y="5598"/>
                    <a:pt x="11328" y="5587"/>
                  </a:cubicBezTo>
                  <a:lnTo>
                    <a:pt x="11328" y="5037"/>
                  </a:lnTo>
                  <a:cubicBezTo>
                    <a:pt x="11328" y="5026"/>
                    <a:pt x="11339" y="5015"/>
                    <a:pt x="11350" y="5015"/>
                  </a:cubicBezTo>
                  <a:cubicBezTo>
                    <a:pt x="11361" y="5015"/>
                    <a:pt x="11372" y="5026"/>
                    <a:pt x="11372" y="5037"/>
                  </a:cubicBezTo>
                  <a:lnTo>
                    <a:pt x="11372" y="5587"/>
                  </a:lnTo>
                  <a:cubicBezTo>
                    <a:pt x="11372" y="5598"/>
                    <a:pt x="11361" y="5609"/>
                    <a:pt x="11350" y="5609"/>
                  </a:cubicBezTo>
                  <a:close/>
                  <a:moveTo>
                    <a:pt x="11350" y="4883"/>
                  </a:moveTo>
                  <a:cubicBezTo>
                    <a:pt x="11339" y="4883"/>
                    <a:pt x="11328" y="4872"/>
                    <a:pt x="11328" y="4861"/>
                  </a:cubicBezTo>
                  <a:lnTo>
                    <a:pt x="11328" y="4311"/>
                  </a:lnTo>
                  <a:cubicBezTo>
                    <a:pt x="11328" y="4300"/>
                    <a:pt x="11339" y="4289"/>
                    <a:pt x="11350" y="4289"/>
                  </a:cubicBezTo>
                  <a:cubicBezTo>
                    <a:pt x="11361" y="4289"/>
                    <a:pt x="11372" y="4300"/>
                    <a:pt x="11372" y="4311"/>
                  </a:cubicBezTo>
                  <a:lnTo>
                    <a:pt x="11372" y="4861"/>
                  </a:lnTo>
                  <a:cubicBezTo>
                    <a:pt x="11372" y="4872"/>
                    <a:pt x="11361" y="4883"/>
                    <a:pt x="11350" y="4883"/>
                  </a:cubicBezTo>
                  <a:close/>
                  <a:moveTo>
                    <a:pt x="11350" y="4158"/>
                  </a:moveTo>
                  <a:cubicBezTo>
                    <a:pt x="11339" y="4158"/>
                    <a:pt x="11328" y="4147"/>
                    <a:pt x="11328" y="4136"/>
                  </a:cubicBezTo>
                  <a:lnTo>
                    <a:pt x="11328" y="3586"/>
                  </a:lnTo>
                  <a:cubicBezTo>
                    <a:pt x="11328" y="3575"/>
                    <a:pt x="11339" y="3564"/>
                    <a:pt x="11350" y="3564"/>
                  </a:cubicBezTo>
                  <a:cubicBezTo>
                    <a:pt x="11361" y="3564"/>
                    <a:pt x="11372" y="3575"/>
                    <a:pt x="11372" y="3586"/>
                  </a:cubicBezTo>
                  <a:lnTo>
                    <a:pt x="11372" y="4136"/>
                  </a:lnTo>
                  <a:cubicBezTo>
                    <a:pt x="11372" y="4147"/>
                    <a:pt x="11361" y="4158"/>
                    <a:pt x="11350" y="4158"/>
                  </a:cubicBezTo>
                  <a:close/>
                  <a:moveTo>
                    <a:pt x="11350" y="3432"/>
                  </a:moveTo>
                  <a:cubicBezTo>
                    <a:pt x="11339" y="3432"/>
                    <a:pt x="11328" y="3421"/>
                    <a:pt x="11328" y="3399"/>
                  </a:cubicBezTo>
                  <a:lnTo>
                    <a:pt x="11328" y="2860"/>
                  </a:lnTo>
                  <a:cubicBezTo>
                    <a:pt x="11328" y="2849"/>
                    <a:pt x="11339" y="2838"/>
                    <a:pt x="11350" y="2838"/>
                  </a:cubicBezTo>
                  <a:cubicBezTo>
                    <a:pt x="11361" y="2838"/>
                    <a:pt x="11372" y="2849"/>
                    <a:pt x="11372" y="2860"/>
                  </a:cubicBezTo>
                  <a:lnTo>
                    <a:pt x="11372" y="3399"/>
                  </a:lnTo>
                  <a:cubicBezTo>
                    <a:pt x="11372" y="3421"/>
                    <a:pt x="11361" y="3432"/>
                    <a:pt x="11350" y="3432"/>
                  </a:cubicBezTo>
                  <a:close/>
                  <a:moveTo>
                    <a:pt x="11350" y="2706"/>
                  </a:moveTo>
                  <a:cubicBezTo>
                    <a:pt x="11339" y="2706"/>
                    <a:pt x="11328" y="2695"/>
                    <a:pt x="11328" y="2673"/>
                  </a:cubicBezTo>
                  <a:lnTo>
                    <a:pt x="11328" y="2134"/>
                  </a:lnTo>
                  <a:cubicBezTo>
                    <a:pt x="11328" y="2123"/>
                    <a:pt x="11339" y="2112"/>
                    <a:pt x="11350" y="2112"/>
                  </a:cubicBezTo>
                  <a:cubicBezTo>
                    <a:pt x="11361" y="2112"/>
                    <a:pt x="11372" y="2123"/>
                    <a:pt x="11372" y="2134"/>
                  </a:cubicBezTo>
                  <a:lnTo>
                    <a:pt x="11372" y="2673"/>
                  </a:lnTo>
                  <a:cubicBezTo>
                    <a:pt x="11372" y="2695"/>
                    <a:pt x="11361" y="2706"/>
                    <a:pt x="11350" y="2706"/>
                  </a:cubicBezTo>
                  <a:close/>
                  <a:moveTo>
                    <a:pt x="11350" y="1980"/>
                  </a:moveTo>
                  <a:cubicBezTo>
                    <a:pt x="11339" y="1980"/>
                    <a:pt x="11328" y="1969"/>
                    <a:pt x="11328" y="1947"/>
                  </a:cubicBezTo>
                  <a:lnTo>
                    <a:pt x="11328" y="1408"/>
                  </a:lnTo>
                  <a:cubicBezTo>
                    <a:pt x="11328" y="1397"/>
                    <a:pt x="11339" y="1386"/>
                    <a:pt x="11350" y="1386"/>
                  </a:cubicBezTo>
                  <a:cubicBezTo>
                    <a:pt x="11361" y="1386"/>
                    <a:pt x="11372" y="1397"/>
                    <a:pt x="11372" y="1408"/>
                  </a:cubicBezTo>
                  <a:lnTo>
                    <a:pt x="11372" y="1947"/>
                  </a:lnTo>
                  <a:cubicBezTo>
                    <a:pt x="11372" y="1969"/>
                    <a:pt x="11361" y="1980"/>
                    <a:pt x="11350" y="1980"/>
                  </a:cubicBezTo>
                  <a:close/>
                  <a:moveTo>
                    <a:pt x="11350" y="1254"/>
                  </a:moveTo>
                  <a:cubicBezTo>
                    <a:pt x="11339" y="1254"/>
                    <a:pt x="11328" y="1243"/>
                    <a:pt x="11328" y="1221"/>
                  </a:cubicBezTo>
                  <a:lnTo>
                    <a:pt x="11328" y="880"/>
                  </a:lnTo>
                  <a:cubicBezTo>
                    <a:pt x="11328" y="814"/>
                    <a:pt x="11317" y="748"/>
                    <a:pt x="11306" y="693"/>
                  </a:cubicBezTo>
                  <a:cubicBezTo>
                    <a:pt x="11295" y="671"/>
                    <a:pt x="11306" y="660"/>
                    <a:pt x="11317" y="660"/>
                  </a:cubicBezTo>
                  <a:cubicBezTo>
                    <a:pt x="11328" y="660"/>
                    <a:pt x="11339" y="671"/>
                    <a:pt x="11350" y="682"/>
                  </a:cubicBezTo>
                  <a:cubicBezTo>
                    <a:pt x="11361" y="748"/>
                    <a:pt x="11372" y="814"/>
                    <a:pt x="11372" y="880"/>
                  </a:cubicBezTo>
                  <a:lnTo>
                    <a:pt x="11372" y="1232"/>
                  </a:lnTo>
                  <a:cubicBezTo>
                    <a:pt x="11372" y="1243"/>
                    <a:pt x="11361" y="1254"/>
                    <a:pt x="11350" y="1254"/>
                  </a:cubicBezTo>
                  <a:close/>
                  <a:moveTo>
                    <a:pt x="11262" y="539"/>
                  </a:moveTo>
                  <a:cubicBezTo>
                    <a:pt x="11251" y="539"/>
                    <a:pt x="11251" y="528"/>
                    <a:pt x="11240" y="528"/>
                  </a:cubicBezTo>
                  <a:cubicBezTo>
                    <a:pt x="11163" y="364"/>
                    <a:pt x="11042" y="232"/>
                    <a:pt x="10877" y="144"/>
                  </a:cubicBezTo>
                  <a:cubicBezTo>
                    <a:pt x="10866" y="144"/>
                    <a:pt x="10866" y="133"/>
                    <a:pt x="10866" y="122"/>
                  </a:cubicBezTo>
                  <a:cubicBezTo>
                    <a:pt x="10877" y="111"/>
                    <a:pt x="10888" y="100"/>
                    <a:pt x="10899" y="111"/>
                  </a:cubicBezTo>
                  <a:cubicBezTo>
                    <a:pt x="11064" y="199"/>
                    <a:pt x="11196" y="342"/>
                    <a:pt x="11284" y="506"/>
                  </a:cubicBezTo>
                  <a:cubicBezTo>
                    <a:pt x="11284" y="517"/>
                    <a:pt x="11284" y="528"/>
                    <a:pt x="11273" y="539"/>
                  </a:cubicBezTo>
                  <a:cubicBezTo>
                    <a:pt x="11273" y="539"/>
                    <a:pt x="11262" y="539"/>
                    <a:pt x="11262" y="539"/>
                  </a:cubicBezTo>
                  <a:close/>
                  <a:moveTo>
                    <a:pt x="10723" y="78"/>
                  </a:moveTo>
                  <a:lnTo>
                    <a:pt x="10712" y="78"/>
                  </a:lnTo>
                  <a:cubicBezTo>
                    <a:pt x="10646" y="67"/>
                    <a:pt x="10569" y="56"/>
                    <a:pt x="10492" y="56"/>
                  </a:cubicBezTo>
                  <a:lnTo>
                    <a:pt x="10184" y="56"/>
                  </a:lnTo>
                  <a:cubicBezTo>
                    <a:pt x="10162" y="56"/>
                    <a:pt x="10151" y="45"/>
                    <a:pt x="10151" y="23"/>
                  </a:cubicBezTo>
                  <a:cubicBezTo>
                    <a:pt x="10151" y="12"/>
                    <a:pt x="10162" y="1"/>
                    <a:pt x="10184" y="1"/>
                  </a:cubicBezTo>
                  <a:lnTo>
                    <a:pt x="10492" y="1"/>
                  </a:lnTo>
                  <a:cubicBezTo>
                    <a:pt x="10569" y="1"/>
                    <a:pt x="10646" y="12"/>
                    <a:pt x="10723" y="34"/>
                  </a:cubicBezTo>
                  <a:cubicBezTo>
                    <a:pt x="10745" y="45"/>
                    <a:pt x="10745" y="56"/>
                    <a:pt x="10745" y="67"/>
                  </a:cubicBezTo>
                  <a:cubicBezTo>
                    <a:pt x="10745" y="78"/>
                    <a:pt x="10734" y="78"/>
                    <a:pt x="10723" y="78"/>
                  </a:cubicBezTo>
                  <a:close/>
                  <a:moveTo>
                    <a:pt x="9997" y="56"/>
                  </a:moveTo>
                  <a:lnTo>
                    <a:pt x="9459" y="56"/>
                  </a:lnTo>
                  <a:cubicBezTo>
                    <a:pt x="9448" y="56"/>
                    <a:pt x="9437" y="45"/>
                    <a:pt x="9437" y="23"/>
                  </a:cubicBezTo>
                  <a:cubicBezTo>
                    <a:pt x="9437" y="12"/>
                    <a:pt x="9437" y="1"/>
                    <a:pt x="9459" y="1"/>
                  </a:cubicBezTo>
                  <a:lnTo>
                    <a:pt x="9997" y="1"/>
                  </a:lnTo>
                  <a:cubicBezTo>
                    <a:pt x="10008" y="1"/>
                    <a:pt x="10019" y="12"/>
                    <a:pt x="10019" y="23"/>
                  </a:cubicBezTo>
                  <a:cubicBezTo>
                    <a:pt x="10019" y="45"/>
                    <a:pt x="10008" y="56"/>
                    <a:pt x="9997" y="56"/>
                  </a:cubicBezTo>
                  <a:close/>
                  <a:moveTo>
                    <a:pt x="9272" y="56"/>
                  </a:moveTo>
                  <a:lnTo>
                    <a:pt x="8733" y="56"/>
                  </a:lnTo>
                  <a:cubicBezTo>
                    <a:pt x="8722" y="56"/>
                    <a:pt x="8711" y="45"/>
                    <a:pt x="8711" y="23"/>
                  </a:cubicBezTo>
                  <a:cubicBezTo>
                    <a:pt x="8711" y="12"/>
                    <a:pt x="8711" y="1"/>
                    <a:pt x="8733" y="1"/>
                  </a:cubicBezTo>
                  <a:lnTo>
                    <a:pt x="9272" y="1"/>
                  </a:lnTo>
                  <a:cubicBezTo>
                    <a:pt x="9283" y="1"/>
                    <a:pt x="9294" y="12"/>
                    <a:pt x="9294" y="23"/>
                  </a:cubicBezTo>
                  <a:cubicBezTo>
                    <a:pt x="9294" y="45"/>
                    <a:pt x="9283" y="56"/>
                    <a:pt x="9272" y="56"/>
                  </a:cubicBezTo>
                  <a:close/>
                  <a:moveTo>
                    <a:pt x="8546" y="56"/>
                  </a:moveTo>
                  <a:lnTo>
                    <a:pt x="8007" y="56"/>
                  </a:lnTo>
                  <a:cubicBezTo>
                    <a:pt x="7996" y="56"/>
                    <a:pt x="7985" y="45"/>
                    <a:pt x="7985" y="23"/>
                  </a:cubicBezTo>
                  <a:cubicBezTo>
                    <a:pt x="7985" y="12"/>
                    <a:pt x="7985" y="1"/>
                    <a:pt x="8007" y="1"/>
                  </a:cubicBezTo>
                  <a:lnTo>
                    <a:pt x="8546" y="1"/>
                  </a:lnTo>
                  <a:cubicBezTo>
                    <a:pt x="8557" y="1"/>
                    <a:pt x="8568" y="12"/>
                    <a:pt x="8568" y="23"/>
                  </a:cubicBezTo>
                  <a:cubicBezTo>
                    <a:pt x="8568" y="45"/>
                    <a:pt x="8557" y="56"/>
                    <a:pt x="8546" y="56"/>
                  </a:cubicBezTo>
                  <a:close/>
                  <a:moveTo>
                    <a:pt x="7820" y="56"/>
                  </a:moveTo>
                  <a:lnTo>
                    <a:pt x="7281" y="56"/>
                  </a:lnTo>
                  <a:cubicBezTo>
                    <a:pt x="7270" y="56"/>
                    <a:pt x="7259" y="45"/>
                    <a:pt x="7259" y="23"/>
                  </a:cubicBezTo>
                  <a:cubicBezTo>
                    <a:pt x="7259" y="12"/>
                    <a:pt x="7259" y="1"/>
                    <a:pt x="7281" y="1"/>
                  </a:cubicBezTo>
                  <a:lnTo>
                    <a:pt x="7820" y="1"/>
                  </a:lnTo>
                  <a:cubicBezTo>
                    <a:pt x="7831" y="1"/>
                    <a:pt x="7842" y="12"/>
                    <a:pt x="7842" y="23"/>
                  </a:cubicBezTo>
                  <a:cubicBezTo>
                    <a:pt x="7842" y="45"/>
                    <a:pt x="7831" y="56"/>
                    <a:pt x="7820" y="56"/>
                  </a:cubicBezTo>
                  <a:close/>
                  <a:moveTo>
                    <a:pt x="7094" y="56"/>
                  </a:moveTo>
                  <a:lnTo>
                    <a:pt x="6555" y="56"/>
                  </a:lnTo>
                  <a:cubicBezTo>
                    <a:pt x="6544" y="56"/>
                    <a:pt x="6533" y="45"/>
                    <a:pt x="6533" y="23"/>
                  </a:cubicBezTo>
                  <a:cubicBezTo>
                    <a:pt x="6533" y="12"/>
                    <a:pt x="6533" y="1"/>
                    <a:pt x="6555" y="1"/>
                  </a:cubicBezTo>
                  <a:lnTo>
                    <a:pt x="7094" y="1"/>
                  </a:lnTo>
                  <a:cubicBezTo>
                    <a:pt x="7105" y="1"/>
                    <a:pt x="7116" y="12"/>
                    <a:pt x="7116" y="23"/>
                  </a:cubicBezTo>
                  <a:cubicBezTo>
                    <a:pt x="7116" y="45"/>
                    <a:pt x="7105" y="56"/>
                    <a:pt x="7094" y="56"/>
                  </a:cubicBezTo>
                  <a:close/>
                  <a:moveTo>
                    <a:pt x="6368" y="56"/>
                  </a:moveTo>
                  <a:lnTo>
                    <a:pt x="5829" y="56"/>
                  </a:lnTo>
                  <a:cubicBezTo>
                    <a:pt x="5818" y="56"/>
                    <a:pt x="5807" y="45"/>
                    <a:pt x="5807" y="23"/>
                  </a:cubicBezTo>
                  <a:cubicBezTo>
                    <a:pt x="5807" y="12"/>
                    <a:pt x="5807" y="1"/>
                    <a:pt x="5829" y="1"/>
                  </a:cubicBezTo>
                  <a:lnTo>
                    <a:pt x="6368" y="1"/>
                  </a:lnTo>
                  <a:cubicBezTo>
                    <a:pt x="6379" y="1"/>
                    <a:pt x="6390" y="12"/>
                    <a:pt x="6390" y="23"/>
                  </a:cubicBezTo>
                  <a:cubicBezTo>
                    <a:pt x="6390" y="45"/>
                    <a:pt x="6379" y="56"/>
                    <a:pt x="6368" y="56"/>
                  </a:cubicBezTo>
                  <a:close/>
                  <a:moveTo>
                    <a:pt x="5643" y="56"/>
                  </a:moveTo>
                  <a:lnTo>
                    <a:pt x="5104" y="56"/>
                  </a:lnTo>
                  <a:cubicBezTo>
                    <a:pt x="5093" y="56"/>
                    <a:pt x="5082" y="45"/>
                    <a:pt x="5082" y="23"/>
                  </a:cubicBezTo>
                  <a:cubicBezTo>
                    <a:pt x="5082" y="12"/>
                    <a:pt x="5082" y="1"/>
                    <a:pt x="5104" y="1"/>
                  </a:cubicBezTo>
                  <a:lnTo>
                    <a:pt x="5643" y="1"/>
                  </a:lnTo>
                  <a:cubicBezTo>
                    <a:pt x="5654" y="1"/>
                    <a:pt x="5665" y="12"/>
                    <a:pt x="5665" y="23"/>
                  </a:cubicBezTo>
                  <a:cubicBezTo>
                    <a:pt x="5665" y="45"/>
                    <a:pt x="5654" y="56"/>
                    <a:pt x="5643" y="56"/>
                  </a:cubicBezTo>
                  <a:close/>
                  <a:moveTo>
                    <a:pt x="4917" y="56"/>
                  </a:moveTo>
                  <a:lnTo>
                    <a:pt x="4378" y="56"/>
                  </a:lnTo>
                  <a:cubicBezTo>
                    <a:pt x="4367" y="56"/>
                    <a:pt x="4356" y="45"/>
                    <a:pt x="4356" y="23"/>
                  </a:cubicBezTo>
                  <a:cubicBezTo>
                    <a:pt x="4356" y="12"/>
                    <a:pt x="4356" y="1"/>
                    <a:pt x="4378" y="1"/>
                  </a:cubicBezTo>
                  <a:lnTo>
                    <a:pt x="4917" y="1"/>
                  </a:lnTo>
                  <a:cubicBezTo>
                    <a:pt x="4928" y="1"/>
                    <a:pt x="4939" y="12"/>
                    <a:pt x="4939" y="23"/>
                  </a:cubicBezTo>
                  <a:cubicBezTo>
                    <a:pt x="4939" y="45"/>
                    <a:pt x="4928" y="56"/>
                    <a:pt x="4917" y="56"/>
                  </a:cubicBezTo>
                  <a:close/>
                  <a:moveTo>
                    <a:pt x="4191" y="56"/>
                  </a:moveTo>
                  <a:lnTo>
                    <a:pt x="3652" y="56"/>
                  </a:lnTo>
                  <a:cubicBezTo>
                    <a:pt x="3641" y="56"/>
                    <a:pt x="3630" y="45"/>
                    <a:pt x="3630" y="23"/>
                  </a:cubicBezTo>
                  <a:cubicBezTo>
                    <a:pt x="3630" y="12"/>
                    <a:pt x="3630" y="1"/>
                    <a:pt x="3652" y="1"/>
                  </a:cubicBezTo>
                  <a:lnTo>
                    <a:pt x="4191" y="1"/>
                  </a:lnTo>
                  <a:cubicBezTo>
                    <a:pt x="4202" y="1"/>
                    <a:pt x="4213" y="12"/>
                    <a:pt x="4213" y="23"/>
                  </a:cubicBezTo>
                  <a:cubicBezTo>
                    <a:pt x="4213" y="45"/>
                    <a:pt x="4202" y="56"/>
                    <a:pt x="4191" y="56"/>
                  </a:cubicBezTo>
                  <a:close/>
                  <a:moveTo>
                    <a:pt x="3465" y="56"/>
                  </a:moveTo>
                  <a:lnTo>
                    <a:pt x="2926" y="56"/>
                  </a:lnTo>
                  <a:cubicBezTo>
                    <a:pt x="2915" y="56"/>
                    <a:pt x="2904" y="45"/>
                    <a:pt x="2904" y="23"/>
                  </a:cubicBezTo>
                  <a:cubicBezTo>
                    <a:pt x="2904" y="12"/>
                    <a:pt x="2904" y="1"/>
                    <a:pt x="2926" y="1"/>
                  </a:cubicBezTo>
                  <a:lnTo>
                    <a:pt x="3465" y="1"/>
                  </a:lnTo>
                  <a:cubicBezTo>
                    <a:pt x="3476" y="1"/>
                    <a:pt x="3487" y="12"/>
                    <a:pt x="3487" y="23"/>
                  </a:cubicBezTo>
                  <a:cubicBezTo>
                    <a:pt x="3487" y="45"/>
                    <a:pt x="3476" y="56"/>
                    <a:pt x="3465" y="56"/>
                  </a:cubicBezTo>
                  <a:close/>
                  <a:moveTo>
                    <a:pt x="2739" y="56"/>
                  </a:moveTo>
                  <a:lnTo>
                    <a:pt x="2200" y="56"/>
                  </a:lnTo>
                  <a:cubicBezTo>
                    <a:pt x="2189" y="56"/>
                    <a:pt x="2178" y="45"/>
                    <a:pt x="2178" y="23"/>
                  </a:cubicBezTo>
                  <a:cubicBezTo>
                    <a:pt x="2178" y="12"/>
                    <a:pt x="2178" y="1"/>
                    <a:pt x="2200" y="1"/>
                  </a:cubicBezTo>
                  <a:lnTo>
                    <a:pt x="2739" y="1"/>
                  </a:lnTo>
                  <a:cubicBezTo>
                    <a:pt x="2750" y="1"/>
                    <a:pt x="2761" y="12"/>
                    <a:pt x="2761" y="23"/>
                  </a:cubicBezTo>
                  <a:cubicBezTo>
                    <a:pt x="2761" y="45"/>
                    <a:pt x="2750" y="56"/>
                    <a:pt x="2739" y="56"/>
                  </a:cubicBezTo>
                  <a:close/>
                  <a:moveTo>
                    <a:pt x="2013" y="56"/>
                  </a:moveTo>
                  <a:lnTo>
                    <a:pt x="1475" y="56"/>
                  </a:lnTo>
                  <a:cubicBezTo>
                    <a:pt x="1464" y="56"/>
                    <a:pt x="1453" y="45"/>
                    <a:pt x="1453" y="23"/>
                  </a:cubicBezTo>
                  <a:cubicBezTo>
                    <a:pt x="1453" y="12"/>
                    <a:pt x="1453" y="1"/>
                    <a:pt x="1475" y="1"/>
                  </a:cubicBezTo>
                  <a:lnTo>
                    <a:pt x="2013" y="1"/>
                  </a:lnTo>
                  <a:cubicBezTo>
                    <a:pt x="2024" y="1"/>
                    <a:pt x="2035" y="12"/>
                    <a:pt x="2035" y="23"/>
                  </a:cubicBezTo>
                  <a:cubicBezTo>
                    <a:pt x="2035" y="45"/>
                    <a:pt x="2024" y="56"/>
                    <a:pt x="2013" y="56"/>
                  </a:cubicBezTo>
                  <a:close/>
                  <a:moveTo>
                    <a:pt x="1288" y="56"/>
                  </a:moveTo>
                  <a:lnTo>
                    <a:pt x="749" y="56"/>
                  </a:lnTo>
                  <a:cubicBezTo>
                    <a:pt x="738" y="56"/>
                    <a:pt x="727" y="45"/>
                    <a:pt x="727" y="23"/>
                  </a:cubicBezTo>
                  <a:cubicBezTo>
                    <a:pt x="727" y="12"/>
                    <a:pt x="727" y="1"/>
                    <a:pt x="749" y="1"/>
                  </a:cubicBezTo>
                  <a:lnTo>
                    <a:pt x="1288" y="1"/>
                  </a:lnTo>
                  <a:cubicBezTo>
                    <a:pt x="1299" y="1"/>
                    <a:pt x="1310" y="12"/>
                    <a:pt x="1310" y="23"/>
                  </a:cubicBezTo>
                  <a:cubicBezTo>
                    <a:pt x="1310" y="45"/>
                    <a:pt x="1299" y="56"/>
                    <a:pt x="1288" y="56"/>
                  </a:cubicBezTo>
                  <a:close/>
                  <a:moveTo>
                    <a:pt x="562" y="56"/>
                  </a:moveTo>
                  <a:lnTo>
                    <a:pt x="23" y="56"/>
                  </a:lnTo>
                  <a:cubicBezTo>
                    <a:pt x="12" y="56"/>
                    <a:pt x="1" y="45"/>
                    <a:pt x="1" y="23"/>
                  </a:cubicBezTo>
                  <a:cubicBezTo>
                    <a:pt x="1" y="12"/>
                    <a:pt x="1" y="1"/>
                    <a:pt x="23" y="1"/>
                  </a:cubicBezTo>
                  <a:lnTo>
                    <a:pt x="562" y="1"/>
                  </a:lnTo>
                  <a:cubicBezTo>
                    <a:pt x="573" y="1"/>
                    <a:pt x="584" y="12"/>
                    <a:pt x="584" y="23"/>
                  </a:cubicBezTo>
                  <a:cubicBezTo>
                    <a:pt x="584" y="45"/>
                    <a:pt x="573" y="56"/>
                    <a:pt x="562" y="56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7" name="Google Shape;2307;p62"/>
            <p:cNvSpPr/>
            <p:nvPr/>
          </p:nvSpPr>
          <p:spPr>
            <a:xfrm>
              <a:off x="2864340" y="3465039"/>
              <a:ext cx="824582" cy="415852"/>
            </a:xfrm>
            <a:custGeom>
              <a:rect b="b" l="l" r="r" t="t"/>
              <a:pathLst>
                <a:path extrusionOk="0" h="2729" w="5411">
                  <a:moveTo>
                    <a:pt x="1364" y="1"/>
                  </a:moveTo>
                  <a:cubicBezTo>
                    <a:pt x="605" y="1"/>
                    <a:pt x="0" y="606"/>
                    <a:pt x="0" y="1364"/>
                  </a:cubicBezTo>
                  <a:cubicBezTo>
                    <a:pt x="0" y="2112"/>
                    <a:pt x="605" y="2728"/>
                    <a:pt x="1364" y="2728"/>
                  </a:cubicBezTo>
                  <a:lnTo>
                    <a:pt x="5411" y="2728"/>
                  </a:lnTo>
                  <a:lnTo>
                    <a:pt x="541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8" name="Google Shape;2308;p62"/>
            <p:cNvSpPr/>
            <p:nvPr/>
          </p:nvSpPr>
          <p:spPr>
            <a:xfrm>
              <a:off x="2956533" y="3754113"/>
              <a:ext cx="227975" cy="64763"/>
            </a:xfrm>
            <a:custGeom>
              <a:rect b="b" l="l" r="r" t="t"/>
              <a:pathLst>
                <a:path extrusionOk="0" h="425" w="1496">
                  <a:moveTo>
                    <a:pt x="55" y="1"/>
                  </a:moveTo>
                  <a:cubicBezTo>
                    <a:pt x="44" y="1"/>
                    <a:pt x="33" y="6"/>
                    <a:pt x="22" y="17"/>
                  </a:cubicBezTo>
                  <a:cubicBezTo>
                    <a:pt x="0" y="28"/>
                    <a:pt x="0" y="61"/>
                    <a:pt x="11" y="72"/>
                  </a:cubicBezTo>
                  <a:cubicBezTo>
                    <a:pt x="198" y="292"/>
                    <a:pt x="473" y="424"/>
                    <a:pt x="759" y="424"/>
                  </a:cubicBezTo>
                  <a:cubicBezTo>
                    <a:pt x="1034" y="424"/>
                    <a:pt x="1298" y="303"/>
                    <a:pt x="1485" y="83"/>
                  </a:cubicBezTo>
                  <a:cubicBezTo>
                    <a:pt x="1496" y="72"/>
                    <a:pt x="1496" y="39"/>
                    <a:pt x="1474" y="28"/>
                  </a:cubicBezTo>
                  <a:cubicBezTo>
                    <a:pt x="1468" y="17"/>
                    <a:pt x="1457" y="12"/>
                    <a:pt x="1446" y="12"/>
                  </a:cubicBezTo>
                  <a:cubicBezTo>
                    <a:pt x="1435" y="12"/>
                    <a:pt x="1424" y="17"/>
                    <a:pt x="1419" y="28"/>
                  </a:cubicBezTo>
                  <a:cubicBezTo>
                    <a:pt x="1254" y="226"/>
                    <a:pt x="1012" y="336"/>
                    <a:pt x="759" y="336"/>
                  </a:cubicBezTo>
                  <a:cubicBezTo>
                    <a:pt x="495" y="336"/>
                    <a:pt x="253" y="215"/>
                    <a:pt x="88" y="17"/>
                  </a:cubicBezTo>
                  <a:cubicBezTo>
                    <a:pt x="77" y="6"/>
                    <a:pt x="66" y="1"/>
                    <a:pt x="55" y="1"/>
                  </a:cubicBezTo>
                  <a:close/>
                </a:path>
              </a:pathLst>
            </a:custGeom>
            <a:solidFill>
              <a:srgbClr val="FFFFFF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9" name="Google Shape;2309;p62"/>
            <p:cNvSpPr/>
            <p:nvPr/>
          </p:nvSpPr>
          <p:spPr>
            <a:xfrm>
              <a:off x="2948152" y="3559822"/>
              <a:ext cx="248091" cy="225983"/>
            </a:xfrm>
            <a:custGeom>
              <a:rect b="b" l="l" r="r" t="t"/>
              <a:pathLst>
                <a:path extrusionOk="0" h="1483" w="1628">
                  <a:moveTo>
                    <a:pt x="809" y="0"/>
                  </a:moveTo>
                  <a:cubicBezTo>
                    <a:pt x="619" y="0"/>
                    <a:pt x="429" y="72"/>
                    <a:pt x="286" y="215"/>
                  </a:cubicBezTo>
                  <a:cubicBezTo>
                    <a:pt x="0" y="512"/>
                    <a:pt x="0" y="973"/>
                    <a:pt x="286" y="1259"/>
                  </a:cubicBezTo>
                  <a:cubicBezTo>
                    <a:pt x="429" y="1408"/>
                    <a:pt x="619" y="1482"/>
                    <a:pt x="809" y="1482"/>
                  </a:cubicBezTo>
                  <a:cubicBezTo>
                    <a:pt x="998" y="1482"/>
                    <a:pt x="1188" y="1408"/>
                    <a:pt x="1331" y="1259"/>
                  </a:cubicBezTo>
                  <a:cubicBezTo>
                    <a:pt x="1628" y="973"/>
                    <a:pt x="1628" y="512"/>
                    <a:pt x="1331" y="215"/>
                  </a:cubicBezTo>
                  <a:cubicBezTo>
                    <a:pt x="1188" y="72"/>
                    <a:pt x="998" y="0"/>
                    <a:pt x="8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0" name="Google Shape;2310;p62"/>
            <p:cNvSpPr/>
            <p:nvPr/>
          </p:nvSpPr>
          <p:spPr>
            <a:xfrm>
              <a:off x="2884455" y="3485154"/>
              <a:ext cx="464332" cy="208002"/>
            </a:xfrm>
            <a:custGeom>
              <a:rect b="b" l="l" r="r" t="t"/>
              <a:pathLst>
                <a:path extrusionOk="0" h="1365" w="3047">
                  <a:moveTo>
                    <a:pt x="1232" y="1"/>
                  </a:moveTo>
                  <a:cubicBezTo>
                    <a:pt x="550" y="1"/>
                    <a:pt x="0" y="551"/>
                    <a:pt x="0" y="1232"/>
                  </a:cubicBezTo>
                  <a:cubicBezTo>
                    <a:pt x="0" y="1309"/>
                    <a:pt x="66" y="1364"/>
                    <a:pt x="132" y="1364"/>
                  </a:cubicBezTo>
                  <a:lnTo>
                    <a:pt x="143" y="1364"/>
                  </a:lnTo>
                  <a:cubicBezTo>
                    <a:pt x="209" y="1364"/>
                    <a:pt x="275" y="1309"/>
                    <a:pt x="275" y="1232"/>
                  </a:cubicBezTo>
                  <a:cubicBezTo>
                    <a:pt x="275" y="705"/>
                    <a:pt x="704" y="276"/>
                    <a:pt x="1232" y="276"/>
                  </a:cubicBezTo>
                  <a:lnTo>
                    <a:pt x="2915" y="276"/>
                  </a:lnTo>
                  <a:cubicBezTo>
                    <a:pt x="2992" y="276"/>
                    <a:pt x="3047" y="210"/>
                    <a:pt x="3047" y="144"/>
                  </a:cubicBezTo>
                  <a:cubicBezTo>
                    <a:pt x="3047" y="67"/>
                    <a:pt x="2992" y="1"/>
                    <a:pt x="2915" y="1"/>
                  </a:cubicBezTo>
                  <a:close/>
                </a:path>
              </a:pathLst>
            </a:custGeom>
            <a:solidFill>
              <a:srgbClr val="FFFFFF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1" name="Google Shape;2311;p62"/>
            <p:cNvSpPr/>
            <p:nvPr/>
          </p:nvSpPr>
          <p:spPr>
            <a:xfrm>
              <a:off x="3078747" y="3880745"/>
              <a:ext cx="586701" cy="25295"/>
            </a:xfrm>
            <a:custGeom>
              <a:rect b="b" l="l" r="r" t="t"/>
              <a:pathLst>
                <a:path extrusionOk="0" h="166" w="3850">
                  <a:moveTo>
                    <a:pt x="78" y="0"/>
                  </a:moveTo>
                  <a:cubicBezTo>
                    <a:pt x="34" y="0"/>
                    <a:pt x="1" y="33"/>
                    <a:pt x="1" y="77"/>
                  </a:cubicBezTo>
                  <a:cubicBezTo>
                    <a:pt x="1" y="132"/>
                    <a:pt x="34" y="165"/>
                    <a:pt x="78" y="165"/>
                  </a:cubicBezTo>
                  <a:lnTo>
                    <a:pt x="3773" y="165"/>
                  </a:lnTo>
                  <a:cubicBezTo>
                    <a:pt x="3817" y="165"/>
                    <a:pt x="3850" y="132"/>
                    <a:pt x="3850" y="77"/>
                  </a:cubicBezTo>
                  <a:cubicBezTo>
                    <a:pt x="3850" y="33"/>
                    <a:pt x="3817" y="0"/>
                    <a:pt x="3773" y="0"/>
                  </a:cubicBezTo>
                  <a:close/>
                </a:path>
              </a:pathLst>
            </a:custGeom>
            <a:solidFill>
              <a:srgbClr val="000000">
                <a:alpha val="264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2" name="Google Shape;2312;p62"/>
            <p:cNvSpPr/>
            <p:nvPr/>
          </p:nvSpPr>
          <p:spPr>
            <a:xfrm>
              <a:off x="2986706" y="3573994"/>
              <a:ext cx="170982" cy="60648"/>
            </a:xfrm>
            <a:custGeom>
              <a:rect b="b" l="l" r="r" t="t"/>
              <a:pathLst>
                <a:path extrusionOk="0" h="398" w="1122">
                  <a:moveTo>
                    <a:pt x="561" y="1"/>
                  </a:moveTo>
                  <a:cubicBezTo>
                    <a:pt x="330" y="1"/>
                    <a:pt x="132" y="122"/>
                    <a:pt x="11" y="309"/>
                  </a:cubicBezTo>
                  <a:cubicBezTo>
                    <a:pt x="0" y="342"/>
                    <a:pt x="0" y="375"/>
                    <a:pt x="33" y="386"/>
                  </a:cubicBezTo>
                  <a:cubicBezTo>
                    <a:pt x="42" y="394"/>
                    <a:pt x="52" y="398"/>
                    <a:pt x="62" y="398"/>
                  </a:cubicBezTo>
                  <a:cubicBezTo>
                    <a:pt x="79" y="398"/>
                    <a:pt x="97" y="388"/>
                    <a:pt x="110" y="375"/>
                  </a:cubicBezTo>
                  <a:cubicBezTo>
                    <a:pt x="198" y="210"/>
                    <a:pt x="374" y="111"/>
                    <a:pt x="561" y="111"/>
                  </a:cubicBezTo>
                  <a:cubicBezTo>
                    <a:pt x="737" y="111"/>
                    <a:pt x="913" y="210"/>
                    <a:pt x="1012" y="375"/>
                  </a:cubicBezTo>
                  <a:cubicBezTo>
                    <a:pt x="1023" y="386"/>
                    <a:pt x="1034" y="397"/>
                    <a:pt x="1056" y="397"/>
                  </a:cubicBezTo>
                  <a:cubicBezTo>
                    <a:pt x="1067" y="397"/>
                    <a:pt x="1078" y="397"/>
                    <a:pt x="1089" y="386"/>
                  </a:cubicBezTo>
                  <a:cubicBezTo>
                    <a:pt x="1111" y="375"/>
                    <a:pt x="1122" y="342"/>
                    <a:pt x="1100" y="309"/>
                  </a:cubicBezTo>
                  <a:cubicBezTo>
                    <a:pt x="990" y="122"/>
                    <a:pt x="781" y="1"/>
                    <a:pt x="561" y="1"/>
                  </a:cubicBezTo>
                  <a:close/>
                </a:path>
              </a:pathLst>
            </a:custGeom>
            <a:solidFill>
              <a:srgbClr val="FFFFFF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6" name="Shape 2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7" name="Google Shape;2317;p63"/>
          <p:cNvSpPr txBox="1"/>
          <p:nvPr>
            <p:ph type="title"/>
          </p:nvPr>
        </p:nvSpPr>
        <p:spPr>
          <a:xfrm>
            <a:off x="713225" y="520925"/>
            <a:ext cx="7717500" cy="7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Rate of Return </a:t>
            </a:r>
            <a:endParaRPr/>
          </a:p>
        </p:txBody>
      </p:sp>
      <p:sp>
        <p:nvSpPr>
          <p:cNvPr id="2318" name="Google Shape;2318;p63"/>
          <p:cNvSpPr txBox="1"/>
          <p:nvPr>
            <p:ph idx="2" type="title"/>
          </p:nvPr>
        </p:nvSpPr>
        <p:spPr>
          <a:xfrm>
            <a:off x="1449450" y="1754925"/>
            <a:ext cx="2241000" cy="92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Concept</a:t>
            </a:r>
            <a:endParaRPr sz="3300"/>
          </a:p>
        </p:txBody>
      </p:sp>
      <p:sp>
        <p:nvSpPr>
          <p:cNvPr id="2319" name="Google Shape;2319;p63"/>
          <p:cNvSpPr txBox="1"/>
          <p:nvPr>
            <p:ph idx="3" type="subTitle"/>
          </p:nvPr>
        </p:nvSpPr>
        <p:spPr>
          <a:xfrm>
            <a:off x="1449450" y="2869749"/>
            <a:ext cx="2241000" cy="86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Interest earned on investment</a:t>
            </a:r>
            <a:endParaRPr/>
          </a:p>
        </p:txBody>
      </p:sp>
      <p:cxnSp>
        <p:nvCxnSpPr>
          <p:cNvPr id="2320" name="Google Shape;2320;p63"/>
          <p:cNvCxnSpPr/>
          <p:nvPr/>
        </p:nvCxnSpPr>
        <p:spPr>
          <a:xfrm>
            <a:off x="1683175" y="2674550"/>
            <a:ext cx="177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21" name="Google Shape;2321;p63"/>
          <p:cNvSpPr txBox="1"/>
          <p:nvPr>
            <p:ph idx="2" type="title"/>
          </p:nvPr>
        </p:nvSpPr>
        <p:spPr>
          <a:xfrm>
            <a:off x="5499525" y="1754925"/>
            <a:ext cx="2241000" cy="92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Formulas</a:t>
            </a:r>
            <a:endParaRPr sz="3300"/>
          </a:p>
        </p:txBody>
      </p:sp>
      <p:sp>
        <p:nvSpPr>
          <p:cNvPr id="2322" name="Google Shape;2322;p63"/>
          <p:cNvSpPr txBox="1"/>
          <p:nvPr>
            <p:ph idx="3" type="subTitle"/>
          </p:nvPr>
        </p:nvSpPr>
        <p:spPr>
          <a:xfrm>
            <a:off x="4703459" y="2869750"/>
            <a:ext cx="30138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i=(F/P)</a:t>
            </a:r>
            <a:r>
              <a:rPr baseline="30000" lang="en"/>
              <a:t>1/n</a:t>
            </a:r>
            <a:r>
              <a:rPr lang="en"/>
              <a:t>-1</a:t>
            </a:r>
            <a:endParaRPr/>
          </a:p>
        </p:txBody>
      </p:sp>
      <p:cxnSp>
        <p:nvCxnSpPr>
          <p:cNvPr id="2323" name="Google Shape;2323;p63"/>
          <p:cNvCxnSpPr/>
          <p:nvPr/>
        </p:nvCxnSpPr>
        <p:spPr>
          <a:xfrm>
            <a:off x="5733250" y="2674550"/>
            <a:ext cx="177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24" name="Google Shape;2324;p63"/>
          <p:cNvSpPr txBox="1"/>
          <p:nvPr>
            <p:ph idx="3" type="subTitle"/>
          </p:nvPr>
        </p:nvSpPr>
        <p:spPr>
          <a:xfrm>
            <a:off x="4696650" y="3375250"/>
            <a:ext cx="43884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P= A [(1+i)</a:t>
            </a:r>
            <a:r>
              <a:rPr baseline="30000" lang="en"/>
              <a:t>n</a:t>
            </a:r>
            <a:r>
              <a:rPr lang="en"/>
              <a:t>-1 </a:t>
            </a:r>
            <a:r>
              <a:rPr lang="en"/>
              <a:t>/ </a:t>
            </a:r>
            <a:r>
              <a:rPr lang="en"/>
              <a:t>i(1+i</a:t>
            </a:r>
            <a:r>
              <a:rPr lang="en"/>
              <a:t>)</a:t>
            </a:r>
            <a:r>
              <a:rPr baseline="30000" lang="en"/>
              <a:t>n</a:t>
            </a:r>
            <a:r>
              <a:rPr lang="en"/>
              <a:t>]</a:t>
            </a:r>
            <a:endParaRPr/>
          </a:p>
        </p:txBody>
      </p:sp>
      <p:sp>
        <p:nvSpPr>
          <p:cNvPr id="2325" name="Google Shape;2325;p63"/>
          <p:cNvSpPr txBox="1"/>
          <p:nvPr>
            <p:ph idx="3" type="subTitle"/>
          </p:nvPr>
        </p:nvSpPr>
        <p:spPr>
          <a:xfrm>
            <a:off x="4708681" y="3858518"/>
            <a:ext cx="43884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F= A [(1+i)</a:t>
            </a:r>
            <a:r>
              <a:rPr baseline="30000" lang="en"/>
              <a:t>n</a:t>
            </a:r>
            <a:r>
              <a:rPr lang="en"/>
              <a:t>-1 / i]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9" name="Shape 2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0" name="Google Shape;2330;p64"/>
          <p:cNvSpPr txBox="1"/>
          <p:nvPr>
            <p:ph type="title"/>
          </p:nvPr>
        </p:nvSpPr>
        <p:spPr>
          <a:xfrm>
            <a:off x="713225" y="520925"/>
            <a:ext cx="7717500" cy="7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Internal Rate of Return</a:t>
            </a:r>
            <a:endParaRPr/>
          </a:p>
        </p:txBody>
      </p:sp>
      <p:sp>
        <p:nvSpPr>
          <p:cNvPr id="2331" name="Google Shape;2331;p64"/>
          <p:cNvSpPr txBox="1"/>
          <p:nvPr>
            <p:ph idx="3" type="subTitle"/>
          </p:nvPr>
        </p:nvSpPr>
        <p:spPr>
          <a:xfrm>
            <a:off x="651725" y="1315700"/>
            <a:ext cx="7840500" cy="345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Interest rate that makes:</a:t>
            </a:r>
            <a:endParaRPr sz="2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2"/>
                </a:solidFill>
              </a:rPr>
              <a:t>Present Worth (PW) = 0</a:t>
            </a:r>
            <a:endParaRPr sz="2400">
              <a:solidFill>
                <a:schemeClr val="lt2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OR</a:t>
            </a:r>
            <a:endParaRPr sz="2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2"/>
                </a:solidFill>
              </a:rPr>
              <a:t>Future Worth (FW) = 0</a:t>
            </a:r>
            <a:endParaRPr sz="2400">
              <a:solidFill>
                <a:schemeClr val="lt2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Present Value of Inflows = Present Value of Outflows</a:t>
            </a:r>
            <a:endParaRPr sz="24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5" name="Shape 2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6" name="Google Shape;2336;p65"/>
          <p:cNvSpPr txBox="1"/>
          <p:nvPr/>
        </p:nvSpPr>
        <p:spPr>
          <a:xfrm>
            <a:off x="0" y="483833"/>
            <a:ext cx="9144000" cy="8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anrope"/>
                <a:ea typeface="Manrope"/>
                <a:cs typeface="Manrope"/>
                <a:sym typeface="Manrope"/>
              </a:rPr>
              <a:t>Aimen invests Rs. 80,000 in a government bond. After 6 years, she receives Rs. 1,15,000. Find the annual rate of return on her investment.</a:t>
            </a:r>
            <a:endParaRPr sz="190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337" name="Google Shape;2337;p65"/>
          <p:cNvSpPr txBox="1"/>
          <p:nvPr/>
        </p:nvSpPr>
        <p:spPr>
          <a:xfrm>
            <a:off x="-25" y="1749370"/>
            <a:ext cx="9144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Manrope"/>
                <a:ea typeface="Manrope"/>
                <a:cs typeface="Manrope"/>
                <a:sym typeface="Manrope"/>
              </a:rPr>
              <a:t>1 + i = (115000 / 80000)</a:t>
            </a:r>
            <a:r>
              <a:rPr baseline="30000" lang="en" sz="1700">
                <a:latin typeface="Manrope"/>
                <a:ea typeface="Manrope"/>
                <a:cs typeface="Manrope"/>
                <a:sym typeface="Manrope"/>
              </a:rPr>
              <a:t>⅙ </a:t>
            </a:r>
            <a:r>
              <a:rPr lang="en" sz="1700">
                <a:latin typeface="Manrope"/>
                <a:ea typeface="Manrope"/>
                <a:cs typeface="Manrope"/>
                <a:sym typeface="Manrope"/>
              </a:rPr>
              <a:t>= 0.0614 or 6.14% per year</a:t>
            </a:r>
            <a:endParaRPr sz="170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338" name="Google Shape;2338;p65"/>
          <p:cNvSpPr txBox="1"/>
          <p:nvPr/>
        </p:nvSpPr>
        <p:spPr>
          <a:xfrm>
            <a:off x="0" y="1250070"/>
            <a:ext cx="9144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Manrope"/>
                <a:ea typeface="Manrope"/>
                <a:cs typeface="Manrope"/>
                <a:sym typeface="Manrope"/>
              </a:rPr>
              <a:t>F=P (1+i)</a:t>
            </a:r>
            <a:r>
              <a:rPr baseline="30000" lang="en" sz="1700">
                <a:latin typeface="Manrope"/>
                <a:ea typeface="Manrope"/>
                <a:cs typeface="Manrope"/>
                <a:sym typeface="Manrope"/>
              </a:rPr>
              <a:t>n</a:t>
            </a:r>
            <a:r>
              <a:rPr lang="en" sz="1700">
                <a:latin typeface="Manrope"/>
                <a:ea typeface="Manrope"/>
                <a:cs typeface="Manrope"/>
                <a:sym typeface="Manrope"/>
              </a:rPr>
              <a:t> =&gt; 1 + i = (F / P)</a:t>
            </a:r>
            <a:r>
              <a:rPr baseline="30000" lang="en" sz="1700">
                <a:latin typeface="Manrope"/>
                <a:ea typeface="Manrope"/>
                <a:cs typeface="Manrope"/>
                <a:sym typeface="Manrope"/>
              </a:rPr>
              <a:t>1/n </a:t>
            </a:r>
            <a:endParaRPr sz="1700"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2339" name="Google Shape;2339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3375" y="2296033"/>
            <a:ext cx="4637203" cy="26429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3" name="Shape 2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" name="Google Shape;2344;p66"/>
          <p:cNvSpPr txBox="1"/>
          <p:nvPr/>
        </p:nvSpPr>
        <p:spPr>
          <a:xfrm>
            <a:off x="-25" y="505825"/>
            <a:ext cx="9144000" cy="14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anrope"/>
                <a:ea typeface="Manrope"/>
                <a:cs typeface="Manrope"/>
                <a:sym typeface="Manrope"/>
              </a:rPr>
              <a:t>Maheen wants to create a fund for her higher studies. She needs Rs. 8,00,000 after 6 years. The bank offers 11% interest compounded annually. How much must she deposit every year (equal annual payments) to reach this amount?</a:t>
            </a:r>
            <a:endParaRPr sz="1900"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345" name="Google Shape;2345;p66"/>
          <p:cNvSpPr txBox="1"/>
          <p:nvPr/>
        </p:nvSpPr>
        <p:spPr>
          <a:xfrm>
            <a:off x="0" y="1671175"/>
            <a:ext cx="9144000" cy="7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Manrope"/>
                <a:ea typeface="Manrope"/>
                <a:cs typeface="Manrope"/>
                <a:sym typeface="Manrope"/>
              </a:rPr>
              <a:t>A= F [i / (1+i)</a:t>
            </a:r>
            <a:r>
              <a:rPr baseline="30000" lang="en" sz="1700">
                <a:latin typeface="Manrope"/>
                <a:ea typeface="Manrope"/>
                <a:cs typeface="Manrope"/>
                <a:sym typeface="Manrope"/>
              </a:rPr>
              <a:t>n</a:t>
            </a:r>
            <a:r>
              <a:rPr lang="en" sz="1700">
                <a:latin typeface="Manrope"/>
                <a:ea typeface="Manrope"/>
                <a:cs typeface="Manrope"/>
                <a:sym typeface="Manrope"/>
              </a:rPr>
              <a:t>-1]= 88,000/0.870= 1,01,150</a:t>
            </a:r>
            <a:endParaRPr sz="1700"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2346" name="Google Shape;2346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6125" y="2340285"/>
            <a:ext cx="6991761" cy="242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0" name="Shape 2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1" name="Google Shape;2351;p67"/>
          <p:cNvSpPr txBox="1"/>
          <p:nvPr>
            <p:ph type="title"/>
          </p:nvPr>
        </p:nvSpPr>
        <p:spPr>
          <a:xfrm>
            <a:off x="5456275" y="2122025"/>
            <a:ext cx="2974500" cy="216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Worth </a:t>
            </a:r>
            <a:r>
              <a:rPr lang="en">
                <a:solidFill>
                  <a:schemeClr val="lt2"/>
                </a:solidFill>
              </a:rPr>
              <a:t>Analysis</a:t>
            </a:r>
            <a:endParaRPr>
              <a:solidFill>
                <a:schemeClr val="lt2"/>
              </a:solidFill>
            </a:endParaRPr>
          </a:p>
        </p:txBody>
      </p:sp>
      <p:cxnSp>
        <p:nvCxnSpPr>
          <p:cNvPr id="2352" name="Google Shape;2352;p67"/>
          <p:cNvCxnSpPr/>
          <p:nvPr/>
        </p:nvCxnSpPr>
        <p:spPr>
          <a:xfrm>
            <a:off x="7576150" y="2068150"/>
            <a:ext cx="7293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353" name="Google Shape;2353;p67"/>
          <p:cNvGrpSpPr/>
          <p:nvPr/>
        </p:nvGrpSpPr>
        <p:grpSpPr>
          <a:xfrm>
            <a:off x="950126" y="1004871"/>
            <a:ext cx="3021973" cy="3222666"/>
            <a:chOff x="6060236" y="2500995"/>
            <a:chExt cx="1870728" cy="1994965"/>
          </a:xfrm>
        </p:grpSpPr>
        <p:grpSp>
          <p:nvGrpSpPr>
            <p:cNvPr id="2354" name="Google Shape;2354;p67"/>
            <p:cNvGrpSpPr/>
            <p:nvPr/>
          </p:nvGrpSpPr>
          <p:grpSpPr>
            <a:xfrm>
              <a:off x="6060236" y="2500995"/>
              <a:ext cx="1870728" cy="1994965"/>
              <a:chOff x="5566350" y="2465861"/>
              <a:chExt cx="1793259" cy="1909788"/>
            </a:xfrm>
          </p:grpSpPr>
          <p:sp>
            <p:nvSpPr>
              <p:cNvPr id="2355" name="Google Shape;2355;p67"/>
              <p:cNvSpPr/>
              <p:nvPr/>
            </p:nvSpPr>
            <p:spPr>
              <a:xfrm>
                <a:off x="5600638" y="4115750"/>
                <a:ext cx="1758971" cy="128976"/>
              </a:xfrm>
              <a:custGeom>
                <a:rect b="b" l="l" r="r" t="t"/>
                <a:pathLst>
                  <a:path extrusionOk="0" h="1442" w="27153">
                    <a:moveTo>
                      <a:pt x="13571" y="1"/>
                    </a:moveTo>
                    <a:cubicBezTo>
                      <a:pt x="6082" y="1"/>
                      <a:pt x="1" y="320"/>
                      <a:pt x="1" y="716"/>
                    </a:cubicBezTo>
                    <a:cubicBezTo>
                      <a:pt x="1" y="1111"/>
                      <a:pt x="6082" y="1441"/>
                      <a:pt x="13571" y="1441"/>
                    </a:cubicBezTo>
                    <a:cubicBezTo>
                      <a:pt x="21071" y="1441"/>
                      <a:pt x="27153" y="1111"/>
                      <a:pt x="27153" y="716"/>
                    </a:cubicBezTo>
                    <a:cubicBezTo>
                      <a:pt x="27153" y="320"/>
                      <a:pt x="21071" y="1"/>
                      <a:pt x="13571" y="1"/>
                    </a:cubicBezTo>
                    <a:close/>
                  </a:path>
                </a:pathLst>
              </a:custGeom>
              <a:solidFill>
                <a:srgbClr val="000000">
                  <a:alpha val="11950"/>
                </a:srgbClr>
              </a:solidFill>
              <a:ln>
                <a:noFill/>
              </a:ln>
            </p:spPr>
            <p:txBody>
              <a:bodyPr anchorCtr="0" anchor="ctr" bIns="147650" lIns="147650" spcFirstLastPara="1" rIns="147650" wrap="square" tIns="147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6" name="Google Shape;2356;p67"/>
              <p:cNvSpPr/>
              <p:nvPr/>
            </p:nvSpPr>
            <p:spPr>
              <a:xfrm>
                <a:off x="5566350" y="4287600"/>
                <a:ext cx="630085" cy="88049"/>
              </a:xfrm>
              <a:custGeom>
                <a:rect b="b" l="l" r="r" t="t"/>
                <a:pathLst>
                  <a:path extrusionOk="0" h="1442" w="27153">
                    <a:moveTo>
                      <a:pt x="13571" y="1"/>
                    </a:moveTo>
                    <a:cubicBezTo>
                      <a:pt x="6082" y="1"/>
                      <a:pt x="1" y="320"/>
                      <a:pt x="1" y="716"/>
                    </a:cubicBezTo>
                    <a:cubicBezTo>
                      <a:pt x="1" y="1111"/>
                      <a:pt x="6082" y="1441"/>
                      <a:pt x="13571" y="1441"/>
                    </a:cubicBezTo>
                    <a:cubicBezTo>
                      <a:pt x="21071" y="1441"/>
                      <a:pt x="27153" y="1111"/>
                      <a:pt x="27153" y="716"/>
                    </a:cubicBezTo>
                    <a:cubicBezTo>
                      <a:pt x="27153" y="320"/>
                      <a:pt x="21071" y="1"/>
                      <a:pt x="13571" y="1"/>
                    </a:cubicBezTo>
                    <a:close/>
                  </a:path>
                </a:pathLst>
              </a:custGeom>
              <a:solidFill>
                <a:srgbClr val="000000">
                  <a:alpha val="11950"/>
                </a:srgbClr>
              </a:solidFill>
              <a:ln>
                <a:noFill/>
              </a:ln>
            </p:spPr>
            <p:txBody>
              <a:bodyPr anchorCtr="0" anchor="ctr" bIns="147650" lIns="147650" spcFirstLastPara="1" rIns="147650" wrap="square" tIns="147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7" name="Google Shape;2357;p67"/>
              <p:cNvSpPr/>
              <p:nvPr/>
            </p:nvSpPr>
            <p:spPr>
              <a:xfrm>
                <a:off x="5769054" y="3081174"/>
                <a:ext cx="1422138" cy="1099624"/>
              </a:xfrm>
              <a:custGeom>
                <a:rect b="b" l="l" r="r" t="t"/>
                <a:pathLst>
                  <a:path extrusionOk="0" h="11664" w="15085">
                    <a:moveTo>
                      <a:pt x="0" y="1"/>
                    </a:moveTo>
                    <a:lnTo>
                      <a:pt x="15084" y="1"/>
                    </a:lnTo>
                    <a:lnTo>
                      <a:pt x="15084" y="11663"/>
                    </a:lnTo>
                    <a:lnTo>
                      <a:pt x="0" y="1166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147650" lIns="147650" spcFirstLastPara="1" rIns="147650" wrap="square" tIns="147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8" name="Google Shape;2358;p67"/>
              <p:cNvSpPr/>
              <p:nvPr/>
            </p:nvSpPr>
            <p:spPr>
              <a:xfrm>
                <a:off x="5769054" y="3081174"/>
                <a:ext cx="1422138" cy="191850"/>
              </a:xfrm>
              <a:custGeom>
                <a:rect b="b" l="l" r="r" t="t"/>
                <a:pathLst>
                  <a:path extrusionOk="0" h="2035" w="15085">
                    <a:moveTo>
                      <a:pt x="0" y="1"/>
                    </a:moveTo>
                    <a:lnTo>
                      <a:pt x="0" y="2034"/>
                    </a:lnTo>
                    <a:lnTo>
                      <a:pt x="15084" y="2034"/>
                    </a:lnTo>
                    <a:lnTo>
                      <a:pt x="1508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147650" lIns="147650" spcFirstLastPara="1" rIns="147650" wrap="square" tIns="147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9" name="Google Shape;2359;p67"/>
              <p:cNvSpPr/>
              <p:nvPr/>
            </p:nvSpPr>
            <p:spPr>
              <a:xfrm>
                <a:off x="6843506" y="3152069"/>
                <a:ext cx="51097" cy="50060"/>
              </a:xfrm>
              <a:custGeom>
                <a:rect b="b" l="l" r="r" t="t"/>
                <a:pathLst>
                  <a:path extrusionOk="0" h="531" w="542">
                    <a:moveTo>
                      <a:pt x="266" y="1"/>
                    </a:moveTo>
                    <a:cubicBezTo>
                      <a:pt x="128" y="1"/>
                      <a:pt x="1" y="117"/>
                      <a:pt x="1" y="266"/>
                    </a:cubicBezTo>
                    <a:cubicBezTo>
                      <a:pt x="1" y="414"/>
                      <a:pt x="128" y="530"/>
                      <a:pt x="266" y="530"/>
                    </a:cubicBezTo>
                    <a:cubicBezTo>
                      <a:pt x="414" y="530"/>
                      <a:pt x="541" y="414"/>
                      <a:pt x="541" y="266"/>
                    </a:cubicBezTo>
                    <a:cubicBezTo>
                      <a:pt x="541" y="117"/>
                      <a:pt x="414" y="1"/>
                      <a:pt x="26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147650" lIns="147650" spcFirstLastPara="1" rIns="147650" wrap="square" tIns="147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0" name="Google Shape;2360;p67"/>
              <p:cNvSpPr/>
              <p:nvPr/>
            </p:nvSpPr>
            <p:spPr>
              <a:xfrm>
                <a:off x="6942401" y="3152069"/>
                <a:ext cx="50060" cy="50060"/>
              </a:xfrm>
              <a:custGeom>
                <a:rect b="b" l="l" r="r" t="t"/>
                <a:pathLst>
                  <a:path extrusionOk="0" h="531" w="531">
                    <a:moveTo>
                      <a:pt x="265" y="1"/>
                    </a:moveTo>
                    <a:cubicBezTo>
                      <a:pt x="117" y="1"/>
                      <a:pt x="1" y="117"/>
                      <a:pt x="1" y="266"/>
                    </a:cubicBezTo>
                    <a:cubicBezTo>
                      <a:pt x="1" y="414"/>
                      <a:pt x="117" y="530"/>
                      <a:pt x="265" y="530"/>
                    </a:cubicBezTo>
                    <a:cubicBezTo>
                      <a:pt x="414" y="530"/>
                      <a:pt x="530" y="414"/>
                      <a:pt x="530" y="266"/>
                    </a:cubicBezTo>
                    <a:cubicBezTo>
                      <a:pt x="530" y="117"/>
                      <a:pt x="414" y="1"/>
                      <a:pt x="26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147650" lIns="147650" spcFirstLastPara="1" rIns="147650" wrap="square" tIns="147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1" name="Google Shape;2361;p67"/>
              <p:cNvSpPr/>
              <p:nvPr/>
            </p:nvSpPr>
            <p:spPr>
              <a:xfrm>
                <a:off x="7040258" y="3152069"/>
                <a:ext cx="50060" cy="50060"/>
              </a:xfrm>
              <a:custGeom>
                <a:rect b="b" l="l" r="r" t="t"/>
                <a:pathLst>
                  <a:path extrusionOk="0" h="531" w="531">
                    <a:moveTo>
                      <a:pt x="265" y="1"/>
                    </a:moveTo>
                    <a:cubicBezTo>
                      <a:pt x="117" y="1"/>
                      <a:pt x="1" y="117"/>
                      <a:pt x="1" y="266"/>
                    </a:cubicBezTo>
                    <a:cubicBezTo>
                      <a:pt x="1" y="414"/>
                      <a:pt x="117" y="530"/>
                      <a:pt x="265" y="530"/>
                    </a:cubicBezTo>
                    <a:cubicBezTo>
                      <a:pt x="414" y="530"/>
                      <a:pt x="530" y="414"/>
                      <a:pt x="530" y="266"/>
                    </a:cubicBezTo>
                    <a:cubicBezTo>
                      <a:pt x="530" y="117"/>
                      <a:pt x="414" y="1"/>
                      <a:pt x="26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7650" lIns="147650" spcFirstLastPara="1" rIns="147650" wrap="square" tIns="147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2" name="Google Shape;2362;p67"/>
              <p:cNvSpPr/>
              <p:nvPr/>
            </p:nvSpPr>
            <p:spPr>
              <a:xfrm>
                <a:off x="5890858" y="3381817"/>
                <a:ext cx="147917" cy="147823"/>
              </a:xfrm>
              <a:custGeom>
                <a:rect b="b" l="l" r="r" t="t"/>
                <a:pathLst>
                  <a:path extrusionOk="0" h="1568" w="1569">
                    <a:moveTo>
                      <a:pt x="784" y="0"/>
                    </a:moveTo>
                    <a:cubicBezTo>
                      <a:pt x="350" y="0"/>
                      <a:pt x="0" y="350"/>
                      <a:pt x="0" y="784"/>
                    </a:cubicBezTo>
                    <a:cubicBezTo>
                      <a:pt x="0" y="1218"/>
                      <a:pt x="350" y="1568"/>
                      <a:pt x="784" y="1568"/>
                    </a:cubicBezTo>
                    <a:cubicBezTo>
                      <a:pt x="1219" y="1568"/>
                      <a:pt x="1568" y="1218"/>
                      <a:pt x="1568" y="784"/>
                    </a:cubicBezTo>
                    <a:cubicBezTo>
                      <a:pt x="1568" y="350"/>
                      <a:pt x="1219" y="0"/>
                      <a:pt x="78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7650" lIns="147650" spcFirstLastPara="1" rIns="147650" wrap="square" tIns="147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3" name="Google Shape;2363;p67"/>
              <p:cNvSpPr/>
              <p:nvPr/>
            </p:nvSpPr>
            <p:spPr>
              <a:xfrm>
                <a:off x="5933753" y="3407743"/>
                <a:ext cx="60996" cy="96915"/>
              </a:xfrm>
              <a:custGeom>
                <a:rect b="b" l="l" r="r" t="t"/>
                <a:pathLst>
                  <a:path extrusionOk="0" h="1028" w="647">
                    <a:moveTo>
                      <a:pt x="266" y="0"/>
                    </a:moveTo>
                    <a:lnTo>
                      <a:pt x="266" y="149"/>
                    </a:lnTo>
                    <a:cubicBezTo>
                      <a:pt x="128" y="181"/>
                      <a:pt x="54" y="255"/>
                      <a:pt x="54" y="371"/>
                    </a:cubicBezTo>
                    <a:cubicBezTo>
                      <a:pt x="54" y="625"/>
                      <a:pt x="425" y="551"/>
                      <a:pt x="425" y="657"/>
                    </a:cubicBezTo>
                    <a:cubicBezTo>
                      <a:pt x="425" y="689"/>
                      <a:pt x="393" y="710"/>
                      <a:pt x="350" y="710"/>
                    </a:cubicBezTo>
                    <a:cubicBezTo>
                      <a:pt x="276" y="710"/>
                      <a:pt x="160" y="657"/>
                      <a:pt x="86" y="604"/>
                    </a:cubicBezTo>
                    <a:lnTo>
                      <a:pt x="1" y="763"/>
                    </a:lnTo>
                    <a:cubicBezTo>
                      <a:pt x="75" y="816"/>
                      <a:pt x="170" y="848"/>
                      <a:pt x="266" y="869"/>
                    </a:cubicBezTo>
                    <a:lnTo>
                      <a:pt x="266" y="1028"/>
                    </a:lnTo>
                    <a:lnTo>
                      <a:pt x="414" y="1028"/>
                    </a:lnTo>
                    <a:lnTo>
                      <a:pt x="414" y="869"/>
                    </a:lnTo>
                    <a:cubicBezTo>
                      <a:pt x="541" y="848"/>
                      <a:pt x="647" y="784"/>
                      <a:pt x="647" y="647"/>
                    </a:cubicBezTo>
                    <a:cubicBezTo>
                      <a:pt x="636" y="392"/>
                      <a:pt x="266" y="456"/>
                      <a:pt x="266" y="350"/>
                    </a:cubicBezTo>
                    <a:cubicBezTo>
                      <a:pt x="266" y="329"/>
                      <a:pt x="297" y="308"/>
                      <a:pt x="329" y="308"/>
                    </a:cubicBezTo>
                    <a:cubicBezTo>
                      <a:pt x="393" y="308"/>
                      <a:pt x="488" y="350"/>
                      <a:pt x="562" y="392"/>
                    </a:cubicBezTo>
                    <a:lnTo>
                      <a:pt x="647" y="233"/>
                    </a:lnTo>
                    <a:cubicBezTo>
                      <a:pt x="583" y="191"/>
                      <a:pt x="499" y="159"/>
                      <a:pt x="414" y="149"/>
                    </a:cubicBezTo>
                    <a:lnTo>
                      <a:pt x="41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147650" lIns="147650" spcFirstLastPara="1" rIns="147650" wrap="square" tIns="147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4" name="Google Shape;2364;p67"/>
              <p:cNvSpPr/>
              <p:nvPr/>
            </p:nvSpPr>
            <p:spPr>
              <a:xfrm>
                <a:off x="6118532" y="3444698"/>
                <a:ext cx="971787" cy="27057"/>
              </a:xfrm>
              <a:custGeom>
                <a:rect b="b" l="l" r="r" t="t"/>
                <a:pathLst>
                  <a:path extrusionOk="0" h="287" w="10308">
                    <a:moveTo>
                      <a:pt x="1" y="0"/>
                    </a:moveTo>
                    <a:lnTo>
                      <a:pt x="1" y="286"/>
                    </a:lnTo>
                    <a:lnTo>
                      <a:pt x="10307" y="286"/>
                    </a:lnTo>
                    <a:lnTo>
                      <a:pt x="1030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147650" lIns="147650" spcFirstLastPara="1" rIns="147650" wrap="square" tIns="147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5" name="Google Shape;2365;p67"/>
              <p:cNvSpPr/>
              <p:nvPr/>
            </p:nvSpPr>
            <p:spPr>
              <a:xfrm>
                <a:off x="6118532" y="3444698"/>
                <a:ext cx="736099" cy="27057"/>
              </a:xfrm>
              <a:custGeom>
                <a:rect b="b" l="l" r="r" t="t"/>
                <a:pathLst>
                  <a:path extrusionOk="0" h="287" w="7808">
                    <a:moveTo>
                      <a:pt x="1" y="0"/>
                    </a:moveTo>
                    <a:lnTo>
                      <a:pt x="1" y="286"/>
                    </a:lnTo>
                    <a:lnTo>
                      <a:pt x="7807" y="286"/>
                    </a:lnTo>
                    <a:cubicBezTo>
                      <a:pt x="7797" y="244"/>
                      <a:pt x="7786" y="191"/>
                      <a:pt x="7786" y="138"/>
                    </a:cubicBezTo>
                    <a:cubicBezTo>
                      <a:pt x="7786" y="96"/>
                      <a:pt x="7797" y="43"/>
                      <a:pt x="780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147650" lIns="147650" spcFirstLastPara="1" rIns="147650" wrap="square" tIns="147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6" name="Google Shape;2366;p67"/>
              <p:cNvSpPr/>
              <p:nvPr/>
            </p:nvSpPr>
            <p:spPr>
              <a:xfrm>
                <a:off x="6852557" y="3424712"/>
                <a:ext cx="64955" cy="65993"/>
              </a:xfrm>
              <a:custGeom>
                <a:rect b="b" l="l" r="r" t="t"/>
                <a:pathLst>
                  <a:path extrusionOk="0" h="700" w="689">
                    <a:moveTo>
                      <a:pt x="339" y="1"/>
                    </a:moveTo>
                    <a:cubicBezTo>
                      <a:pt x="148" y="1"/>
                      <a:pt x="0" y="159"/>
                      <a:pt x="0" y="350"/>
                    </a:cubicBezTo>
                    <a:cubicBezTo>
                      <a:pt x="0" y="541"/>
                      <a:pt x="148" y="700"/>
                      <a:pt x="339" y="700"/>
                    </a:cubicBezTo>
                    <a:cubicBezTo>
                      <a:pt x="540" y="700"/>
                      <a:pt x="689" y="541"/>
                      <a:pt x="689" y="350"/>
                    </a:cubicBezTo>
                    <a:cubicBezTo>
                      <a:pt x="689" y="159"/>
                      <a:pt x="540" y="1"/>
                      <a:pt x="33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7650" lIns="147650" spcFirstLastPara="1" rIns="147650" wrap="square" tIns="147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7" name="Google Shape;2367;p67"/>
              <p:cNvSpPr/>
              <p:nvPr/>
            </p:nvSpPr>
            <p:spPr>
              <a:xfrm>
                <a:off x="5890858" y="3594501"/>
                <a:ext cx="147917" cy="147917"/>
              </a:xfrm>
              <a:custGeom>
                <a:rect b="b" l="l" r="r" t="t"/>
                <a:pathLst>
                  <a:path extrusionOk="0" h="1569" w="1569">
                    <a:moveTo>
                      <a:pt x="784" y="0"/>
                    </a:moveTo>
                    <a:cubicBezTo>
                      <a:pt x="350" y="0"/>
                      <a:pt x="0" y="350"/>
                      <a:pt x="0" y="784"/>
                    </a:cubicBezTo>
                    <a:cubicBezTo>
                      <a:pt x="0" y="1218"/>
                      <a:pt x="350" y="1568"/>
                      <a:pt x="784" y="1568"/>
                    </a:cubicBezTo>
                    <a:cubicBezTo>
                      <a:pt x="1219" y="1568"/>
                      <a:pt x="1568" y="1218"/>
                      <a:pt x="1568" y="784"/>
                    </a:cubicBezTo>
                    <a:cubicBezTo>
                      <a:pt x="1568" y="350"/>
                      <a:pt x="1219" y="0"/>
                      <a:pt x="78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7650" lIns="147650" spcFirstLastPara="1" rIns="147650" wrap="square" tIns="147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8" name="Google Shape;2368;p67"/>
              <p:cNvSpPr/>
              <p:nvPr/>
            </p:nvSpPr>
            <p:spPr>
              <a:xfrm>
                <a:off x="5938749" y="3634474"/>
                <a:ext cx="52040" cy="67972"/>
              </a:xfrm>
              <a:custGeom>
                <a:rect b="b" l="l" r="r" t="t"/>
                <a:pathLst>
                  <a:path extrusionOk="0" h="721" w="552">
                    <a:moveTo>
                      <a:pt x="319" y="0"/>
                    </a:moveTo>
                    <a:cubicBezTo>
                      <a:pt x="160" y="0"/>
                      <a:pt x="64" y="85"/>
                      <a:pt x="64" y="244"/>
                    </a:cubicBezTo>
                    <a:lnTo>
                      <a:pt x="64" y="307"/>
                    </a:lnTo>
                    <a:lnTo>
                      <a:pt x="1" y="307"/>
                    </a:lnTo>
                    <a:lnTo>
                      <a:pt x="1" y="445"/>
                    </a:lnTo>
                    <a:lnTo>
                      <a:pt x="64" y="445"/>
                    </a:lnTo>
                    <a:lnTo>
                      <a:pt x="64" y="561"/>
                    </a:lnTo>
                    <a:lnTo>
                      <a:pt x="1" y="561"/>
                    </a:lnTo>
                    <a:lnTo>
                      <a:pt x="1" y="720"/>
                    </a:lnTo>
                    <a:lnTo>
                      <a:pt x="530" y="720"/>
                    </a:lnTo>
                    <a:lnTo>
                      <a:pt x="530" y="561"/>
                    </a:lnTo>
                    <a:lnTo>
                      <a:pt x="287" y="561"/>
                    </a:lnTo>
                    <a:lnTo>
                      <a:pt x="287" y="445"/>
                    </a:lnTo>
                    <a:lnTo>
                      <a:pt x="446" y="445"/>
                    </a:lnTo>
                    <a:lnTo>
                      <a:pt x="446" y="307"/>
                    </a:lnTo>
                    <a:lnTo>
                      <a:pt x="287" y="307"/>
                    </a:lnTo>
                    <a:lnTo>
                      <a:pt x="287" y="244"/>
                    </a:lnTo>
                    <a:cubicBezTo>
                      <a:pt x="287" y="201"/>
                      <a:pt x="308" y="169"/>
                      <a:pt x="350" y="169"/>
                    </a:cubicBezTo>
                    <a:cubicBezTo>
                      <a:pt x="382" y="169"/>
                      <a:pt x="425" y="191"/>
                      <a:pt x="467" y="233"/>
                    </a:cubicBezTo>
                    <a:lnTo>
                      <a:pt x="552" y="85"/>
                    </a:lnTo>
                    <a:cubicBezTo>
                      <a:pt x="488" y="32"/>
                      <a:pt x="403" y="0"/>
                      <a:pt x="31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147650" lIns="147650" spcFirstLastPara="1" rIns="147650" wrap="square" tIns="147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9" name="Google Shape;2369;p67"/>
              <p:cNvSpPr/>
              <p:nvPr/>
            </p:nvSpPr>
            <p:spPr>
              <a:xfrm>
                <a:off x="6118532" y="3657383"/>
                <a:ext cx="971787" cy="26114"/>
              </a:xfrm>
              <a:custGeom>
                <a:rect b="b" l="l" r="r" t="t"/>
                <a:pathLst>
                  <a:path extrusionOk="0" h="277" w="10308">
                    <a:moveTo>
                      <a:pt x="1" y="1"/>
                    </a:moveTo>
                    <a:lnTo>
                      <a:pt x="1" y="276"/>
                    </a:lnTo>
                    <a:lnTo>
                      <a:pt x="10307" y="276"/>
                    </a:lnTo>
                    <a:lnTo>
                      <a:pt x="1030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147650" lIns="147650" spcFirstLastPara="1" rIns="147650" wrap="square" tIns="147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0" name="Google Shape;2370;p67"/>
              <p:cNvSpPr/>
              <p:nvPr/>
            </p:nvSpPr>
            <p:spPr>
              <a:xfrm>
                <a:off x="6118532" y="3657383"/>
                <a:ext cx="396521" cy="26114"/>
              </a:xfrm>
              <a:custGeom>
                <a:rect b="b" l="l" r="r" t="t"/>
                <a:pathLst>
                  <a:path extrusionOk="0" h="277" w="4206">
                    <a:moveTo>
                      <a:pt x="1" y="1"/>
                    </a:moveTo>
                    <a:lnTo>
                      <a:pt x="1" y="276"/>
                    </a:lnTo>
                    <a:lnTo>
                      <a:pt x="4206" y="276"/>
                    </a:lnTo>
                    <a:lnTo>
                      <a:pt x="420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147650" lIns="147650" spcFirstLastPara="1" rIns="147650" wrap="square" tIns="147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1" name="Google Shape;2371;p67"/>
              <p:cNvSpPr/>
              <p:nvPr/>
            </p:nvSpPr>
            <p:spPr>
              <a:xfrm>
                <a:off x="6478002" y="3637396"/>
                <a:ext cx="65050" cy="65993"/>
              </a:xfrm>
              <a:custGeom>
                <a:rect b="b" l="l" r="r" t="t"/>
                <a:pathLst>
                  <a:path extrusionOk="0" h="700" w="690">
                    <a:moveTo>
                      <a:pt x="340" y="1"/>
                    </a:moveTo>
                    <a:cubicBezTo>
                      <a:pt x="149" y="1"/>
                      <a:pt x="1" y="160"/>
                      <a:pt x="1" y="350"/>
                    </a:cubicBezTo>
                    <a:cubicBezTo>
                      <a:pt x="1" y="541"/>
                      <a:pt x="149" y="700"/>
                      <a:pt x="340" y="700"/>
                    </a:cubicBezTo>
                    <a:cubicBezTo>
                      <a:pt x="541" y="700"/>
                      <a:pt x="689" y="541"/>
                      <a:pt x="689" y="350"/>
                    </a:cubicBezTo>
                    <a:cubicBezTo>
                      <a:pt x="689" y="160"/>
                      <a:pt x="541" y="1"/>
                      <a:pt x="34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7650" lIns="147650" spcFirstLastPara="1" rIns="147650" wrap="square" tIns="147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2" name="Google Shape;2372;p67"/>
              <p:cNvSpPr/>
              <p:nvPr/>
            </p:nvSpPr>
            <p:spPr>
              <a:xfrm>
                <a:off x="6118532" y="3869124"/>
                <a:ext cx="971787" cy="27057"/>
              </a:xfrm>
              <a:custGeom>
                <a:rect b="b" l="l" r="r" t="t"/>
                <a:pathLst>
                  <a:path extrusionOk="0" h="287" w="10308">
                    <a:moveTo>
                      <a:pt x="1" y="0"/>
                    </a:moveTo>
                    <a:lnTo>
                      <a:pt x="1" y="286"/>
                    </a:lnTo>
                    <a:lnTo>
                      <a:pt x="10307" y="286"/>
                    </a:lnTo>
                    <a:lnTo>
                      <a:pt x="1030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147650" lIns="147650" spcFirstLastPara="1" rIns="147650" wrap="square" tIns="147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3" name="Google Shape;2373;p67"/>
              <p:cNvSpPr/>
              <p:nvPr/>
            </p:nvSpPr>
            <p:spPr>
              <a:xfrm>
                <a:off x="6118532" y="3869124"/>
                <a:ext cx="586296" cy="27057"/>
              </a:xfrm>
              <a:custGeom>
                <a:rect b="b" l="l" r="r" t="t"/>
                <a:pathLst>
                  <a:path extrusionOk="0" h="287" w="6219">
                    <a:moveTo>
                      <a:pt x="1" y="0"/>
                    </a:moveTo>
                    <a:lnTo>
                      <a:pt x="1" y="286"/>
                    </a:lnTo>
                    <a:lnTo>
                      <a:pt x="6218" y="286"/>
                    </a:lnTo>
                    <a:lnTo>
                      <a:pt x="621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147650" lIns="147650" spcFirstLastPara="1" rIns="147650" wrap="square" tIns="147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4" name="Google Shape;2374;p67"/>
              <p:cNvSpPr/>
              <p:nvPr/>
            </p:nvSpPr>
            <p:spPr>
              <a:xfrm>
                <a:off x="6664761" y="3849138"/>
                <a:ext cx="65993" cy="65993"/>
              </a:xfrm>
              <a:custGeom>
                <a:rect b="b" l="l" r="r" t="t"/>
                <a:pathLst>
                  <a:path extrusionOk="0" h="700" w="700">
                    <a:moveTo>
                      <a:pt x="350" y="0"/>
                    </a:moveTo>
                    <a:cubicBezTo>
                      <a:pt x="160" y="0"/>
                      <a:pt x="1" y="159"/>
                      <a:pt x="1" y="350"/>
                    </a:cubicBezTo>
                    <a:cubicBezTo>
                      <a:pt x="1" y="541"/>
                      <a:pt x="160" y="700"/>
                      <a:pt x="350" y="700"/>
                    </a:cubicBezTo>
                    <a:cubicBezTo>
                      <a:pt x="541" y="700"/>
                      <a:pt x="700" y="541"/>
                      <a:pt x="700" y="350"/>
                    </a:cubicBezTo>
                    <a:cubicBezTo>
                      <a:pt x="700" y="159"/>
                      <a:pt x="541" y="0"/>
                      <a:pt x="35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7650" lIns="147650" spcFirstLastPara="1" rIns="147650" wrap="square" tIns="147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5" name="Google Shape;2375;p67"/>
              <p:cNvSpPr/>
              <p:nvPr/>
            </p:nvSpPr>
            <p:spPr>
              <a:xfrm>
                <a:off x="5890858" y="3806149"/>
                <a:ext cx="147917" cy="147917"/>
              </a:xfrm>
              <a:custGeom>
                <a:rect b="b" l="l" r="r" t="t"/>
                <a:pathLst>
                  <a:path extrusionOk="0" h="1569" w="1569">
                    <a:moveTo>
                      <a:pt x="784" y="1"/>
                    </a:moveTo>
                    <a:cubicBezTo>
                      <a:pt x="350" y="1"/>
                      <a:pt x="0" y="351"/>
                      <a:pt x="0" y="785"/>
                    </a:cubicBezTo>
                    <a:cubicBezTo>
                      <a:pt x="0" y="1219"/>
                      <a:pt x="350" y="1569"/>
                      <a:pt x="784" y="1569"/>
                    </a:cubicBezTo>
                    <a:cubicBezTo>
                      <a:pt x="1219" y="1569"/>
                      <a:pt x="1568" y="1219"/>
                      <a:pt x="1568" y="785"/>
                    </a:cubicBezTo>
                    <a:cubicBezTo>
                      <a:pt x="1568" y="351"/>
                      <a:pt x="1219" y="1"/>
                      <a:pt x="7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7650" lIns="147650" spcFirstLastPara="1" rIns="147650" wrap="square" tIns="147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6" name="Google Shape;2376;p67"/>
              <p:cNvSpPr/>
              <p:nvPr/>
            </p:nvSpPr>
            <p:spPr>
              <a:xfrm>
                <a:off x="5929793" y="3847158"/>
                <a:ext cx="69009" cy="66935"/>
              </a:xfrm>
              <a:custGeom>
                <a:rect b="b" l="l" r="r" t="t"/>
                <a:pathLst>
                  <a:path extrusionOk="0" h="710" w="732">
                    <a:moveTo>
                      <a:pt x="0" y="0"/>
                    </a:moveTo>
                    <a:lnTo>
                      <a:pt x="191" y="360"/>
                    </a:lnTo>
                    <a:lnTo>
                      <a:pt x="75" y="360"/>
                    </a:lnTo>
                    <a:lnTo>
                      <a:pt x="75" y="435"/>
                    </a:lnTo>
                    <a:lnTo>
                      <a:pt x="234" y="435"/>
                    </a:lnTo>
                    <a:lnTo>
                      <a:pt x="265" y="488"/>
                    </a:lnTo>
                    <a:lnTo>
                      <a:pt x="75" y="488"/>
                    </a:lnTo>
                    <a:lnTo>
                      <a:pt x="75" y="562"/>
                    </a:lnTo>
                    <a:lnTo>
                      <a:pt x="265" y="562"/>
                    </a:lnTo>
                    <a:lnTo>
                      <a:pt x="265" y="710"/>
                    </a:lnTo>
                    <a:lnTo>
                      <a:pt x="477" y="710"/>
                    </a:lnTo>
                    <a:lnTo>
                      <a:pt x="477" y="562"/>
                    </a:lnTo>
                    <a:lnTo>
                      <a:pt x="647" y="562"/>
                    </a:lnTo>
                    <a:lnTo>
                      <a:pt x="647" y="488"/>
                    </a:lnTo>
                    <a:lnTo>
                      <a:pt x="477" y="488"/>
                    </a:lnTo>
                    <a:lnTo>
                      <a:pt x="498" y="435"/>
                    </a:lnTo>
                    <a:lnTo>
                      <a:pt x="647" y="435"/>
                    </a:lnTo>
                    <a:lnTo>
                      <a:pt x="647" y="360"/>
                    </a:lnTo>
                    <a:lnTo>
                      <a:pt x="541" y="360"/>
                    </a:lnTo>
                    <a:lnTo>
                      <a:pt x="731" y="0"/>
                    </a:lnTo>
                    <a:lnTo>
                      <a:pt x="520" y="0"/>
                    </a:lnTo>
                    <a:lnTo>
                      <a:pt x="371" y="286"/>
                    </a:lnTo>
                    <a:lnTo>
                      <a:pt x="21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147650" lIns="147650" spcFirstLastPara="1" rIns="147650" wrap="square" tIns="147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7" name="Google Shape;2377;p67"/>
              <p:cNvSpPr/>
              <p:nvPr/>
            </p:nvSpPr>
            <p:spPr>
              <a:xfrm>
                <a:off x="5646214" y="4115748"/>
                <a:ext cx="246718" cy="212779"/>
              </a:xfrm>
              <a:custGeom>
                <a:rect b="b" l="l" r="r" t="t"/>
                <a:pathLst>
                  <a:path extrusionOk="0" h="2257" w="2617">
                    <a:moveTo>
                      <a:pt x="1303" y="1"/>
                    </a:moveTo>
                    <a:cubicBezTo>
                      <a:pt x="64" y="202"/>
                      <a:pt x="0" y="1388"/>
                      <a:pt x="32" y="1950"/>
                    </a:cubicBezTo>
                    <a:cubicBezTo>
                      <a:pt x="53" y="2119"/>
                      <a:pt x="170" y="2257"/>
                      <a:pt x="307" y="2257"/>
                    </a:cubicBezTo>
                    <a:lnTo>
                      <a:pt x="2299" y="2257"/>
                    </a:lnTo>
                    <a:cubicBezTo>
                      <a:pt x="2447" y="2257"/>
                      <a:pt x="2564" y="2119"/>
                      <a:pt x="2574" y="1950"/>
                    </a:cubicBezTo>
                    <a:cubicBezTo>
                      <a:pt x="2617" y="1378"/>
                      <a:pt x="2542" y="202"/>
                      <a:pt x="130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147650" lIns="147650" spcFirstLastPara="1" rIns="147650" wrap="square" tIns="147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8" name="Google Shape;2378;p67"/>
              <p:cNvSpPr/>
              <p:nvPr/>
            </p:nvSpPr>
            <p:spPr>
              <a:xfrm>
                <a:off x="5718051" y="4035803"/>
                <a:ext cx="93992" cy="88053"/>
              </a:xfrm>
              <a:custGeom>
                <a:rect b="b" l="l" r="r" t="t"/>
                <a:pathLst>
                  <a:path extrusionOk="0" h="934" w="997">
                    <a:moveTo>
                      <a:pt x="655" y="0"/>
                    </a:moveTo>
                    <a:cubicBezTo>
                      <a:pt x="416" y="0"/>
                      <a:pt x="105" y="39"/>
                      <a:pt x="64" y="86"/>
                    </a:cubicBezTo>
                    <a:cubicBezTo>
                      <a:pt x="1" y="160"/>
                      <a:pt x="276" y="933"/>
                      <a:pt x="276" y="933"/>
                    </a:cubicBezTo>
                    <a:lnTo>
                      <a:pt x="763" y="912"/>
                    </a:lnTo>
                    <a:cubicBezTo>
                      <a:pt x="763" y="912"/>
                      <a:pt x="997" y="128"/>
                      <a:pt x="933" y="44"/>
                    </a:cubicBezTo>
                    <a:cubicBezTo>
                      <a:pt x="906" y="13"/>
                      <a:pt x="792" y="0"/>
                      <a:pt x="65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147650" lIns="147650" spcFirstLastPara="1" rIns="147650" wrap="square" tIns="147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9" name="Google Shape;2379;p67"/>
              <p:cNvSpPr/>
              <p:nvPr/>
            </p:nvSpPr>
            <p:spPr>
              <a:xfrm>
                <a:off x="5734078" y="4110751"/>
                <a:ext cx="62033" cy="13104"/>
              </a:xfrm>
              <a:custGeom>
                <a:rect b="b" l="l" r="r" t="t"/>
                <a:pathLst>
                  <a:path extrusionOk="0" h="139" w="658">
                    <a:moveTo>
                      <a:pt x="74" y="1"/>
                    </a:moveTo>
                    <a:cubicBezTo>
                      <a:pt x="32" y="1"/>
                      <a:pt x="0" y="33"/>
                      <a:pt x="0" y="64"/>
                    </a:cubicBezTo>
                    <a:cubicBezTo>
                      <a:pt x="0" y="107"/>
                      <a:pt x="32" y="138"/>
                      <a:pt x="74" y="138"/>
                    </a:cubicBezTo>
                    <a:lnTo>
                      <a:pt x="593" y="138"/>
                    </a:lnTo>
                    <a:cubicBezTo>
                      <a:pt x="625" y="138"/>
                      <a:pt x="657" y="107"/>
                      <a:pt x="657" y="64"/>
                    </a:cubicBezTo>
                    <a:cubicBezTo>
                      <a:pt x="657" y="33"/>
                      <a:pt x="625" y="1"/>
                      <a:pt x="59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147650" lIns="147650" spcFirstLastPara="1" rIns="147650" wrap="square" tIns="147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0" name="Google Shape;2380;p67"/>
              <p:cNvSpPr/>
              <p:nvPr/>
            </p:nvSpPr>
            <p:spPr>
              <a:xfrm>
                <a:off x="5729082" y="4181646"/>
                <a:ext cx="80982" cy="105965"/>
              </a:xfrm>
              <a:custGeom>
                <a:rect b="b" l="l" r="r" t="t"/>
                <a:pathLst>
                  <a:path extrusionOk="0" h="1124" w="859">
                    <a:moveTo>
                      <a:pt x="509" y="1"/>
                    </a:moveTo>
                    <a:cubicBezTo>
                      <a:pt x="255" y="1"/>
                      <a:pt x="106" y="139"/>
                      <a:pt x="106" y="382"/>
                    </a:cubicBezTo>
                    <a:lnTo>
                      <a:pt x="106" y="478"/>
                    </a:lnTo>
                    <a:lnTo>
                      <a:pt x="0" y="478"/>
                    </a:lnTo>
                    <a:lnTo>
                      <a:pt x="0" y="689"/>
                    </a:lnTo>
                    <a:lnTo>
                      <a:pt x="106" y="689"/>
                    </a:lnTo>
                    <a:lnTo>
                      <a:pt x="106" y="880"/>
                    </a:lnTo>
                    <a:lnTo>
                      <a:pt x="0" y="880"/>
                    </a:lnTo>
                    <a:lnTo>
                      <a:pt x="0" y="1124"/>
                    </a:lnTo>
                    <a:lnTo>
                      <a:pt x="837" y="1124"/>
                    </a:lnTo>
                    <a:lnTo>
                      <a:pt x="837" y="880"/>
                    </a:lnTo>
                    <a:lnTo>
                      <a:pt x="435" y="880"/>
                    </a:lnTo>
                    <a:lnTo>
                      <a:pt x="435" y="689"/>
                    </a:lnTo>
                    <a:lnTo>
                      <a:pt x="699" y="689"/>
                    </a:lnTo>
                    <a:lnTo>
                      <a:pt x="699" y="478"/>
                    </a:lnTo>
                    <a:lnTo>
                      <a:pt x="435" y="478"/>
                    </a:lnTo>
                    <a:lnTo>
                      <a:pt x="435" y="382"/>
                    </a:lnTo>
                    <a:cubicBezTo>
                      <a:pt x="435" y="308"/>
                      <a:pt x="477" y="276"/>
                      <a:pt x="541" y="276"/>
                    </a:cubicBezTo>
                    <a:cubicBezTo>
                      <a:pt x="604" y="276"/>
                      <a:pt x="668" y="308"/>
                      <a:pt x="731" y="372"/>
                    </a:cubicBezTo>
                    <a:lnTo>
                      <a:pt x="858" y="128"/>
                    </a:lnTo>
                    <a:cubicBezTo>
                      <a:pt x="763" y="43"/>
                      <a:pt x="636" y="1"/>
                      <a:pt x="50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147650" lIns="147650" spcFirstLastPara="1" rIns="147650" wrap="square" tIns="147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1" name="Google Shape;2381;p67"/>
              <p:cNvSpPr/>
              <p:nvPr/>
            </p:nvSpPr>
            <p:spPr>
              <a:xfrm>
                <a:off x="5874831" y="4115748"/>
                <a:ext cx="247755" cy="212779"/>
              </a:xfrm>
              <a:custGeom>
                <a:rect b="b" l="l" r="r" t="t"/>
                <a:pathLst>
                  <a:path extrusionOk="0" h="2257" w="2628">
                    <a:moveTo>
                      <a:pt x="1314" y="1"/>
                    </a:moveTo>
                    <a:cubicBezTo>
                      <a:pt x="75" y="202"/>
                      <a:pt x="1" y="1388"/>
                      <a:pt x="43" y="1950"/>
                    </a:cubicBezTo>
                    <a:cubicBezTo>
                      <a:pt x="54" y="2119"/>
                      <a:pt x="181" y="2257"/>
                      <a:pt x="319" y="2257"/>
                    </a:cubicBezTo>
                    <a:lnTo>
                      <a:pt x="2310" y="2257"/>
                    </a:lnTo>
                    <a:cubicBezTo>
                      <a:pt x="2448" y="2257"/>
                      <a:pt x="2575" y="2119"/>
                      <a:pt x="2586" y="1950"/>
                    </a:cubicBezTo>
                    <a:cubicBezTo>
                      <a:pt x="2628" y="1378"/>
                      <a:pt x="2554" y="202"/>
                      <a:pt x="131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7650" lIns="147650" spcFirstLastPara="1" rIns="147650" wrap="square" tIns="147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2" name="Google Shape;2382;p67"/>
              <p:cNvSpPr/>
              <p:nvPr/>
            </p:nvSpPr>
            <p:spPr>
              <a:xfrm>
                <a:off x="5947800" y="4035803"/>
                <a:ext cx="93898" cy="88053"/>
              </a:xfrm>
              <a:custGeom>
                <a:rect b="b" l="l" r="r" t="t"/>
                <a:pathLst>
                  <a:path extrusionOk="0" h="934" w="996">
                    <a:moveTo>
                      <a:pt x="655" y="0"/>
                    </a:moveTo>
                    <a:cubicBezTo>
                      <a:pt x="415" y="0"/>
                      <a:pt x="104" y="39"/>
                      <a:pt x="64" y="86"/>
                    </a:cubicBezTo>
                    <a:cubicBezTo>
                      <a:pt x="0" y="160"/>
                      <a:pt x="265" y="933"/>
                      <a:pt x="265" y="933"/>
                    </a:cubicBezTo>
                    <a:lnTo>
                      <a:pt x="763" y="912"/>
                    </a:lnTo>
                    <a:cubicBezTo>
                      <a:pt x="763" y="912"/>
                      <a:pt x="996" y="128"/>
                      <a:pt x="932" y="44"/>
                    </a:cubicBezTo>
                    <a:cubicBezTo>
                      <a:pt x="905" y="13"/>
                      <a:pt x="792" y="0"/>
                      <a:pt x="65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7650" lIns="147650" spcFirstLastPara="1" rIns="147650" wrap="square" tIns="147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3" name="Google Shape;2383;p67"/>
              <p:cNvSpPr/>
              <p:nvPr/>
            </p:nvSpPr>
            <p:spPr>
              <a:xfrm>
                <a:off x="5963732" y="4110751"/>
                <a:ext cx="62033" cy="13104"/>
              </a:xfrm>
              <a:custGeom>
                <a:rect b="b" l="l" r="r" t="t"/>
                <a:pathLst>
                  <a:path extrusionOk="0" h="139" w="658">
                    <a:moveTo>
                      <a:pt x="75" y="1"/>
                    </a:moveTo>
                    <a:cubicBezTo>
                      <a:pt x="32" y="1"/>
                      <a:pt x="1" y="33"/>
                      <a:pt x="1" y="64"/>
                    </a:cubicBezTo>
                    <a:cubicBezTo>
                      <a:pt x="1" y="107"/>
                      <a:pt x="32" y="138"/>
                      <a:pt x="75" y="138"/>
                    </a:cubicBezTo>
                    <a:lnTo>
                      <a:pt x="583" y="138"/>
                    </a:lnTo>
                    <a:cubicBezTo>
                      <a:pt x="626" y="138"/>
                      <a:pt x="657" y="107"/>
                      <a:pt x="657" y="64"/>
                    </a:cubicBezTo>
                    <a:cubicBezTo>
                      <a:pt x="657" y="33"/>
                      <a:pt x="626" y="1"/>
                      <a:pt x="58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147650" lIns="147650" spcFirstLastPara="1" rIns="147650" wrap="square" tIns="147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4" name="Google Shape;2384;p67"/>
              <p:cNvSpPr/>
              <p:nvPr/>
            </p:nvSpPr>
            <p:spPr>
              <a:xfrm>
                <a:off x="5948742" y="4189659"/>
                <a:ext cx="100026" cy="98989"/>
              </a:xfrm>
              <a:custGeom>
                <a:rect b="b" l="l" r="r" t="t"/>
                <a:pathLst>
                  <a:path extrusionOk="0" h="1050" w="1061">
                    <a:moveTo>
                      <a:pt x="1" y="1"/>
                    </a:moveTo>
                    <a:lnTo>
                      <a:pt x="276" y="530"/>
                    </a:lnTo>
                    <a:lnTo>
                      <a:pt x="107" y="530"/>
                    </a:lnTo>
                    <a:lnTo>
                      <a:pt x="107" y="636"/>
                    </a:lnTo>
                    <a:lnTo>
                      <a:pt x="329" y="636"/>
                    </a:lnTo>
                    <a:lnTo>
                      <a:pt x="371" y="721"/>
                    </a:lnTo>
                    <a:lnTo>
                      <a:pt x="107" y="721"/>
                    </a:lnTo>
                    <a:lnTo>
                      <a:pt x="107" y="827"/>
                    </a:lnTo>
                    <a:lnTo>
                      <a:pt x="382" y="827"/>
                    </a:lnTo>
                    <a:lnTo>
                      <a:pt x="382" y="1049"/>
                    </a:lnTo>
                    <a:lnTo>
                      <a:pt x="689" y="1049"/>
                    </a:lnTo>
                    <a:lnTo>
                      <a:pt x="689" y="827"/>
                    </a:lnTo>
                    <a:lnTo>
                      <a:pt x="933" y="827"/>
                    </a:lnTo>
                    <a:lnTo>
                      <a:pt x="933" y="721"/>
                    </a:lnTo>
                    <a:lnTo>
                      <a:pt x="689" y="721"/>
                    </a:lnTo>
                    <a:lnTo>
                      <a:pt x="732" y="636"/>
                    </a:lnTo>
                    <a:lnTo>
                      <a:pt x="933" y="636"/>
                    </a:lnTo>
                    <a:lnTo>
                      <a:pt x="933" y="530"/>
                    </a:lnTo>
                    <a:lnTo>
                      <a:pt x="785" y="530"/>
                    </a:lnTo>
                    <a:lnTo>
                      <a:pt x="1060" y="1"/>
                    </a:lnTo>
                    <a:lnTo>
                      <a:pt x="753" y="1"/>
                    </a:lnTo>
                    <a:lnTo>
                      <a:pt x="530" y="435"/>
                    </a:lnTo>
                    <a:lnTo>
                      <a:pt x="30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147650" lIns="147650" spcFirstLastPara="1" rIns="147650" wrap="square" tIns="147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5" name="Google Shape;2385;p67"/>
              <p:cNvSpPr/>
              <p:nvPr/>
            </p:nvSpPr>
            <p:spPr>
              <a:xfrm>
                <a:off x="5734078" y="4110751"/>
                <a:ext cx="62033" cy="13104"/>
              </a:xfrm>
              <a:custGeom>
                <a:rect b="b" l="l" r="r" t="t"/>
                <a:pathLst>
                  <a:path extrusionOk="0" h="139" w="658">
                    <a:moveTo>
                      <a:pt x="74" y="1"/>
                    </a:moveTo>
                    <a:cubicBezTo>
                      <a:pt x="32" y="1"/>
                      <a:pt x="0" y="33"/>
                      <a:pt x="0" y="64"/>
                    </a:cubicBezTo>
                    <a:cubicBezTo>
                      <a:pt x="0" y="107"/>
                      <a:pt x="32" y="138"/>
                      <a:pt x="74" y="138"/>
                    </a:cubicBezTo>
                    <a:lnTo>
                      <a:pt x="593" y="138"/>
                    </a:lnTo>
                    <a:cubicBezTo>
                      <a:pt x="625" y="138"/>
                      <a:pt x="657" y="107"/>
                      <a:pt x="657" y="64"/>
                    </a:cubicBezTo>
                    <a:cubicBezTo>
                      <a:pt x="657" y="33"/>
                      <a:pt x="625" y="1"/>
                      <a:pt x="593" y="1"/>
                    </a:cubicBezTo>
                    <a:close/>
                  </a:path>
                </a:pathLst>
              </a:custGeom>
              <a:solidFill>
                <a:srgbClr val="000000">
                  <a:alpha val="26420"/>
                </a:srgbClr>
              </a:solidFill>
              <a:ln>
                <a:noFill/>
              </a:ln>
            </p:spPr>
            <p:txBody>
              <a:bodyPr anchorCtr="0" anchor="ctr" bIns="147650" lIns="147650" spcFirstLastPara="1" rIns="147650" wrap="square" tIns="147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6" name="Google Shape;2386;p67"/>
              <p:cNvSpPr/>
              <p:nvPr/>
            </p:nvSpPr>
            <p:spPr>
              <a:xfrm>
                <a:off x="5963732" y="4110751"/>
                <a:ext cx="62033" cy="13104"/>
              </a:xfrm>
              <a:custGeom>
                <a:rect b="b" l="l" r="r" t="t"/>
                <a:pathLst>
                  <a:path extrusionOk="0" h="139" w="658">
                    <a:moveTo>
                      <a:pt x="75" y="1"/>
                    </a:moveTo>
                    <a:cubicBezTo>
                      <a:pt x="32" y="1"/>
                      <a:pt x="1" y="33"/>
                      <a:pt x="1" y="64"/>
                    </a:cubicBezTo>
                    <a:cubicBezTo>
                      <a:pt x="1" y="107"/>
                      <a:pt x="32" y="138"/>
                      <a:pt x="75" y="138"/>
                    </a:cubicBezTo>
                    <a:lnTo>
                      <a:pt x="583" y="138"/>
                    </a:lnTo>
                    <a:cubicBezTo>
                      <a:pt x="626" y="138"/>
                      <a:pt x="657" y="107"/>
                      <a:pt x="657" y="64"/>
                    </a:cubicBezTo>
                    <a:cubicBezTo>
                      <a:pt x="657" y="33"/>
                      <a:pt x="626" y="1"/>
                      <a:pt x="583" y="1"/>
                    </a:cubicBezTo>
                    <a:close/>
                  </a:path>
                </a:pathLst>
              </a:custGeom>
              <a:solidFill>
                <a:srgbClr val="000000">
                  <a:alpha val="11950"/>
                </a:srgbClr>
              </a:solidFill>
              <a:ln>
                <a:noFill/>
              </a:ln>
            </p:spPr>
            <p:txBody>
              <a:bodyPr anchorCtr="0" anchor="ctr" bIns="147650" lIns="147650" spcFirstLastPara="1" rIns="147650" wrap="square" tIns="147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387" name="Google Shape;2387;p67"/>
              <p:cNvGrpSpPr/>
              <p:nvPr/>
            </p:nvGrpSpPr>
            <p:grpSpPr>
              <a:xfrm rot="-858683">
                <a:off x="6279089" y="2692789"/>
                <a:ext cx="265175" cy="265152"/>
                <a:chOff x="2964656" y="1352909"/>
                <a:chExt cx="530331" cy="530286"/>
              </a:xfrm>
            </p:grpSpPr>
            <p:sp>
              <p:nvSpPr>
                <p:cNvPr id="2388" name="Google Shape;2388;p67"/>
                <p:cNvSpPr/>
                <p:nvPr/>
              </p:nvSpPr>
              <p:spPr>
                <a:xfrm>
                  <a:off x="2964656" y="1352909"/>
                  <a:ext cx="530331" cy="530286"/>
                </a:xfrm>
                <a:custGeom>
                  <a:rect b="b" l="l" r="r" t="t"/>
                  <a:pathLst>
                    <a:path extrusionOk="0" h="8953" w="8953">
                      <a:moveTo>
                        <a:pt x="4477" y="1"/>
                      </a:moveTo>
                      <a:cubicBezTo>
                        <a:pt x="2002" y="1"/>
                        <a:pt x="1" y="2002"/>
                        <a:pt x="1" y="4477"/>
                      </a:cubicBezTo>
                      <a:cubicBezTo>
                        <a:pt x="1" y="6951"/>
                        <a:pt x="2002" y="8952"/>
                        <a:pt x="4477" y="8952"/>
                      </a:cubicBezTo>
                      <a:cubicBezTo>
                        <a:pt x="6951" y="8952"/>
                        <a:pt x="8952" y="6951"/>
                        <a:pt x="8952" y="4477"/>
                      </a:cubicBezTo>
                      <a:cubicBezTo>
                        <a:pt x="8952" y="2002"/>
                        <a:pt x="6951" y="1"/>
                        <a:pt x="4477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147650" lIns="147650" spcFirstLastPara="1" rIns="147650" wrap="square" tIns="1476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89" name="Google Shape;2389;p67"/>
                <p:cNvSpPr/>
                <p:nvPr/>
              </p:nvSpPr>
              <p:spPr>
                <a:xfrm>
                  <a:off x="2964656" y="1352909"/>
                  <a:ext cx="530331" cy="530286"/>
                </a:xfrm>
                <a:custGeom>
                  <a:rect b="b" l="l" r="r" t="t"/>
                  <a:pathLst>
                    <a:path extrusionOk="0" h="8953" w="8953">
                      <a:moveTo>
                        <a:pt x="4477" y="1"/>
                      </a:moveTo>
                      <a:cubicBezTo>
                        <a:pt x="2002" y="1"/>
                        <a:pt x="1" y="2002"/>
                        <a:pt x="1" y="4477"/>
                      </a:cubicBezTo>
                      <a:cubicBezTo>
                        <a:pt x="1" y="6951"/>
                        <a:pt x="2002" y="8952"/>
                        <a:pt x="4477" y="8952"/>
                      </a:cubicBezTo>
                      <a:cubicBezTo>
                        <a:pt x="6951" y="8952"/>
                        <a:pt x="8952" y="6951"/>
                        <a:pt x="8952" y="4477"/>
                      </a:cubicBezTo>
                      <a:cubicBezTo>
                        <a:pt x="8952" y="2002"/>
                        <a:pt x="6951" y="1"/>
                        <a:pt x="4477" y="1"/>
                      </a:cubicBezTo>
                      <a:close/>
                    </a:path>
                  </a:pathLst>
                </a:custGeom>
                <a:solidFill>
                  <a:srgbClr val="000000">
                    <a:alpha val="11950"/>
                  </a:srgbClr>
                </a:solidFill>
                <a:ln>
                  <a:noFill/>
                </a:ln>
              </p:spPr>
              <p:txBody>
                <a:bodyPr anchorCtr="0" anchor="ctr" bIns="147650" lIns="147650" spcFirstLastPara="1" rIns="147650" wrap="square" tIns="1476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90" name="Google Shape;2390;p67"/>
                <p:cNvSpPr/>
                <p:nvPr/>
              </p:nvSpPr>
              <p:spPr>
                <a:xfrm>
                  <a:off x="2993976" y="1382229"/>
                  <a:ext cx="471688" cy="471648"/>
                </a:xfrm>
                <a:custGeom>
                  <a:rect b="b" l="l" r="r" t="t"/>
                  <a:pathLst>
                    <a:path extrusionOk="0" h="7963" w="7963">
                      <a:moveTo>
                        <a:pt x="3982" y="1"/>
                      </a:moveTo>
                      <a:cubicBezTo>
                        <a:pt x="1782" y="1"/>
                        <a:pt x="1" y="1782"/>
                        <a:pt x="1" y="3982"/>
                      </a:cubicBezTo>
                      <a:cubicBezTo>
                        <a:pt x="1" y="6181"/>
                        <a:pt x="1782" y="7963"/>
                        <a:pt x="3982" y="7963"/>
                      </a:cubicBezTo>
                      <a:cubicBezTo>
                        <a:pt x="6181" y="7963"/>
                        <a:pt x="7963" y="6181"/>
                        <a:pt x="7963" y="3982"/>
                      </a:cubicBezTo>
                      <a:cubicBezTo>
                        <a:pt x="7963" y="1782"/>
                        <a:pt x="6181" y="1"/>
                        <a:pt x="3982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147650" lIns="147650" spcFirstLastPara="1" rIns="147650" wrap="square" tIns="1476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91" name="Google Shape;2391;p67"/>
                <p:cNvSpPr/>
                <p:nvPr/>
              </p:nvSpPr>
              <p:spPr>
                <a:xfrm>
                  <a:off x="3060435" y="1382229"/>
                  <a:ext cx="338765" cy="88430"/>
                </a:xfrm>
                <a:custGeom>
                  <a:rect b="b" l="l" r="r" t="t"/>
                  <a:pathLst>
                    <a:path extrusionOk="0" h="1493" w="5719">
                      <a:moveTo>
                        <a:pt x="2860" y="1"/>
                      </a:moveTo>
                      <a:cubicBezTo>
                        <a:pt x="1782" y="1"/>
                        <a:pt x="792" y="441"/>
                        <a:pt x="77" y="1133"/>
                      </a:cubicBezTo>
                      <a:cubicBezTo>
                        <a:pt x="0" y="1221"/>
                        <a:pt x="0" y="1342"/>
                        <a:pt x="66" y="1430"/>
                      </a:cubicBezTo>
                      <a:cubicBezTo>
                        <a:pt x="112" y="1470"/>
                        <a:pt x="169" y="1492"/>
                        <a:pt x="224" y="1492"/>
                      </a:cubicBezTo>
                      <a:cubicBezTo>
                        <a:pt x="276" y="1492"/>
                        <a:pt x="326" y="1473"/>
                        <a:pt x="363" y="1430"/>
                      </a:cubicBezTo>
                      <a:cubicBezTo>
                        <a:pt x="1012" y="803"/>
                        <a:pt x="1892" y="408"/>
                        <a:pt x="2860" y="408"/>
                      </a:cubicBezTo>
                      <a:cubicBezTo>
                        <a:pt x="3827" y="408"/>
                        <a:pt x="4707" y="803"/>
                        <a:pt x="5356" y="1430"/>
                      </a:cubicBezTo>
                      <a:cubicBezTo>
                        <a:pt x="5393" y="1473"/>
                        <a:pt x="5446" y="1492"/>
                        <a:pt x="5499" y="1492"/>
                      </a:cubicBezTo>
                      <a:cubicBezTo>
                        <a:pt x="5556" y="1492"/>
                        <a:pt x="5613" y="1470"/>
                        <a:pt x="5653" y="1430"/>
                      </a:cubicBezTo>
                      <a:cubicBezTo>
                        <a:pt x="5719" y="1342"/>
                        <a:pt x="5719" y="1221"/>
                        <a:pt x="5642" y="1133"/>
                      </a:cubicBezTo>
                      <a:cubicBezTo>
                        <a:pt x="4927" y="441"/>
                        <a:pt x="3948" y="1"/>
                        <a:pt x="2860" y="1"/>
                      </a:cubicBezTo>
                      <a:close/>
                    </a:path>
                  </a:pathLst>
                </a:custGeom>
                <a:solidFill>
                  <a:srgbClr val="FFFFFF">
                    <a:alpha val="28930"/>
                  </a:srgbClr>
                </a:solidFill>
                <a:ln>
                  <a:noFill/>
                </a:ln>
              </p:spPr>
              <p:txBody>
                <a:bodyPr anchorCtr="0" anchor="ctr" bIns="147650" lIns="147650" spcFirstLastPara="1" rIns="147650" wrap="square" tIns="1476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92" name="Google Shape;2392;p67"/>
                <p:cNvSpPr/>
                <p:nvPr/>
              </p:nvSpPr>
              <p:spPr>
                <a:xfrm>
                  <a:off x="3033069" y="1716417"/>
                  <a:ext cx="393498" cy="127048"/>
                </a:xfrm>
                <a:custGeom>
                  <a:rect b="b" l="l" r="r" t="t"/>
                  <a:pathLst>
                    <a:path extrusionOk="0" h="2145" w="6643">
                      <a:moveTo>
                        <a:pt x="231" y="0"/>
                      </a:moveTo>
                      <a:lnTo>
                        <a:pt x="231" y="11"/>
                      </a:lnTo>
                      <a:cubicBezTo>
                        <a:pt x="187" y="11"/>
                        <a:pt x="154" y="11"/>
                        <a:pt x="121" y="33"/>
                      </a:cubicBezTo>
                      <a:cubicBezTo>
                        <a:pt x="33" y="88"/>
                        <a:pt x="0" y="209"/>
                        <a:pt x="55" y="297"/>
                      </a:cubicBezTo>
                      <a:cubicBezTo>
                        <a:pt x="759" y="1452"/>
                        <a:pt x="1969" y="2145"/>
                        <a:pt x="3322" y="2145"/>
                      </a:cubicBezTo>
                      <a:cubicBezTo>
                        <a:pt x="4674" y="2145"/>
                        <a:pt x="5884" y="1452"/>
                        <a:pt x="6588" y="297"/>
                      </a:cubicBezTo>
                      <a:cubicBezTo>
                        <a:pt x="6643" y="209"/>
                        <a:pt x="6610" y="88"/>
                        <a:pt x="6522" y="33"/>
                      </a:cubicBezTo>
                      <a:cubicBezTo>
                        <a:pt x="6489" y="15"/>
                        <a:pt x="6453" y="6"/>
                        <a:pt x="6419" y="6"/>
                      </a:cubicBezTo>
                      <a:cubicBezTo>
                        <a:pt x="6349" y="6"/>
                        <a:pt x="6283" y="41"/>
                        <a:pt x="6247" y="99"/>
                      </a:cubicBezTo>
                      <a:cubicBezTo>
                        <a:pt x="5631" y="1133"/>
                        <a:pt x="4531" y="1760"/>
                        <a:pt x="3322" y="1760"/>
                      </a:cubicBezTo>
                      <a:cubicBezTo>
                        <a:pt x="2112" y="1760"/>
                        <a:pt x="1012" y="1133"/>
                        <a:pt x="396" y="99"/>
                      </a:cubicBezTo>
                      <a:cubicBezTo>
                        <a:pt x="352" y="33"/>
                        <a:pt x="297" y="0"/>
                        <a:pt x="231" y="0"/>
                      </a:cubicBezTo>
                      <a:close/>
                    </a:path>
                  </a:pathLst>
                </a:custGeom>
                <a:solidFill>
                  <a:srgbClr val="FFFFFF">
                    <a:alpha val="28930"/>
                  </a:srgbClr>
                </a:solidFill>
                <a:ln>
                  <a:noFill/>
                </a:ln>
              </p:spPr>
              <p:txBody>
                <a:bodyPr anchorCtr="0" anchor="ctr" bIns="147650" lIns="147650" spcFirstLastPara="1" rIns="147650" wrap="square" tIns="1476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93" name="Google Shape;2393;p67"/>
                <p:cNvSpPr/>
                <p:nvPr/>
              </p:nvSpPr>
              <p:spPr>
                <a:xfrm>
                  <a:off x="3132699" y="1464976"/>
                  <a:ext cx="195535" cy="321145"/>
                </a:xfrm>
                <a:custGeom>
                  <a:rect b="b" l="l" r="r" t="t"/>
                  <a:pathLst>
                    <a:path extrusionOk="0" h="5422" w="3301">
                      <a:moveTo>
                        <a:pt x="1563" y="0"/>
                      </a:moveTo>
                      <a:cubicBezTo>
                        <a:pt x="1398" y="0"/>
                        <a:pt x="1266" y="121"/>
                        <a:pt x="1266" y="286"/>
                      </a:cubicBezTo>
                      <a:lnTo>
                        <a:pt x="1266" y="297"/>
                      </a:lnTo>
                      <a:cubicBezTo>
                        <a:pt x="1266" y="418"/>
                        <a:pt x="1189" y="539"/>
                        <a:pt x="1057" y="572"/>
                      </a:cubicBezTo>
                      <a:cubicBezTo>
                        <a:pt x="980" y="594"/>
                        <a:pt x="914" y="616"/>
                        <a:pt x="848" y="649"/>
                      </a:cubicBezTo>
                      <a:cubicBezTo>
                        <a:pt x="617" y="748"/>
                        <a:pt x="452" y="902"/>
                        <a:pt x="320" y="1089"/>
                      </a:cubicBezTo>
                      <a:cubicBezTo>
                        <a:pt x="199" y="1276"/>
                        <a:pt x="133" y="1507"/>
                        <a:pt x="133" y="1771"/>
                      </a:cubicBezTo>
                      <a:cubicBezTo>
                        <a:pt x="133" y="2321"/>
                        <a:pt x="441" y="2684"/>
                        <a:pt x="1046" y="2882"/>
                      </a:cubicBezTo>
                      <a:lnTo>
                        <a:pt x="2101" y="3200"/>
                      </a:lnTo>
                      <a:cubicBezTo>
                        <a:pt x="2244" y="3244"/>
                        <a:pt x="2343" y="3299"/>
                        <a:pt x="2409" y="3365"/>
                      </a:cubicBezTo>
                      <a:cubicBezTo>
                        <a:pt x="2475" y="3431"/>
                        <a:pt x="2497" y="3519"/>
                        <a:pt x="2497" y="3629"/>
                      </a:cubicBezTo>
                      <a:cubicBezTo>
                        <a:pt x="2497" y="3783"/>
                        <a:pt x="2431" y="3904"/>
                        <a:pt x="2277" y="4014"/>
                      </a:cubicBezTo>
                      <a:cubicBezTo>
                        <a:pt x="2134" y="4113"/>
                        <a:pt x="1947" y="4168"/>
                        <a:pt x="1728" y="4168"/>
                      </a:cubicBezTo>
                      <a:cubicBezTo>
                        <a:pt x="1486" y="4168"/>
                        <a:pt x="1288" y="4102"/>
                        <a:pt x="1112" y="3959"/>
                      </a:cubicBezTo>
                      <a:cubicBezTo>
                        <a:pt x="1002" y="3871"/>
                        <a:pt x="914" y="3750"/>
                        <a:pt x="848" y="3618"/>
                      </a:cubicBezTo>
                      <a:cubicBezTo>
                        <a:pt x="799" y="3511"/>
                        <a:pt x="690" y="3439"/>
                        <a:pt x="582" y="3439"/>
                      </a:cubicBezTo>
                      <a:cubicBezTo>
                        <a:pt x="568" y="3439"/>
                        <a:pt x="554" y="3440"/>
                        <a:pt x="540" y="3442"/>
                      </a:cubicBezTo>
                      <a:lnTo>
                        <a:pt x="287" y="3486"/>
                      </a:lnTo>
                      <a:cubicBezTo>
                        <a:pt x="111" y="3508"/>
                        <a:pt x="1" y="3695"/>
                        <a:pt x="56" y="3871"/>
                      </a:cubicBezTo>
                      <a:cubicBezTo>
                        <a:pt x="111" y="4014"/>
                        <a:pt x="177" y="4146"/>
                        <a:pt x="265" y="4267"/>
                      </a:cubicBezTo>
                      <a:cubicBezTo>
                        <a:pt x="419" y="4476"/>
                        <a:pt x="617" y="4641"/>
                        <a:pt x="859" y="4751"/>
                      </a:cubicBezTo>
                      <a:cubicBezTo>
                        <a:pt x="925" y="4784"/>
                        <a:pt x="991" y="4806"/>
                        <a:pt x="1057" y="4828"/>
                      </a:cubicBezTo>
                      <a:cubicBezTo>
                        <a:pt x="1178" y="4861"/>
                        <a:pt x="1266" y="4982"/>
                        <a:pt x="1266" y="5103"/>
                      </a:cubicBezTo>
                      <a:lnTo>
                        <a:pt x="1266" y="5125"/>
                      </a:lnTo>
                      <a:cubicBezTo>
                        <a:pt x="1266" y="5290"/>
                        <a:pt x="1398" y="5422"/>
                        <a:pt x="1563" y="5422"/>
                      </a:cubicBezTo>
                      <a:lnTo>
                        <a:pt x="1782" y="5422"/>
                      </a:lnTo>
                      <a:cubicBezTo>
                        <a:pt x="1947" y="5422"/>
                        <a:pt x="2079" y="5290"/>
                        <a:pt x="2079" y="5125"/>
                      </a:cubicBezTo>
                      <a:lnTo>
                        <a:pt x="2079" y="5114"/>
                      </a:lnTo>
                      <a:cubicBezTo>
                        <a:pt x="2079" y="4982"/>
                        <a:pt x="2156" y="4872"/>
                        <a:pt x="2288" y="4839"/>
                      </a:cubicBezTo>
                      <a:cubicBezTo>
                        <a:pt x="2365" y="4806"/>
                        <a:pt x="2453" y="4784"/>
                        <a:pt x="2530" y="4751"/>
                      </a:cubicBezTo>
                      <a:cubicBezTo>
                        <a:pt x="2772" y="4630"/>
                        <a:pt x="2959" y="4476"/>
                        <a:pt x="3102" y="4267"/>
                      </a:cubicBezTo>
                      <a:cubicBezTo>
                        <a:pt x="3234" y="4069"/>
                        <a:pt x="3300" y="3827"/>
                        <a:pt x="3300" y="3563"/>
                      </a:cubicBezTo>
                      <a:cubicBezTo>
                        <a:pt x="3300" y="3255"/>
                        <a:pt x="3223" y="3014"/>
                        <a:pt x="3058" y="2827"/>
                      </a:cubicBezTo>
                      <a:lnTo>
                        <a:pt x="3047" y="2838"/>
                      </a:lnTo>
                      <a:cubicBezTo>
                        <a:pt x="2882" y="2651"/>
                        <a:pt x="2607" y="2497"/>
                        <a:pt x="2233" y="2398"/>
                      </a:cubicBezTo>
                      <a:lnTo>
                        <a:pt x="1486" y="2178"/>
                      </a:lnTo>
                      <a:cubicBezTo>
                        <a:pt x="1288" y="2123"/>
                        <a:pt x="1156" y="2068"/>
                        <a:pt x="1068" y="1991"/>
                      </a:cubicBezTo>
                      <a:cubicBezTo>
                        <a:pt x="980" y="1914"/>
                        <a:pt x="936" y="1826"/>
                        <a:pt x="936" y="1727"/>
                      </a:cubicBezTo>
                      <a:cubicBezTo>
                        <a:pt x="936" y="1628"/>
                        <a:pt x="969" y="1551"/>
                        <a:pt x="1024" y="1474"/>
                      </a:cubicBezTo>
                      <a:cubicBezTo>
                        <a:pt x="1090" y="1397"/>
                        <a:pt x="1178" y="1342"/>
                        <a:pt x="1277" y="1298"/>
                      </a:cubicBezTo>
                      <a:cubicBezTo>
                        <a:pt x="1387" y="1265"/>
                        <a:pt x="1508" y="1243"/>
                        <a:pt x="1640" y="1243"/>
                      </a:cubicBezTo>
                      <a:cubicBezTo>
                        <a:pt x="1771" y="1254"/>
                        <a:pt x="1892" y="1276"/>
                        <a:pt x="2002" y="1331"/>
                      </a:cubicBezTo>
                      <a:cubicBezTo>
                        <a:pt x="2123" y="1386"/>
                        <a:pt x="2211" y="1463"/>
                        <a:pt x="2288" y="1562"/>
                      </a:cubicBezTo>
                      <a:cubicBezTo>
                        <a:pt x="2321" y="1595"/>
                        <a:pt x="2343" y="1639"/>
                        <a:pt x="2365" y="1683"/>
                      </a:cubicBezTo>
                      <a:cubicBezTo>
                        <a:pt x="2423" y="1788"/>
                        <a:pt x="2522" y="1852"/>
                        <a:pt x="2634" y="1852"/>
                      </a:cubicBezTo>
                      <a:cubicBezTo>
                        <a:pt x="2651" y="1852"/>
                        <a:pt x="2667" y="1851"/>
                        <a:pt x="2684" y="1848"/>
                      </a:cubicBezTo>
                      <a:lnTo>
                        <a:pt x="2937" y="1804"/>
                      </a:lnTo>
                      <a:cubicBezTo>
                        <a:pt x="3124" y="1771"/>
                        <a:pt x="3234" y="1562"/>
                        <a:pt x="3146" y="1386"/>
                      </a:cubicBezTo>
                      <a:cubicBezTo>
                        <a:pt x="3091" y="1265"/>
                        <a:pt x="3025" y="1166"/>
                        <a:pt x="2948" y="1067"/>
                      </a:cubicBezTo>
                      <a:cubicBezTo>
                        <a:pt x="2805" y="891"/>
                        <a:pt x="2618" y="748"/>
                        <a:pt x="2398" y="649"/>
                      </a:cubicBezTo>
                      <a:cubicBezTo>
                        <a:pt x="2365" y="627"/>
                        <a:pt x="2321" y="616"/>
                        <a:pt x="2277" y="594"/>
                      </a:cubicBezTo>
                      <a:cubicBezTo>
                        <a:pt x="2156" y="561"/>
                        <a:pt x="2079" y="451"/>
                        <a:pt x="2079" y="319"/>
                      </a:cubicBezTo>
                      <a:lnTo>
                        <a:pt x="2079" y="286"/>
                      </a:lnTo>
                      <a:cubicBezTo>
                        <a:pt x="2079" y="121"/>
                        <a:pt x="1947" y="0"/>
                        <a:pt x="1782" y="0"/>
                      </a:cubicBezTo>
                      <a:close/>
                    </a:path>
                  </a:pathLst>
                </a:custGeom>
                <a:solidFill>
                  <a:srgbClr val="000000">
                    <a:alpha val="26420"/>
                  </a:srgbClr>
                </a:solidFill>
                <a:ln>
                  <a:noFill/>
                </a:ln>
              </p:spPr>
              <p:txBody>
                <a:bodyPr anchorCtr="0" anchor="ctr" bIns="147650" lIns="147650" spcFirstLastPara="1" rIns="147650" wrap="square" tIns="1476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94" name="Google Shape;2394;p67"/>
                <p:cNvSpPr/>
                <p:nvPr/>
              </p:nvSpPr>
              <p:spPr>
                <a:xfrm>
                  <a:off x="3132699" y="1457158"/>
                  <a:ext cx="195535" cy="321797"/>
                </a:xfrm>
                <a:custGeom>
                  <a:rect b="b" l="l" r="r" t="t"/>
                  <a:pathLst>
                    <a:path extrusionOk="0" h="5433" w="3301">
                      <a:moveTo>
                        <a:pt x="3047" y="2838"/>
                      </a:moveTo>
                      <a:cubicBezTo>
                        <a:pt x="2882" y="2651"/>
                        <a:pt x="2607" y="2508"/>
                        <a:pt x="2233" y="2398"/>
                      </a:cubicBezTo>
                      <a:lnTo>
                        <a:pt x="1486" y="2189"/>
                      </a:lnTo>
                      <a:cubicBezTo>
                        <a:pt x="1288" y="2134"/>
                        <a:pt x="1156" y="2068"/>
                        <a:pt x="1068" y="2002"/>
                      </a:cubicBezTo>
                      <a:cubicBezTo>
                        <a:pt x="980" y="1925"/>
                        <a:pt x="936" y="1837"/>
                        <a:pt x="936" y="1738"/>
                      </a:cubicBezTo>
                      <a:cubicBezTo>
                        <a:pt x="936" y="1639"/>
                        <a:pt x="969" y="1562"/>
                        <a:pt x="1024" y="1485"/>
                      </a:cubicBezTo>
                      <a:cubicBezTo>
                        <a:pt x="1090" y="1408"/>
                        <a:pt x="1178" y="1353"/>
                        <a:pt x="1277" y="1309"/>
                      </a:cubicBezTo>
                      <a:cubicBezTo>
                        <a:pt x="1387" y="1265"/>
                        <a:pt x="1508" y="1254"/>
                        <a:pt x="1640" y="1254"/>
                      </a:cubicBezTo>
                      <a:cubicBezTo>
                        <a:pt x="1771" y="1254"/>
                        <a:pt x="1892" y="1287"/>
                        <a:pt x="2002" y="1342"/>
                      </a:cubicBezTo>
                      <a:cubicBezTo>
                        <a:pt x="2123" y="1397"/>
                        <a:pt x="2211" y="1474"/>
                        <a:pt x="2288" y="1562"/>
                      </a:cubicBezTo>
                      <a:cubicBezTo>
                        <a:pt x="2321" y="1606"/>
                        <a:pt x="2343" y="1650"/>
                        <a:pt x="2365" y="1694"/>
                      </a:cubicBezTo>
                      <a:cubicBezTo>
                        <a:pt x="2431" y="1804"/>
                        <a:pt x="2552" y="1881"/>
                        <a:pt x="2684" y="1859"/>
                      </a:cubicBezTo>
                      <a:lnTo>
                        <a:pt x="2937" y="1815"/>
                      </a:lnTo>
                      <a:cubicBezTo>
                        <a:pt x="3124" y="1771"/>
                        <a:pt x="3234" y="1573"/>
                        <a:pt x="3146" y="1397"/>
                      </a:cubicBezTo>
                      <a:cubicBezTo>
                        <a:pt x="3091" y="1276"/>
                        <a:pt x="3025" y="1177"/>
                        <a:pt x="2948" y="1078"/>
                      </a:cubicBezTo>
                      <a:cubicBezTo>
                        <a:pt x="2805" y="891"/>
                        <a:pt x="2618" y="759"/>
                        <a:pt x="2398" y="660"/>
                      </a:cubicBezTo>
                      <a:cubicBezTo>
                        <a:pt x="2365" y="638"/>
                        <a:pt x="2321" y="616"/>
                        <a:pt x="2277" y="605"/>
                      </a:cubicBezTo>
                      <a:cubicBezTo>
                        <a:pt x="2156" y="572"/>
                        <a:pt x="2079" y="451"/>
                        <a:pt x="2079" y="330"/>
                      </a:cubicBezTo>
                      <a:lnTo>
                        <a:pt x="2079" y="297"/>
                      </a:lnTo>
                      <a:cubicBezTo>
                        <a:pt x="2079" y="132"/>
                        <a:pt x="1947" y="0"/>
                        <a:pt x="1782" y="0"/>
                      </a:cubicBezTo>
                      <a:lnTo>
                        <a:pt x="1563" y="0"/>
                      </a:lnTo>
                      <a:cubicBezTo>
                        <a:pt x="1398" y="0"/>
                        <a:pt x="1266" y="132"/>
                        <a:pt x="1266" y="297"/>
                      </a:cubicBezTo>
                      <a:lnTo>
                        <a:pt x="1266" y="297"/>
                      </a:lnTo>
                      <a:cubicBezTo>
                        <a:pt x="1266" y="429"/>
                        <a:pt x="1189" y="550"/>
                        <a:pt x="1057" y="583"/>
                      </a:cubicBezTo>
                      <a:cubicBezTo>
                        <a:pt x="980" y="605"/>
                        <a:pt x="914" y="627"/>
                        <a:pt x="848" y="660"/>
                      </a:cubicBezTo>
                      <a:cubicBezTo>
                        <a:pt x="617" y="759"/>
                        <a:pt x="452" y="902"/>
                        <a:pt x="320" y="1100"/>
                      </a:cubicBezTo>
                      <a:cubicBezTo>
                        <a:pt x="199" y="1287"/>
                        <a:pt x="133" y="1518"/>
                        <a:pt x="133" y="1771"/>
                      </a:cubicBezTo>
                      <a:cubicBezTo>
                        <a:pt x="133" y="2332"/>
                        <a:pt x="441" y="2695"/>
                        <a:pt x="1046" y="2882"/>
                      </a:cubicBezTo>
                      <a:lnTo>
                        <a:pt x="2101" y="3211"/>
                      </a:lnTo>
                      <a:cubicBezTo>
                        <a:pt x="2244" y="3255"/>
                        <a:pt x="2343" y="3310"/>
                        <a:pt x="2409" y="3376"/>
                      </a:cubicBezTo>
                      <a:cubicBezTo>
                        <a:pt x="2475" y="3442"/>
                        <a:pt x="2497" y="3530"/>
                        <a:pt x="2497" y="3629"/>
                      </a:cubicBezTo>
                      <a:cubicBezTo>
                        <a:pt x="2497" y="3783"/>
                        <a:pt x="2431" y="3915"/>
                        <a:pt x="2277" y="4025"/>
                      </a:cubicBezTo>
                      <a:cubicBezTo>
                        <a:pt x="2134" y="4124"/>
                        <a:pt x="1947" y="4179"/>
                        <a:pt x="1728" y="4179"/>
                      </a:cubicBezTo>
                      <a:cubicBezTo>
                        <a:pt x="1486" y="4179"/>
                        <a:pt x="1288" y="4113"/>
                        <a:pt x="1112" y="3970"/>
                      </a:cubicBezTo>
                      <a:cubicBezTo>
                        <a:pt x="1002" y="3882"/>
                        <a:pt x="914" y="3761"/>
                        <a:pt x="848" y="3629"/>
                      </a:cubicBezTo>
                      <a:cubicBezTo>
                        <a:pt x="793" y="3508"/>
                        <a:pt x="661" y="3431"/>
                        <a:pt x="540" y="3453"/>
                      </a:cubicBezTo>
                      <a:lnTo>
                        <a:pt x="287" y="3486"/>
                      </a:lnTo>
                      <a:cubicBezTo>
                        <a:pt x="111" y="3519"/>
                        <a:pt x="1" y="3706"/>
                        <a:pt x="56" y="3882"/>
                      </a:cubicBezTo>
                      <a:cubicBezTo>
                        <a:pt x="111" y="4025"/>
                        <a:pt x="177" y="4157"/>
                        <a:pt x="265" y="4278"/>
                      </a:cubicBezTo>
                      <a:cubicBezTo>
                        <a:pt x="419" y="4487"/>
                        <a:pt x="617" y="4641"/>
                        <a:pt x="859" y="4762"/>
                      </a:cubicBezTo>
                      <a:cubicBezTo>
                        <a:pt x="925" y="4784"/>
                        <a:pt x="991" y="4817"/>
                        <a:pt x="1057" y="4839"/>
                      </a:cubicBezTo>
                      <a:cubicBezTo>
                        <a:pt x="1178" y="4872"/>
                        <a:pt x="1266" y="4982"/>
                        <a:pt x="1266" y="5114"/>
                      </a:cubicBezTo>
                      <a:lnTo>
                        <a:pt x="1266" y="5136"/>
                      </a:lnTo>
                      <a:cubicBezTo>
                        <a:pt x="1266" y="5301"/>
                        <a:pt x="1398" y="5433"/>
                        <a:pt x="1563" y="5433"/>
                      </a:cubicBezTo>
                      <a:lnTo>
                        <a:pt x="1782" y="5433"/>
                      </a:lnTo>
                      <a:cubicBezTo>
                        <a:pt x="1947" y="5433"/>
                        <a:pt x="2079" y="5301"/>
                        <a:pt x="2079" y="5136"/>
                      </a:cubicBezTo>
                      <a:lnTo>
                        <a:pt x="2079" y="5125"/>
                      </a:lnTo>
                      <a:cubicBezTo>
                        <a:pt x="2079" y="4993"/>
                        <a:pt x="2156" y="4883"/>
                        <a:pt x="2288" y="4839"/>
                      </a:cubicBezTo>
                      <a:cubicBezTo>
                        <a:pt x="2365" y="4817"/>
                        <a:pt x="2453" y="4795"/>
                        <a:pt x="2530" y="4751"/>
                      </a:cubicBezTo>
                      <a:cubicBezTo>
                        <a:pt x="2772" y="4641"/>
                        <a:pt x="2959" y="4487"/>
                        <a:pt x="3102" y="4278"/>
                      </a:cubicBezTo>
                      <a:cubicBezTo>
                        <a:pt x="3234" y="4080"/>
                        <a:pt x="3300" y="3838"/>
                        <a:pt x="3300" y="3574"/>
                      </a:cubicBezTo>
                      <a:cubicBezTo>
                        <a:pt x="3300" y="3266"/>
                        <a:pt x="3223" y="3025"/>
                        <a:pt x="3058" y="2838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147650" lIns="147650" spcFirstLastPara="1" rIns="147650" wrap="square" tIns="1476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95" name="Google Shape;2395;p67"/>
                <p:cNvSpPr/>
                <p:nvPr/>
              </p:nvSpPr>
              <p:spPr>
                <a:xfrm>
                  <a:off x="3415416" y="1526341"/>
                  <a:ext cx="30684" cy="182961"/>
                </a:xfrm>
                <a:custGeom>
                  <a:rect b="b" l="l" r="r" t="t"/>
                  <a:pathLst>
                    <a:path extrusionOk="0" h="3089" w="518">
                      <a:moveTo>
                        <a:pt x="113" y="1"/>
                      </a:moveTo>
                      <a:cubicBezTo>
                        <a:pt x="101" y="1"/>
                        <a:pt x="89" y="3"/>
                        <a:pt x="78" y="9"/>
                      </a:cubicBezTo>
                      <a:cubicBezTo>
                        <a:pt x="23" y="31"/>
                        <a:pt x="1" y="97"/>
                        <a:pt x="23" y="141"/>
                      </a:cubicBezTo>
                      <a:cubicBezTo>
                        <a:pt x="221" y="592"/>
                        <a:pt x="320" y="1054"/>
                        <a:pt x="320" y="1549"/>
                      </a:cubicBezTo>
                      <a:cubicBezTo>
                        <a:pt x="320" y="2032"/>
                        <a:pt x="221" y="2505"/>
                        <a:pt x="23" y="2956"/>
                      </a:cubicBezTo>
                      <a:cubicBezTo>
                        <a:pt x="1" y="3000"/>
                        <a:pt x="23" y="3066"/>
                        <a:pt x="78" y="3088"/>
                      </a:cubicBezTo>
                      <a:lnTo>
                        <a:pt x="111" y="3088"/>
                      </a:lnTo>
                      <a:cubicBezTo>
                        <a:pt x="155" y="3088"/>
                        <a:pt x="188" y="3066"/>
                        <a:pt x="210" y="3033"/>
                      </a:cubicBezTo>
                      <a:cubicBezTo>
                        <a:pt x="419" y="2560"/>
                        <a:pt x="518" y="2065"/>
                        <a:pt x="518" y="1549"/>
                      </a:cubicBezTo>
                      <a:cubicBezTo>
                        <a:pt x="518" y="1032"/>
                        <a:pt x="419" y="537"/>
                        <a:pt x="210" y="64"/>
                      </a:cubicBezTo>
                      <a:cubicBezTo>
                        <a:pt x="185" y="23"/>
                        <a:pt x="149" y="1"/>
                        <a:pt x="113" y="1"/>
                      </a:cubicBezTo>
                      <a:close/>
                    </a:path>
                  </a:pathLst>
                </a:custGeom>
                <a:solidFill>
                  <a:srgbClr val="FFFFFF">
                    <a:alpha val="28930"/>
                  </a:srgbClr>
                </a:solidFill>
                <a:ln>
                  <a:noFill/>
                </a:ln>
              </p:spPr>
              <p:txBody>
                <a:bodyPr anchorCtr="0" anchor="ctr" bIns="147650" lIns="147650" spcFirstLastPara="1" rIns="147650" wrap="square" tIns="1476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96" name="Google Shape;2396;p67"/>
                <p:cNvSpPr/>
                <p:nvPr/>
              </p:nvSpPr>
              <p:spPr>
                <a:xfrm>
                  <a:off x="3013523" y="1526341"/>
                  <a:ext cx="30684" cy="182961"/>
                </a:xfrm>
                <a:custGeom>
                  <a:rect b="b" l="l" r="r" t="t"/>
                  <a:pathLst>
                    <a:path extrusionOk="0" h="3089" w="518">
                      <a:moveTo>
                        <a:pt x="409" y="1"/>
                      </a:moveTo>
                      <a:cubicBezTo>
                        <a:pt x="370" y="1"/>
                        <a:pt x="336" y="23"/>
                        <a:pt x="319" y="64"/>
                      </a:cubicBezTo>
                      <a:cubicBezTo>
                        <a:pt x="110" y="537"/>
                        <a:pt x="0" y="1032"/>
                        <a:pt x="0" y="1549"/>
                      </a:cubicBezTo>
                      <a:cubicBezTo>
                        <a:pt x="0" y="2065"/>
                        <a:pt x="110" y="2560"/>
                        <a:pt x="319" y="3033"/>
                      </a:cubicBezTo>
                      <a:cubicBezTo>
                        <a:pt x="330" y="3066"/>
                        <a:pt x="363" y="3088"/>
                        <a:pt x="407" y="3088"/>
                      </a:cubicBezTo>
                      <a:lnTo>
                        <a:pt x="451" y="3088"/>
                      </a:lnTo>
                      <a:cubicBezTo>
                        <a:pt x="495" y="3055"/>
                        <a:pt x="517" y="3000"/>
                        <a:pt x="495" y="2956"/>
                      </a:cubicBezTo>
                      <a:cubicBezTo>
                        <a:pt x="297" y="2505"/>
                        <a:pt x="198" y="2032"/>
                        <a:pt x="198" y="1549"/>
                      </a:cubicBezTo>
                      <a:cubicBezTo>
                        <a:pt x="198" y="1054"/>
                        <a:pt x="297" y="592"/>
                        <a:pt x="495" y="141"/>
                      </a:cubicBezTo>
                      <a:cubicBezTo>
                        <a:pt x="517" y="97"/>
                        <a:pt x="495" y="31"/>
                        <a:pt x="451" y="9"/>
                      </a:cubicBezTo>
                      <a:cubicBezTo>
                        <a:pt x="437" y="3"/>
                        <a:pt x="423" y="1"/>
                        <a:pt x="409" y="1"/>
                      </a:cubicBezTo>
                      <a:close/>
                    </a:path>
                  </a:pathLst>
                </a:custGeom>
                <a:solidFill>
                  <a:srgbClr val="FFFFFF">
                    <a:alpha val="28930"/>
                  </a:srgbClr>
                </a:solidFill>
                <a:ln>
                  <a:noFill/>
                </a:ln>
              </p:spPr>
              <p:txBody>
                <a:bodyPr anchorCtr="0" anchor="ctr" bIns="147650" lIns="147650" spcFirstLastPara="1" rIns="147650" wrap="square" tIns="1476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397" name="Google Shape;2397;p67"/>
              <p:cNvGrpSpPr/>
              <p:nvPr/>
            </p:nvGrpSpPr>
            <p:grpSpPr>
              <a:xfrm rot="1890828">
                <a:off x="6592585" y="2505321"/>
                <a:ext cx="210325" cy="210307"/>
                <a:chOff x="2964656" y="1352909"/>
                <a:chExt cx="530331" cy="530286"/>
              </a:xfrm>
            </p:grpSpPr>
            <p:sp>
              <p:nvSpPr>
                <p:cNvPr id="2398" name="Google Shape;2398;p67"/>
                <p:cNvSpPr/>
                <p:nvPr/>
              </p:nvSpPr>
              <p:spPr>
                <a:xfrm>
                  <a:off x="2964656" y="1352909"/>
                  <a:ext cx="530331" cy="530286"/>
                </a:xfrm>
                <a:custGeom>
                  <a:rect b="b" l="l" r="r" t="t"/>
                  <a:pathLst>
                    <a:path extrusionOk="0" h="8953" w="8953">
                      <a:moveTo>
                        <a:pt x="4477" y="1"/>
                      </a:moveTo>
                      <a:cubicBezTo>
                        <a:pt x="2002" y="1"/>
                        <a:pt x="1" y="2002"/>
                        <a:pt x="1" y="4477"/>
                      </a:cubicBezTo>
                      <a:cubicBezTo>
                        <a:pt x="1" y="6951"/>
                        <a:pt x="2002" y="8952"/>
                        <a:pt x="4477" y="8952"/>
                      </a:cubicBezTo>
                      <a:cubicBezTo>
                        <a:pt x="6951" y="8952"/>
                        <a:pt x="8952" y="6951"/>
                        <a:pt x="8952" y="4477"/>
                      </a:cubicBezTo>
                      <a:cubicBezTo>
                        <a:pt x="8952" y="2002"/>
                        <a:pt x="6951" y="1"/>
                        <a:pt x="4477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147650" lIns="147650" spcFirstLastPara="1" rIns="147650" wrap="square" tIns="1476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99" name="Google Shape;2399;p67"/>
                <p:cNvSpPr/>
                <p:nvPr/>
              </p:nvSpPr>
              <p:spPr>
                <a:xfrm>
                  <a:off x="2964656" y="1352909"/>
                  <a:ext cx="530331" cy="530286"/>
                </a:xfrm>
                <a:custGeom>
                  <a:rect b="b" l="l" r="r" t="t"/>
                  <a:pathLst>
                    <a:path extrusionOk="0" h="8953" w="8953">
                      <a:moveTo>
                        <a:pt x="4477" y="1"/>
                      </a:moveTo>
                      <a:cubicBezTo>
                        <a:pt x="2002" y="1"/>
                        <a:pt x="1" y="2002"/>
                        <a:pt x="1" y="4477"/>
                      </a:cubicBezTo>
                      <a:cubicBezTo>
                        <a:pt x="1" y="6951"/>
                        <a:pt x="2002" y="8952"/>
                        <a:pt x="4477" y="8952"/>
                      </a:cubicBezTo>
                      <a:cubicBezTo>
                        <a:pt x="6951" y="8952"/>
                        <a:pt x="8952" y="6951"/>
                        <a:pt x="8952" y="4477"/>
                      </a:cubicBezTo>
                      <a:cubicBezTo>
                        <a:pt x="8952" y="2002"/>
                        <a:pt x="6951" y="1"/>
                        <a:pt x="4477" y="1"/>
                      </a:cubicBezTo>
                      <a:close/>
                    </a:path>
                  </a:pathLst>
                </a:custGeom>
                <a:solidFill>
                  <a:srgbClr val="000000">
                    <a:alpha val="11950"/>
                  </a:srgbClr>
                </a:solidFill>
                <a:ln>
                  <a:noFill/>
                </a:ln>
              </p:spPr>
              <p:txBody>
                <a:bodyPr anchorCtr="0" anchor="ctr" bIns="147650" lIns="147650" spcFirstLastPara="1" rIns="147650" wrap="square" tIns="1476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00" name="Google Shape;2400;p67"/>
                <p:cNvSpPr/>
                <p:nvPr/>
              </p:nvSpPr>
              <p:spPr>
                <a:xfrm>
                  <a:off x="2993976" y="1382229"/>
                  <a:ext cx="471688" cy="471648"/>
                </a:xfrm>
                <a:custGeom>
                  <a:rect b="b" l="l" r="r" t="t"/>
                  <a:pathLst>
                    <a:path extrusionOk="0" h="7963" w="7963">
                      <a:moveTo>
                        <a:pt x="3982" y="1"/>
                      </a:moveTo>
                      <a:cubicBezTo>
                        <a:pt x="1782" y="1"/>
                        <a:pt x="1" y="1782"/>
                        <a:pt x="1" y="3982"/>
                      </a:cubicBezTo>
                      <a:cubicBezTo>
                        <a:pt x="1" y="6181"/>
                        <a:pt x="1782" y="7963"/>
                        <a:pt x="3982" y="7963"/>
                      </a:cubicBezTo>
                      <a:cubicBezTo>
                        <a:pt x="6181" y="7963"/>
                        <a:pt x="7963" y="6181"/>
                        <a:pt x="7963" y="3982"/>
                      </a:cubicBezTo>
                      <a:cubicBezTo>
                        <a:pt x="7963" y="1782"/>
                        <a:pt x="6181" y="1"/>
                        <a:pt x="3982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147650" lIns="147650" spcFirstLastPara="1" rIns="147650" wrap="square" tIns="1476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01" name="Google Shape;2401;p67"/>
                <p:cNvSpPr/>
                <p:nvPr/>
              </p:nvSpPr>
              <p:spPr>
                <a:xfrm>
                  <a:off x="3060435" y="1382229"/>
                  <a:ext cx="338765" cy="88430"/>
                </a:xfrm>
                <a:custGeom>
                  <a:rect b="b" l="l" r="r" t="t"/>
                  <a:pathLst>
                    <a:path extrusionOk="0" h="1493" w="5719">
                      <a:moveTo>
                        <a:pt x="2860" y="1"/>
                      </a:moveTo>
                      <a:cubicBezTo>
                        <a:pt x="1782" y="1"/>
                        <a:pt x="792" y="441"/>
                        <a:pt x="77" y="1133"/>
                      </a:cubicBezTo>
                      <a:cubicBezTo>
                        <a:pt x="0" y="1221"/>
                        <a:pt x="0" y="1342"/>
                        <a:pt x="66" y="1430"/>
                      </a:cubicBezTo>
                      <a:cubicBezTo>
                        <a:pt x="112" y="1470"/>
                        <a:pt x="169" y="1492"/>
                        <a:pt x="224" y="1492"/>
                      </a:cubicBezTo>
                      <a:cubicBezTo>
                        <a:pt x="276" y="1492"/>
                        <a:pt x="326" y="1473"/>
                        <a:pt x="363" y="1430"/>
                      </a:cubicBezTo>
                      <a:cubicBezTo>
                        <a:pt x="1012" y="803"/>
                        <a:pt x="1892" y="408"/>
                        <a:pt x="2860" y="408"/>
                      </a:cubicBezTo>
                      <a:cubicBezTo>
                        <a:pt x="3827" y="408"/>
                        <a:pt x="4707" y="803"/>
                        <a:pt x="5356" y="1430"/>
                      </a:cubicBezTo>
                      <a:cubicBezTo>
                        <a:pt x="5393" y="1473"/>
                        <a:pt x="5446" y="1492"/>
                        <a:pt x="5499" y="1492"/>
                      </a:cubicBezTo>
                      <a:cubicBezTo>
                        <a:pt x="5556" y="1492"/>
                        <a:pt x="5613" y="1470"/>
                        <a:pt x="5653" y="1430"/>
                      </a:cubicBezTo>
                      <a:cubicBezTo>
                        <a:pt x="5719" y="1342"/>
                        <a:pt x="5719" y="1221"/>
                        <a:pt x="5642" y="1133"/>
                      </a:cubicBezTo>
                      <a:cubicBezTo>
                        <a:pt x="4927" y="441"/>
                        <a:pt x="3948" y="1"/>
                        <a:pt x="2860" y="1"/>
                      </a:cubicBezTo>
                      <a:close/>
                    </a:path>
                  </a:pathLst>
                </a:custGeom>
                <a:solidFill>
                  <a:srgbClr val="FFFFFF">
                    <a:alpha val="28930"/>
                  </a:srgbClr>
                </a:solidFill>
                <a:ln>
                  <a:noFill/>
                </a:ln>
              </p:spPr>
              <p:txBody>
                <a:bodyPr anchorCtr="0" anchor="ctr" bIns="147650" lIns="147650" spcFirstLastPara="1" rIns="147650" wrap="square" tIns="1476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02" name="Google Shape;2402;p67"/>
                <p:cNvSpPr/>
                <p:nvPr/>
              </p:nvSpPr>
              <p:spPr>
                <a:xfrm>
                  <a:off x="3033069" y="1716417"/>
                  <a:ext cx="393498" cy="127048"/>
                </a:xfrm>
                <a:custGeom>
                  <a:rect b="b" l="l" r="r" t="t"/>
                  <a:pathLst>
                    <a:path extrusionOk="0" h="2145" w="6643">
                      <a:moveTo>
                        <a:pt x="231" y="0"/>
                      </a:moveTo>
                      <a:lnTo>
                        <a:pt x="231" y="11"/>
                      </a:lnTo>
                      <a:cubicBezTo>
                        <a:pt x="187" y="11"/>
                        <a:pt x="154" y="11"/>
                        <a:pt x="121" y="33"/>
                      </a:cubicBezTo>
                      <a:cubicBezTo>
                        <a:pt x="33" y="88"/>
                        <a:pt x="0" y="209"/>
                        <a:pt x="55" y="297"/>
                      </a:cubicBezTo>
                      <a:cubicBezTo>
                        <a:pt x="759" y="1452"/>
                        <a:pt x="1969" y="2145"/>
                        <a:pt x="3322" y="2145"/>
                      </a:cubicBezTo>
                      <a:cubicBezTo>
                        <a:pt x="4674" y="2145"/>
                        <a:pt x="5884" y="1452"/>
                        <a:pt x="6588" y="297"/>
                      </a:cubicBezTo>
                      <a:cubicBezTo>
                        <a:pt x="6643" y="209"/>
                        <a:pt x="6610" y="88"/>
                        <a:pt x="6522" y="33"/>
                      </a:cubicBezTo>
                      <a:cubicBezTo>
                        <a:pt x="6489" y="15"/>
                        <a:pt x="6453" y="6"/>
                        <a:pt x="6419" y="6"/>
                      </a:cubicBezTo>
                      <a:cubicBezTo>
                        <a:pt x="6349" y="6"/>
                        <a:pt x="6283" y="41"/>
                        <a:pt x="6247" y="99"/>
                      </a:cubicBezTo>
                      <a:cubicBezTo>
                        <a:pt x="5631" y="1133"/>
                        <a:pt x="4531" y="1760"/>
                        <a:pt x="3322" y="1760"/>
                      </a:cubicBezTo>
                      <a:cubicBezTo>
                        <a:pt x="2112" y="1760"/>
                        <a:pt x="1012" y="1133"/>
                        <a:pt x="396" y="99"/>
                      </a:cubicBezTo>
                      <a:cubicBezTo>
                        <a:pt x="352" y="33"/>
                        <a:pt x="297" y="0"/>
                        <a:pt x="231" y="0"/>
                      </a:cubicBezTo>
                      <a:close/>
                    </a:path>
                  </a:pathLst>
                </a:custGeom>
                <a:solidFill>
                  <a:srgbClr val="FFFFFF">
                    <a:alpha val="28930"/>
                  </a:srgbClr>
                </a:solidFill>
                <a:ln>
                  <a:noFill/>
                </a:ln>
              </p:spPr>
              <p:txBody>
                <a:bodyPr anchorCtr="0" anchor="ctr" bIns="147650" lIns="147650" spcFirstLastPara="1" rIns="147650" wrap="square" tIns="1476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03" name="Google Shape;2403;p67"/>
                <p:cNvSpPr/>
                <p:nvPr/>
              </p:nvSpPr>
              <p:spPr>
                <a:xfrm>
                  <a:off x="3132699" y="1464976"/>
                  <a:ext cx="195535" cy="321145"/>
                </a:xfrm>
                <a:custGeom>
                  <a:rect b="b" l="l" r="r" t="t"/>
                  <a:pathLst>
                    <a:path extrusionOk="0" h="5422" w="3301">
                      <a:moveTo>
                        <a:pt x="1563" y="0"/>
                      </a:moveTo>
                      <a:cubicBezTo>
                        <a:pt x="1398" y="0"/>
                        <a:pt x="1266" y="121"/>
                        <a:pt x="1266" y="286"/>
                      </a:cubicBezTo>
                      <a:lnTo>
                        <a:pt x="1266" y="297"/>
                      </a:lnTo>
                      <a:cubicBezTo>
                        <a:pt x="1266" y="418"/>
                        <a:pt x="1189" y="539"/>
                        <a:pt x="1057" y="572"/>
                      </a:cubicBezTo>
                      <a:cubicBezTo>
                        <a:pt x="980" y="594"/>
                        <a:pt x="914" y="616"/>
                        <a:pt x="848" y="649"/>
                      </a:cubicBezTo>
                      <a:cubicBezTo>
                        <a:pt x="617" y="748"/>
                        <a:pt x="452" y="902"/>
                        <a:pt x="320" y="1089"/>
                      </a:cubicBezTo>
                      <a:cubicBezTo>
                        <a:pt x="199" y="1276"/>
                        <a:pt x="133" y="1507"/>
                        <a:pt x="133" y="1771"/>
                      </a:cubicBezTo>
                      <a:cubicBezTo>
                        <a:pt x="133" y="2321"/>
                        <a:pt x="441" y="2684"/>
                        <a:pt x="1046" y="2882"/>
                      </a:cubicBezTo>
                      <a:lnTo>
                        <a:pt x="2101" y="3200"/>
                      </a:lnTo>
                      <a:cubicBezTo>
                        <a:pt x="2244" y="3244"/>
                        <a:pt x="2343" y="3299"/>
                        <a:pt x="2409" y="3365"/>
                      </a:cubicBezTo>
                      <a:cubicBezTo>
                        <a:pt x="2475" y="3431"/>
                        <a:pt x="2497" y="3519"/>
                        <a:pt x="2497" y="3629"/>
                      </a:cubicBezTo>
                      <a:cubicBezTo>
                        <a:pt x="2497" y="3783"/>
                        <a:pt x="2431" y="3904"/>
                        <a:pt x="2277" y="4014"/>
                      </a:cubicBezTo>
                      <a:cubicBezTo>
                        <a:pt x="2134" y="4113"/>
                        <a:pt x="1947" y="4168"/>
                        <a:pt x="1728" y="4168"/>
                      </a:cubicBezTo>
                      <a:cubicBezTo>
                        <a:pt x="1486" y="4168"/>
                        <a:pt x="1288" y="4102"/>
                        <a:pt x="1112" y="3959"/>
                      </a:cubicBezTo>
                      <a:cubicBezTo>
                        <a:pt x="1002" y="3871"/>
                        <a:pt x="914" y="3750"/>
                        <a:pt x="848" y="3618"/>
                      </a:cubicBezTo>
                      <a:cubicBezTo>
                        <a:pt x="799" y="3511"/>
                        <a:pt x="690" y="3439"/>
                        <a:pt x="582" y="3439"/>
                      </a:cubicBezTo>
                      <a:cubicBezTo>
                        <a:pt x="568" y="3439"/>
                        <a:pt x="554" y="3440"/>
                        <a:pt x="540" y="3442"/>
                      </a:cubicBezTo>
                      <a:lnTo>
                        <a:pt x="287" y="3486"/>
                      </a:lnTo>
                      <a:cubicBezTo>
                        <a:pt x="111" y="3508"/>
                        <a:pt x="1" y="3695"/>
                        <a:pt x="56" y="3871"/>
                      </a:cubicBezTo>
                      <a:cubicBezTo>
                        <a:pt x="111" y="4014"/>
                        <a:pt x="177" y="4146"/>
                        <a:pt x="265" y="4267"/>
                      </a:cubicBezTo>
                      <a:cubicBezTo>
                        <a:pt x="419" y="4476"/>
                        <a:pt x="617" y="4641"/>
                        <a:pt x="859" y="4751"/>
                      </a:cubicBezTo>
                      <a:cubicBezTo>
                        <a:pt x="925" y="4784"/>
                        <a:pt x="991" y="4806"/>
                        <a:pt x="1057" y="4828"/>
                      </a:cubicBezTo>
                      <a:cubicBezTo>
                        <a:pt x="1178" y="4861"/>
                        <a:pt x="1266" y="4982"/>
                        <a:pt x="1266" y="5103"/>
                      </a:cubicBezTo>
                      <a:lnTo>
                        <a:pt x="1266" y="5125"/>
                      </a:lnTo>
                      <a:cubicBezTo>
                        <a:pt x="1266" y="5290"/>
                        <a:pt x="1398" y="5422"/>
                        <a:pt x="1563" y="5422"/>
                      </a:cubicBezTo>
                      <a:lnTo>
                        <a:pt x="1782" y="5422"/>
                      </a:lnTo>
                      <a:cubicBezTo>
                        <a:pt x="1947" y="5422"/>
                        <a:pt x="2079" y="5290"/>
                        <a:pt x="2079" y="5125"/>
                      </a:cubicBezTo>
                      <a:lnTo>
                        <a:pt x="2079" y="5114"/>
                      </a:lnTo>
                      <a:cubicBezTo>
                        <a:pt x="2079" y="4982"/>
                        <a:pt x="2156" y="4872"/>
                        <a:pt x="2288" y="4839"/>
                      </a:cubicBezTo>
                      <a:cubicBezTo>
                        <a:pt x="2365" y="4806"/>
                        <a:pt x="2453" y="4784"/>
                        <a:pt x="2530" y="4751"/>
                      </a:cubicBezTo>
                      <a:cubicBezTo>
                        <a:pt x="2772" y="4630"/>
                        <a:pt x="2959" y="4476"/>
                        <a:pt x="3102" y="4267"/>
                      </a:cubicBezTo>
                      <a:cubicBezTo>
                        <a:pt x="3234" y="4069"/>
                        <a:pt x="3300" y="3827"/>
                        <a:pt x="3300" y="3563"/>
                      </a:cubicBezTo>
                      <a:cubicBezTo>
                        <a:pt x="3300" y="3255"/>
                        <a:pt x="3223" y="3014"/>
                        <a:pt x="3058" y="2827"/>
                      </a:cubicBezTo>
                      <a:lnTo>
                        <a:pt x="3047" y="2838"/>
                      </a:lnTo>
                      <a:cubicBezTo>
                        <a:pt x="2882" y="2651"/>
                        <a:pt x="2607" y="2497"/>
                        <a:pt x="2233" y="2398"/>
                      </a:cubicBezTo>
                      <a:lnTo>
                        <a:pt x="1486" y="2178"/>
                      </a:lnTo>
                      <a:cubicBezTo>
                        <a:pt x="1288" y="2123"/>
                        <a:pt x="1156" y="2068"/>
                        <a:pt x="1068" y="1991"/>
                      </a:cubicBezTo>
                      <a:cubicBezTo>
                        <a:pt x="980" y="1914"/>
                        <a:pt x="936" y="1826"/>
                        <a:pt x="936" y="1727"/>
                      </a:cubicBezTo>
                      <a:cubicBezTo>
                        <a:pt x="936" y="1628"/>
                        <a:pt x="969" y="1551"/>
                        <a:pt x="1024" y="1474"/>
                      </a:cubicBezTo>
                      <a:cubicBezTo>
                        <a:pt x="1090" y="1397"/>
                        <a:pt x="1178" y="1342"/>
                        <a:pt x="1277" y="1298"/>
                      </a:cubicBezTo>
                      <a:cubicBezTo>
                        <a:pt x="1387" y="1265"/>
                        <a:pt x="1508" y="1243"/>
                        <a:pt x="1640" y="1243"/>
                      </a:cubicBezTo>
                      <a:cubicBezTo>
                        <a:pt x="1771" y="1254"/>
                        <a:pt x="1892" y="1276"/>
                        <a:pt x="2002" y="1331"/>
                      </a:cubicBezTo>
                      <a:cubicBezTo>
                        <a:pt x="2123" y="1386"/>
                        <a:pt x="2211" y="1463"/>
                        <a:pt x="2288" y="1562"/>
                      </a:cubicBezTo>
                      <a:cubicBezTo>
                        <a:pt x="2321" y="1595"/>
                        <a:pt x="2343" y="1639"/>
                        <a:pt x="2365" y="1683"/>
                      </a:cubicBezTo>
                      <a:cubicBezTo>
                        <a:pt x="2423" y="1788"/>
                        <a:pt x="2522" y="1852"/>
                        <a:pt x="2634" y="1852"/>
                      </a:cubicBezTo>
                      <a:cubicBezTo>
                        <a:pt x="2651" y="1852"/>
                        <a:pt x="2667" y="1851"/>
                        <a:pt x="2684" y="1848"/>
                      </a:cubicBezTo>
                      <a:lnTo>
                        <a:pt x="2937" y="1804"/>
                      </a:lnTo>
                      <a:cubicBezTo>
                        <a:pt x="3124" y="1771"/>
                        <a:pt x="3234" y="1562"/>
                        <a:pt x="3146" y="1386"/>
                      </a:cubicBezTo>
                      <a:cubicBezTo>
                        <a:pt x="3091" y="1265"/>
                        <a:pt x="3025" y="1166"/>
                        <a:pt x="2948" y="1067"/>
                      </a:cubicBezTo>
                      <a:cubicBezTo>
                        <a:pt x="2805" y="891"/>
                        <a:pt x="2618" y="748"/>
                        <a:pt x="2398" y="649"/>
                      </a:cubicBezTo>
                      <a:cubicBezTo>
                        <a:pt x="2365" y="627"/>
                        <a:pt x="2321" y="616"/>
                        <a:pt x="2277" y="594"/>
                      </a:cubicBezTo>
                      <a:cubicBezTo>
                        <a:pt x="2156" y="561"/>
                        <a:pt x="2079" y="451"/>
                        <a:pt x="2079" y="319"/>
                      </a:cubicBezTo>
                      <a:lnTo>
                        <a:pt x="2079" y="286"/>
                      </a:lnTo>
                      <a:cubicBezTo>
                        <a:pt x="2079" y="121"/>
                        <a:pt x="1947" y="0"/>
                        <a:pt x="1782" y="0"/>
                      </a:cubicBezTo>
                      <a:close/>
                    </a:path>
                  </a:pathLst>
                </a:custGeom>
                <a:solidFill>
                  <a:srgbClr val="000000">
                    <a:alpha val="26420"/>
                  </a:srgbClr>
                </a:solidFill>
                <a:ln>
                  <a:noFill/>
                </a:ln>
              </p:spPr>
              <p:txBody>
                <a:bodyPr anchorCtr="0" anchor="ctr" bIns="147650" lIns="147650" spcFirstLastPara="1" rIns="147650" wrap="square" tIns="1476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04" name="Google Shape;2404;p67"/>
                <p:cNvSpPr/>
                <p:nvPr/>
              </p:nvSpPr>
              <p:spPr>
                <a:xfrm>
                  <a:off x="3132699" y="1457158"/>
                  <a:ext cx="195535" cy="321797"/>
                </a:xfrm>
                <a:custGeom>
                  <a:rect b="b" l="l" r="r" t="t"/>
                  <a:pathLst>
                    <a:path extrusionOk="0" h="5433" w="3301">
                      <a:moveTo>
                        <a:pt x="3047" y="2838"/>
                      </a:moveTo>
                      <a:cubicBezTo>
                        <a:pt x="2882" y="2651"/>
                        <a:pt x="2607" y="2508"/>
                        <a:pt x="2233" y="2398"/>
                      </a:cubicBezTo>
                      <a:lnTo>
                        <a:pt x="1486" y="2189"/>
                      </a:lnTo>
                      <a:cubicBezTo>
                        <a:pt x="1288" y="2134"/>
                        <a:pt x="1156" y="2068"/>
                        <a:pt x="1068" y="2002"/>
                      </a:cubicBezTo>
                      <a:cubicBezTo>
                        <a:pt x="980" y="1925"/>
                        <a:pt x="936" y="1837"/>
                        <a:pt x="936" y="1738"/>
                      </a:cubicBezTo>
                      <a:cubicBezTo>
                        <a:pt x="936" y="1639"/>
                        <a:pt x="969" y="1562"/>
                        <a:pt x="1024" y="1485"/>
                      </a:cubicBezTo>
                      <a:cubicBezTo>
                        <a:pt x="1090" y="1408"/>
                        <a:pt x="1178" y="1353"/>
                        <a:pt x="1277" y="1309"/>
                      </a:cubicBezTo>
                      <a:cubicBezTo>
                        <a:pt x="1387" y="1265"/>
                        <a:pt x="1508" y="1254"/>
                        <a:pt x="1640" y="1254"/>
                      </a:cubicBezTo>
                      <a:cubicBezTo>
                        <a:pt x="1771" y="1254"/>
                        <a:pt x="1892" y="1287"/>
                        <a:pt x="2002" y="1342"/>
                      </a:cubicBezTo>
                      <a:cubicBezTo>
                        <a:pt x="2123" y="1397"/>
                        <a:pt x="2211" y="1474"/>
                        <a:pt x="2288" y="1562"/>
                      </a:cubicBezTo>
                      <a:cubicBezTo>
                        <a:pt x="2321" y="1606"/>
                        <a:pt x="2343" y="1650"/>
                        <a:pt x="2365" y="1694"/>
                      </a:cubicBezTo>
                      <a:cubicBezTo>
                        <a:pt x="2431" y="1804"/>
                        <a:pt x="2552" y="1881"/>
                        <a:pt x="2684" y="1859"/>
                      </a:cubicBezTo>
                      <a:lnTo>
                        <a:pt x="2937" y="1815"/>
                      </a:lnTo>
                      <a:cubicBezTo>
                        <a:pt x="3124" y="1771"/>
                        <a:pt x="3234" y="1573"/>
                        <a:pt x="3146" y="1397"/>
                      </a:cubicBezTo>
                      <a:cubicBezTo>
                        <a:pt x="3091" y="1276"/>
                        <a:pt x="3025" y="1177"/>
                        <a:pt x="2948" y="1078"/>
                      </a:cubicBezTo>
                      <a:cubicBezTo>
                        <a:pt x="2805" y="891"/>
                        <a:pt x="2618" y="759"/>
                        <a:pt x="2398" y="660"/>
                      </a:cubicBezTo>
                      <a:cubicBezTo>
                        <a:pt x="2365" y="638"/>
                        <a:pt x="2321" y="616"/>
                        <a:pt x="2277" y="605"/>
                      </a:cubicBezTo>
                      <a:cubicBezTo>
                        <a:pt x="2156" y="572"/>
                        <a:pt x="2079" y="451"/>
                        <a:pt x="2079" y="330"/>
                      </a:cubicBezTo>
                      <a:lnTo>
                        <a:pt x="2079" y="297"/>
                      </a:lnTo>
                      <a:cubicBezTo>
                        <a:pt x="2079" y="132"/>
                        <a:pt x="1947" y="0"/>
                        <a:pt x="1782" y="0"/>
                      </a:cubicBezTo>
                      <a:lnTo>
                        <a:pt x="1563" y="0"/>
                      </a:lnTo>
                      <a:cubicBezTo>
                        <a:pt x="1398" y="0"/>
                        <a:pt x="1266" y="132"/>
                        <a:pt x="1266" y="297"/>
                      </a:cubicBezTo>
                      <a:lnTo>
                        <a:pt x="1266" y="297"/>
                      </a:lnTo>
                      <a:cubicBezTo>
                        <a:pt x="1266" y="429"/>
                        <a:pt x="1189" y="550"/>
                        <a:pt x="1057" y="583"/>
                      </a:cubicBezTo>
                      <a:cubicBezTo>
                        <a:pt x="980" y="605"/>
                        <a:pt x="914" y="627"/>
                        <a:pt x="848" y="660"/>
                      </a:cubicBezTo>
                      <a:cubicBezTo>
                        <a:pt x="617" y="759"/>
                        <a:pt x="452" y="902"/>
                        <a:pt x="320" y="1100"/>
                      </a:cubicBezTo>
                      <a:cubicBezTo>
                        <a:pt x="199" y="1287"/>
                        <a:pt x="133" y="1518"/>
                        <a:pt x="133" y="1771"/>
                      </a:cubicBezTo>
                      <a:cubicBezTo>
                        <a:pt x="133" y="2332"/>
                        <a:pt x="441" y="2695"/>
                        <a:pt x="1046" y="2882"/>
                      </a:cubicBezTo>
                      <a:lnTo>
                        <a:pt x="2101" y="3211"/>
                      </a:lnTo>
                      <a:cubicBezTo>
                        <a:pt x="2244" y="3255"/>
                        <a:pt x="2343" y="3310"/>
                        <a:pt x="2409" y="3376"/>
                      </a:cubicBezTo>
                      <a:cubicBezTo>
                        <a:pt x="2475" y="3442"/>
                        <a:pt x="2497" y="3530"/>
                        <a:pt x="2497" y="3629"/>
                      </a:cubicBezTo>
                      <a:cubicBezTo>
                        <a:pt x="2497" y="3783"/>
                        <a:pt x="2431" y="3915"/>
                        <a:pt x="2277" y="4025"/>
                      </a:cubicBezTo>
                      <a:cubicBezTo>
                        <a:pt x="2134" y="4124"/>
                        <a:pt x="1947" y="4179"/>
                        <a:pt x="1728" y="4179"/>
                      </a:cubicBezTo>
                      <a:cubicBezTo>
                        <a:pt x="1486" y="4179"/>
                        <a:pt x="1288" y="4113"/>
                        <a:pt x="1112" y="3970"/>
                      </a:cubicBezTo>
                      <a:cubicBezTo>
                        <a:pt x="1002" y="3882"/>
                        <a:pt x="914" y="3761"/>
                        <a:pt x="848" y="3629"/>
                      </a:cubicBezTo>
                      <a:cubicBezTo>
                        <a:pt x="793" y="3508"/>
                        <a:pt x="661" y="3431"/>
                        <a:pt x="540" y="3453"/>
                      </a:cubicBezTo>
                      <a:lnTo>
                        <a:pt x="287" y="3486"/>
                      </a:lnTo>
                      <a:cubicBezTo>
                        <a:pt x="111" y="3519"/>
                        <a:pt x="1" y="3706"/>
                        <a:pt x="56" y="3882"/>
                      </a:cubicBezTo>
                      <a:cubicBezTo>
                        <a:pt x="111" y="4025"/>
                        <a:pt x="177" y="4157"/>
                        <a:pt x="265" y="4278"/>
                      </a:cubicBezTo>
                      <a:cubicBezTo>
                        <a:pt x="419" y="4487"/>
                        <a:pt x="617" y="4641"/>
                        <a:pt x="859" y="4762"/>
                      </a:cubicBezTo>
                      <a:cubicBezTo>
                        <a:pt x="925" y="4784"/>
                        <a:pt x="991" y="4817"/>
                        <a:pt x="1057" y="4839"/>
                      </a:cubicBezTo>
                      <a:cubicBezTo>
                        <a:pt x="1178" y="4872"/>
                        <a:pt x="1266" y="4982"/>
                        <a:pt x="1266" y="5114"/>
                      </a:cubicBezTo>
                      <a:lnTo>
                        <a:pt x="1266" y="5136"/>
                      </a:lnTo>
                      <a:cubicBezTo>
                        <a:pt x="1266" y="5301"/>
                        <a:pt x="1398" y="5433"/>
                        <a:pt x="1563" y="5433"/>
                      </a:cubicBezTo>
                      <a:lnTo>
                        <a:pt x="1782" y="5433"/>
                      </a:lnTo>
                      <a:cubicBezTo>
                        <a:pt x="1947" y="5433"/>
                        <a:pt x="2079" y="5301"/>
                        <a:pt x="2079" y="5136"/>
                      </a:cubicBezTo>
                      <a:lnTo>
                        <a:pt x="2079" y="5125"/>
                      </a:lnTo>
                      <a:cubicBezTo>
                        <a:pt x="2079" y="4993"/>
                        <a:pt x="2156" y="4883"/>
                        <a:pt x="2288" y="4839"/>
                      </a:cubicBezTo>
                      <a:cubicBezTo>
                        <a:pt x="2365" y="4817"/>
                        <a:pt x="2453" y="4795"/>
                        <a:pt x="2530" y="4751"/>
                      </a:cubicBezTo>
                      <a:cubicBezTo>
                        <a:pt x="2772" y="4641"/>
                        <a:pt x="2959" y="4487"/>
                        <a:pt x="3102" y="4278"/>
                      </a:cubicBezTo>
                      <a:cubicBezTo>
                        <a:pt x="3234" y="4080"/>
                        <a:pt x="3300" y="3838"/>
                        <a:pt x="3300" y="3574"/>
                      </a:cubicBezTo>
                      <a:cubicBezTo>
                        <a:pt x="3300" y="3266"/>
                        <a:pt x="3223" y="3025"/>
                        <a:pt x="3058" y="2838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147650" lIns="147650" spcFirstLastPara="1" rIns="147650" wrap="square" tIns="1476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05" name="Google Shape;2405;p67"/>
                <p:cNvSpPr/>
                <p:nvPr/>
              </p:nvSpPr>
              <p:spPr>
                <a:xfrm>
                  <a:off x="3415416" y="1526341"/>
                  <a:ext cx="30684" cy="182961"/>
                </a:xfrm>
                <a:custGeom>
                  <a:rect b="b" l="l" r="r" t="t"/>
                  <a:pathLst>
                    <a:path extrusionOk="0" h="3089" w="518">
                      <a:moveTo>
                        <a:pt x="113" y="1"/>
                      </a:moveTo>
                      <a:cubicBezTo>
                        <a:pt x="101" y="1"/>
                        <a:pt x="89" y="3"/>
                        <a:pt x="78" y="9"/>
                      </a:cubicBezTo>
                      <a:cubicBezTo>
                        <a:pt x="23" y="31"/>
                        <a:pt x="1" y="97"/>
                        <a:pt x="23" y="141"/>
                      </a:cubicBezTo>
                      <a:cubicBezTo>
                        <a:pt x="221" y="592"/>
                        <a:pt x="320" y="1054"/>
                        <a:pt x="320" y="1549"/>
                      </a:cubicBezTo>
                      <a:cubicBezTo>
                        <a:pt x="320" y="2032"/>
                        <a:pt x="221" y="2505"/>
                        <a:pt x="23" y="2956"/>
                      </a:cubicBezTo>
                      <a:cubicBezTo>
                        <a:pt x="1" y="3000"/>
                        <a:pt x="23" y="3066"/>
                        <a:pt x="78" y="3088"/>
                      </a:cubicBezTo>
                      <a:lnTo>
                        <a:pt x="111" y="3088"/>
                      </a:lnTo>
                      <a:cubicBezTo>
                        <a:pt x="155" y="3088"/>
                        <a:pt x="188" y="3066"/>
                        <a:pt x="210" y="3033"/>
                      </a:cubicBezTo>
                      <a:cubicBezTo>
                        <a:pt x="419" y="2560"/>
                        <a:pt x="518" y="2065"/>
                        <a:pt x="518" y="1549"/>
                      </a:cubicBezTo>
                      <a:cubicBezTo>
                        <a:pt x="518" y="1032"/>
                        <a:pt x="419" y="537"/>
                        <a:pt x="210" y="64"/>
                      </a:cubicBezTo>
                      <a:cubicBezTo>
                        <a:pt x="185" y="23"/>
                        <a:pt x="149" y="1"/>
                        <a:pt x="113" y="1"/>
                      </a:cubicBezTo>
                      <a:close/>
                    </a:path>
                  </a:pathLst>
                </a:custGeom>
                <a:solidFill>
                  <a:srgbClr val="FFFFFF">
                    <a:alpha val="28930"/>
                  </a:srgbClr>
                </a:solidFill>
                <a:ln>
                  <a:noFill/>
                </a:ln>
              </p:spPr>
              <p:txBody>
                <a:bodyPr anchorCtr="0" anchor="ctr" bIns="147650" lIns="147650" spcFirstLastPara="1" rIns="147650" wrap="square" tIns="1476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06" name="Google Shape;2406;p67"/>
                <p:cNvSpPr/>
                <p:nvPr/>
              </p:nvSpPr>
              <p:spPr>
                <a:xfrm>
                  <a:off x="3013523" y="1526341"/>
                  <a:ext cx="30684" cy="182961"/>
                </a:xfrm>
                <a:custGeom>
                  <a:rect b="b" l="l" r="r" t="t"/>
                  <a:pathLst>
                    <a:path extrusionOk="0" h="3089" w="518">
                      <a:moveTo>
                        <a:pt x="409" y="1"/>
                      </a:moveTo>
                      <a:cubicBezTo>
                        <a:pt x="370" y="1"/>
                        <a:pt x="336" y="23"/>
                        <a:pt x="319" y="64"/>
                      </a:cubicBezTo>
                      <a:cubicBezTo>
                        <a:pt x="110" y="537"/>
                        <a:pt x="0" y="1032"/>
                        <a:pt x="0" y="1549"/>
                      </a:cubicBezTo>
                      <a:cubicBezTo>
                        <a:pt x="0" y="2065"/>
                        <a:pt x="110" y="2560"/>
                        <a:pt x="319" y="3033"/>
                      </a:cubicBezTo>
                      <a:cubicBezTo>
                        <a:pt x="330" y="3066"/>
                        <a:pt x="363" y="3088"/>
                        <a:pt x="407" y="3088"/>
                      </a:cubicBezTo>
                      <a:lnTo>
                        <a:pt x="451" y="3088"/>
                      </a:lnTo>
                      <a:cubicBezTo>
                        <a:pt x="495" y="3055"/>
                        <a:pt x="517" y="3000"/>
                        <a:pt x="495" y="2956"/>
                      </a:cubicBezTo>
                      <a:cubicBezTo>
                        <a:pt x="297" y="2505"/>
                        <a:pt x="198" y="2032"/>
                        <a:pt x="198" y="1549"/>
                      </a:cubicBezTo>
                      <a:cubicBezTo>
                        <a:pt x="198" y="1054"/>
                        <a:pt x="297" y="592"/>
                        <a:pt x="495" y="141"/>
                      </a:cubicBezTo>
                      <a:cubicBezTo>
                        <a:pt x="517" y="97"/>
                        <a:pt x="495" y="31"/>
                        <a:pt x="451" y="9"/>
                      </a:cubicBezTo>
                      <a:cubicBezTo>
                        <a:pt x="437" y="3"/>
                        <a:pt x="423" y="1"/>
                        <a:pt x="409" y="1"/>
                      </a:cubicBezTo>
                      <a:close/>
                    </a:path>
                  </a:pathLst>
                </a:custGeom>
                <a:solidFill>
                  <a:srgbClr val="FFFFFF">
                    <a:alpha val="28930"/>
                  </a:srgbClr>
                </a:solidFill>
                <a:ln>
                  <a:noFill/>
                </a:ln>
              </p:spPr>
              <p:txBody>
                <a:bodyPr anchorCtr="0" anchor="ctr" bIns="147650" lIns="147650" spcFirstLastPara="1" rIns="147650" wrap="square" tIns="1476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2407" name="Google Shape;2407;p67"/>
            <p:cNvSpPr/>
            <p:nvPr/>
          </p:nvSpPr>
          <p:spPr>
            <a:xfrm>
              <a:off x="6721575" y="4224175"/>
              <a:ext cx="958800" cy="27000"/>
            </a:xfrm>
            <a:prstGeom prst="roundRect">
              <a:avLst>
                <a:gd fmla="val 50000" name="adj"/>
              </a:avLst>
            </a:prstGeom>
            <a:solidFill>
              <a:srgbClr val="FFFFFF">
                <a:alpha val="28930"/>
              </a:srgbClr>
            </a:solidFill>
            <a:ln>
              <a:noFill/>
            </a:ln>
          </p:spPr>
          <p:txBody>
            <a:bodyPr anchorCtr="0" anchor="ctr" bIns="147650" lIns="147650" spcFirstLastPara="1" rIns="147650" wrap="square" tIns="1476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8" name="Google Shape;2408;p67"/>
            <p:cNvSpPr/>
            <p:nvPr/>
          </p:nvSpPr>
          <p:spPr>
            <a:xfrm>
              <a:off x="6334975" y="3200525"/>
              <a:ext cx="939300" cy="27000"/>
            </a:xfrm>
            <a:prstGeom prst="roundRect">
              <a:avLst>
                <a:gd fmla="val 50000" name="adj"/>
              </a:avLst>
            </a:prstGeom>
            <a:solidFill>
              <a:srgbClr val="FFFFFF">
                <a:alpha val="28930"/>
              </a:srgbClr>
            </a:solidFill>
            <a:ln>
              <a:noFill/>
            </a:ln>
          </p:spPr>
          <p:txBody>
            <a:bodyPr anchorCtr="0" anchor="ctr" bIns="147650" lIns="147650" spcFirstLastPara="1" rIns="147650" wrap="square" tIns="1476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2" name="Shape 2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3" name="Google Shape;2413;p68"/>
          <p:cNvSpPr txBox="1"/>
          <p:nvPr>
            <p:ph type="title"/>
          </p:nvPr>
        </p:nvSpPr>
        <p:spPr>
          <a:xfrm>
            <a:off x="713225" y="520925"/>
            <a:ext cx="7717500" cy="7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Worth </a:t>
            </a:r>
            <a:endParaRPr/>
          </a:p>
        </p:txBody>
      </p:sp>
      <p:sp>
        <p:nvSpPr>
          <p:cNvPr id="2414" name="Google Shape;2414;p68"/>
          <p:cNvSpPr txBox="1"/>
          <p:nvPr>
            <p:ph idx="2" type="title"/>
          </p:nvPr>
        </p:nvSpPr>
        <p:spPr>
          <a:xfrm>
            <a:off x="1449450" y="1754925"/>
            <a:ext cx="2241000" cy="92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Concept</a:t>
            </a:r>
            <a:endParaRPr sz="3300"/>
          </a:p>
        </p:txBody>
      </p:sp>
      <p:sp>
        <p:nvSpPr>
          <p:cNvPr id="2415" name="Google Shape;2415;p68"/>
          <p:cNvSpPr txBox="1"/>
          <p:nvPr>
            <p:ph idx="3" type="subTitle"/>
          </p:nvPr>
        </p:nvSpPr>
        <p:spPr>
          <a:xfrm>
            <a:off x="1449475" y="2869749"/>
            <a:ext cx="2241000" cy="86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Future value of cash flows</a:t>
            </a:r>
            <a:endParaRPr/>
          </a:p>
        </p:txBody>
      </p:sp>
      <p:cxnSp>
        <p:nvCxnSpPr>
          <p:cNvPr id="2416" name="Google Shape;2416;p68"/>
          <p:cNvCxnSpPr/>
          <p:nvPr/>
        </p:nvCxnSpPr>
        <p:spPr>
          <a:xfrm>
            <a:off x="1683175" y="2674550"/>
            <a:ext cx="177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17" name="Google Shape;2417;p68"/>
          <p:cNvSpPr txBox="1"/>
          <p:nvPr>
            <p:ph idx="2" type="title"/>
          </p:nvPr>
        </p:nvSpPr>
        <p:spPr>
          <a:xfrm>
            <a:off x="5499525" y="1754925"/>
            <a:ext cx="2241000" cy="92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Formulas</a:t>
            </a:r>
            <a:endParaRPr sz="3300"/>
          </a:p>
        </p:txBody>
      </p:sp>
      <p:sp>
        <p:nvSpPr>
          <p:cNvPr id="2418" name="Google Shape;2418;p68"/>
          <p:cNvSpPr txBox="1"/>
          <p:nvPr>
            <p:ph idx="3" type="subTitle"/>
          </p:nvPr>
        </p:nvSpPr>
        <p:spPr>
          <a:xfrm>
            <a:off x="4703459" y="2869750"/>
            <a:ext cx="30138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F= P(1+i)</a:t>
            </a:r>
            <a:r>
              <a:rPr baseline="30000" lang="en"/>
              <a:t>n</a:t>
            </a:r>
            <a:endParaRPr baseline="30000"/>
          </a:p>
        </p:txBody>
      </p:sp>
      <p:cxnSp>
        <p:nvCxnSpPr>
          <p:cNvPr id="2419" name="Google Shape;2419;p68"/>
          <p:cNvCxnSpPr/>
          <p:nvPr/>
        </p:nvCxnSpPr>
        <p:spPr>
          <a:xfrm>
            <a:off x="5733250" y="2674550"/>
            <a:ext cx="177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20" name="Google Shape;2420;p68"/>
          <p:cNvSpPr txBox="1"/>
          <p:nvPr>
            <p:ph idx="3" type="subTitle"/>
          </p:nvPr>
        </p:nvSpPr>
        <p:spPr>
          <a:xfrm>
            <a:off x="4708681" y="3467492"/>
            <a:ext cx="43884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F= A [(1+i)</a:t>
            </a:r>
            <a:r>
              <a:rPr baseline="30000" lang="en"/>
              <a:t>n</a:t>
            </a:r>
            <a:r>
              <a:rPr lang="en"/>
              <a:t>-1 / i]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4" name="Shape 2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25" name="Google Shape;2425;p69"/>
          <p:cNvGraphicFramePr/>
          <p:nvPr/>
        </p:nvGraphicFramePr>
        <p:xfrm>
          <a:off x="6687600" y="9004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{37FBCB3F-9DCB-4E94-A9EF-FC1B87420307}</a:tableStyleId>
              </a:tblPr>
              <a:tblGrid>
                <a:gridCol w="1170850"/>
              </a:tblGrid>
              <a:tr h="317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 Result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</a:t>
                      </a: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5,66,306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5,73,570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2426" name="Google Shape;2426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2725" y="312200"/>
            <a:ext cx="5373223" cy="2186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7" name="Google Shape;2427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0500" y="2620650"/>
            <a:ext cx="5373226" cy="2079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1" name="Shape 2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2" name="Google Shape;2432;p70"/>
          <p:cNvSpPr txBox="1"/>
          <p:nvPr>
            <p:ph type="title"/>
          </p:nvPr>
        </p:nvSpPr>
        <p:spPr>
          <a:xfrm>
            <a:off x="713225" y="520925"/>
            <a:ext cx="7717500" cy="7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2433" name="Google Shape;2433;p70"/>
          <p:cNvSpPr txBox="1"/>
          <p:nvPr>
            <p:ph idx="2" type="subTitle"/>
          </p:nvPr>
        </p:nvSpPr>
        <p:spPr>
          <a:xfrm>
            <a:off x="2955791" y="1593575"/>
            <a:ext cx="4614300" cy="441900"/>
          </a:xfrm>
          <a:prstGeom prst="rect">
            <a:avLst/>
          </a:prstGeom>
        </p:spPr>
        <p:txBody>
          <a:bodyPr anchorCtr="0" anchor="b" bIns="72925" lIns="72925" spcFirstLastPara="1" rIns="72925" wrap="square" tIns="72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54"/>
              <a:t>Money's value changes with time</a:t>
            </a:r>
            <a:endParaRPr sz="1754"/>
          </a:p>
        </p:txBody>
      </p:sp>
      <p:sp>
        <p:nvSpPr>
          <p:cNvPr id="2434" name="Google Shape;2434;p70"/>
          <p:cNvSpPr txBox="1"/>
          <p:nvPr>
            <p:ph idx="4" type="subTitle"/>
          </p:nvPr>
        </p:nvSpPr>
        <p:spPr>
          <a:xfrm>
            <a:off x="2955807" y="2458686"/>
            <a:ext cx="6831600" cy="441900"/>
          </a:xfrm>
          <a:prstGeom prst="rect">
            <a:avLst/>
          </a:prstGeom>
        </p:spPr>
        <p:txBody>
          <a:bodyPr anchorCtr="0" anchor="b" bIns="72925" lIns="72925" spcFirstLastPara="1" rIns="72925" wrap="square" tIns="72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54"/>
              <a:t>Enables systematic project evaluation</a:t>
            </a:r>
            <a:endParaRPr sz="1754"/>
          </a:p>
        </p:txBody>
      </p:sp>
      <p:grpSp>
        <p:nvGrpSpPr>
          <p:cNvPr id="2435" name="Google Shape;2435;p70"/>
          <p:cNvGrpSpPr/>
          <p:nvPr/>
        </p:nvGrpSpPr>
        <p:grpSpPr>
          <a:xfrm>
            <a:off x="1615500" y="1593572"/>
            <a:ext cx="579084" cy="576035"/>
            <a:chOff x="-4491875" y="1926796"/>
            <a:chExt cx="413425" cy="414205"/>
          </a:xfrm>
        </p:grpSpPr>
        <p:sp>
          <p:nvSpPr>
            <p:cNvPr id="2436" name="Google Shape;2436;p70"/>
            <p:cNvSpPr/>
            <p:nvPr/>
          </p:nvSpPr>
          <p:spPr>
            <a:xfrm>
              <a:off x="-4491875" y="2218445"/>
              <a:ext cx="413425" cy="49816"/>
            </a:xfrm>
            <a:custGeom>
              <a:rect b="b" l="l" r="r" t="t"/>
              <a:pathLst>
                <a:path extrusionOk="0" h="1595" w="13237">
                  <a:moveTo>
                    <a:pt x="1" y="1"/>
                  </a:moveTo>
                  <a:lnTo>
                    <a:pt x="1" y="1595"/>
                  </a:lnTo>
                  <a:lnTo>
                    <a:pt x="13237" y="1595"/>
                  </a:lnTo>
                  <a:lnTo>
                    <a:pt x="1323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72925" lIns="72925" spcFirstLastPara="1" rIns="72925" wrap="square" tIns="729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7" name="Google Shape;2437;p70"/>
            <p:cNvSpPr/>
            <p:nvPr/>
          </p:nvSpPr>
          <p:spPr>
            <a:xfrm>
              <a:off x="-4491875" y="1976580"/>
              <a:ext cx="97258" cy="218190"/>
            </a:xfrm>
            <a:custGeom>
              <a:rect b="b" l="l" r="r" t="t"/>
              <a:pathLst>
                <a:path extrusionOk="0" h="6986" w="3114">
                  <a:moveTo>
                    <a:pt x="1" y="0"/>
                  </a:moveTo>
                  <a:lnTo>
                    <a:pt x="1" y="6985"/>
                  </a:lnTo>
                  <a:lnTo>
                    <a:pt x="3114" y="6985"/>
                  </a:lnTo>
                  <a:lnTo>
                    <a:pt x="311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72925" lIns="72925" spcFirstLastPara="1" rIns="72925" wrap="square" tIns="729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8" name="Google Shape;2438;p70"/>
            <p:cNvSpPr/>
            <p:nvPr/>
          </p:nvSpPr>
          <p:spPr>
            <a:xfrm>
              <a:off x="-4175709" y="1976580"/>
              <a:ext cx="97258" cy="218190"/>
            </a:xfrm>
            <a:custGeom>
              <a:rect b="b" l="l" r="r" t="t"/>
              <a:pathLst>
                <a:path extrusionOk="0" h="6986" w="3114">
                  <a:moveTo>
                    <a:pt x="1" y="0"/>
                  </a:moveTo>
                  <a:lnTo>
                    <a:pt x="1" y="6985"/>
                  </a:lnTo>
                  <a:lnTo>
                    <a:pt x="3114" y="6985"/>
                  </a:lnTo>
                  <a:lnTo>
                    <a:pt x="311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72925" lIns="72925" spcFirstLastPara="1" rIns="72925" wrap="square" tIns="729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9" name="Google Shape;2439;p70"/>
            <p:cNvSpPr/>
            <p:nvPr/>
          </p:nvSpPr>
          <p:spPr>
            <a:xfrm>
              <a:off x="-4394648" y="2291966"/>
              <a:ext cx="218971" cy="49035"/>
            </a:xfrm>
            <a:custGeom>
              <a:rect b="b" l="l" r="r" t="t"/>
              <a:pathLst>
                <a:path extrusionOk="0" h="1570" w="7011">
                  <a:moveTo>
                    <a:pt x="1570" y="0"/>
                  </a:moveTo>
                  <a:lnTo>
                    <a:pt x="1570" y="785"/>
                  </a:lnTo>
                  <a:lnTo>
                    <a:pt x="1" y="785"/>
                  </a:lnTo>
                  <a:lnTo>
                    <a:pt x="1" y="1569"/>
                  </a:lnTo>
                  <a:lnTo>
                    <a:pt x="7011" y="1569"/>
                  </a:lnTo>
                  <a:lnTo>
                    <a:pt x="7011" y="785"/>
                  </a:lnTo>
                  <a:lnTo>
                    <a:pt x="5442" y="785"/>
                  </a:lnTo>
                  <a:lnTo>
                    <a:pt x="54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72925" lIns="72925" spcFirstLastPara="1" rIns="72925" wrap="square" tIns="729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0" name="Google Shape;2440;p70"/>
            <p:cNvSpPr/>
            <p:nvPr/>
          </p:nvSpPr>
          <p:spPr>
            <a:xfrm>
              <a:off x="-4248418" y="1928358"/>
              <a:ext cx="46661" cy="48254"/>
            </a:xfrm>
            <a:custGeom>
              <a:rect b="b" l="l" r="r" t="t"/>
              <a:pathLst>
                <a:path extrusionOk="0" h="1545" w="1494">
                  <a:moveTo>
                    <a:pt x="0" y="1"/>
                  </a:moveTo>
                  <a:lnTo>
                    <a:pt x="0" y="1544"/>
                  </a:lnTo>
                  <a:lnTo>
                    <a:pt x="1494" y="1544"/>
                  </a:lnTo>
                  <a:cubicBezTo>
                    <a:pt x="1342" y="785"/>
                    <a:pt x="760" y="152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72925" lIns="72925" spcFirstLastPara="1" rIns="72925" wrap="square" tIns="729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1" name="Google Shape;2441;p70"/>
            <p:cNvSpPr/>
            <p:nvPr/>
          </p:nvSpPr>
          <p:spPr>
            <a:xfrm>
              <a:off x="-4370131" y="1926796"/>
              <a:ext cx="169967" cy="267975"/>
            </a:xfrm>
            <a:custGeom>
              <a:rect b="b" l="l" r="r" t="t"/>
              <a:pathLst>
                <a:path extrusionOk="0" h="8580" w="5442">
                  <a:moveTo>
                    <a:pt x="3113" y="3138"/>
                  </a:moveTo>
                  <a:lnTo>
                    <a:pt x="3113" y="3897"/>
                  </a:lnTo>
                  <a:lnTo>
                    <a:pt x="785" y="3897"/>
                  </a:lnTo>
                  <a:lnTo>
                    <a:pt x="785" y="3138"/>
                  </a:lnTo>
                  <a:close/>
                  <a:moveTo>
                    <a:pt x="4657" y="3138"/>
                  </a:moveTo>
                  <a:lnTo>
                    <a:pt x="4657" y="3897"/>
                  </a:lnTo>
                  <a:lnTo>
                    <a:pt x="3872" y="3897"/>
                  </a:lnTo>
                  <a:lnTo>
                    <a:pt x="3872" y="3138"/>
                  </a:lnTo>
                  <a:close/>
                  <a:moveTo>
                    <a:pt x="1544" y="4682"/>
                  </a:moveTo>
                  <a:lnTo>
                    <a:pt x="1544" y="5466"/>
                  </a:lnTo>
                  <a:lnTo>
                    <a:pt x="785" y="5466"/>
                  </a:lnTo>
                  <a:lnTo>
                    <a:pt x="785" y="4682"/>
                  </a:lnTo>
                  <a:close/>
                  <a:moveTo>
                    <a:pt x="4657" y="4682"/>
                  </a:moveTo>
                  <a:lnTo>
                    <a:pt x="4657" y="5466"/>
                  </a:lnTo>
                  <a:lnTo>
                    <a:pt x="2328" y="5466"/>
                  </a:lnTo>
                  <a:lnTo>
                    <a:pt x="2328" y="4682"/>
                  </a:lnTo>
                  <a:close/>
                  <a:moveTo>
                    <a:pt x="3113" y="6251"/>
                  </a:moveTo>
                  <a:lnTo>
                    <a:pt x="3113" y="7010"/>
                  </a:lnTo>
                  <a:lnTo>
                    <a:pt x="785" y="7010"/>
                  </a:lnTo>
                  <a:lnTo>
                    <a:pt x="785" y="6251"/>
                  </a:lnTo>
                  <a:close/>
                  <a:moveTo>
                    <a:pt x="4657" y="6251"/>
                  </a:moveTo>
                  <a:lnTo>
                    <a:pt x="4657" y="7010"/>
                  </a:lnTo>
                  <a:lnTo>
                    <a:pt x="3872" y="7010"/>
                  </a:lnTo>
                  <a:lnTo>
                    <a:pt x="3872" y="6251"/>
                  </a:lnTo>
                  <a:close/>
                  <a:moveTo>
                    <a:pt x="0" y="0"/>
                  </a:moveTo>
                  <a:lnTo>
                    <a:pt x="0" y="8579"/>
                  </a:lnTo>
                  <a:lnTo>
                    <a:pt x="5441" y="8579"/>
                  </a:lnTo>
                  <a:lnTo>
                    <a:pt x="5441" y="2354"/>
                  </a:lnTo>
                  <a:lnTo>
                    <a:pt x="3113" y="2354"/>
                  </a:lnTo>
                  <a:lnTo>
                    <a:pt x="311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72925" lIns="72925" spcFirstLastPara="1" rIns="72925" wrap="square" tIns="729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42" name="Google Shape;2442;p70"/>
          <p:cNvGrpSpPr/>
          <p:nvPr/>
        </p:nvGrpSpPr>
        <p:grpSpPr>
          <a:xfrm>
            <a:off x="1617135" y="2499952"/>
            <a:ext cx="576079" cy="493793"/>
            <a:chOff x="-5680678" y="2585989"/>
            <a:chExt cx="414237" cy="358081"/>
          </a:xfrm>
        </p:grpSpPr>
        <p:sp>
          <p:nvSpPr>
            <p:cNvPr id="2443" name="Google Shape;2443;p70"/>
            <p:cNvSpPr/>
            <p:nvPr/>
          </p:nvSpPr>
          <p:spPr>
            <a:xfrm>
              <a:off x="-5552625" y="2585989"/>
              <a:ext cx="64839" cy="67212"/>
            </a:xfrm>
            <a:custGeom>
              <a:rect b="b" l="l" r="r" t="t"/>
              <a:pathLst>
                <a:path extrusionOk="0" h="2152" w="2076">
                  <a:moveTo>
                    <a:pt x="1418" y="1"/>
                  </a:moveTo>
                  <a:lnTo>
                    <a:pt x="1" y="2152"/>
                  </a:lnTo>
                  <a:lnTo>
                    <a:pt x="937" y="2152"/>
                  </a:lnTo>
                  <a:lnTo>
                    <a:pt x="2076" y="456"/>
                  </a:lnTo>
                  <a:lnTo>
                    <a:pt x="14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72925" lIns="72925" spcFirstLastPara="1" rIns="72925" wrap="square" tIns="729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4" name="Google Shape;2444;p70"/>
            <p:cNvSpPr/>
            <p:nvPr/>
          </p:nvSpPr>
          <p:spPr>
            <a:xfrm>
              <a:off x="-5459364" y="2585989"/>
              <a:ext cx="64870" cy="67212"/>
            </a:xfrm>
            <a:custGeom>
              <a:rect b="b" l="l" r="r" t="t"/>
              <a:pathLst>
                <a:path extrusionOk="0" h="2152" w="2077">
                  <a:moveTo>
                    <a:pt x="659" y="1"/>
                  </a:moveTo>
                  <a:lnTo>
                    <a:pt x="1" y="456"/>
                  </a:lnTo>
                  <a:lnTo>
                    <a:pt x="1140" y="2152"/>
                  </a:lnTo>
                  <a:lnTo>
                    <a:pt x="2076" y="2152"/>
                  </a:lnTo>
                  <a:lnTo>
                    <a:pt x="65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72925" lIns="72925" spcFirstLastPara="1" rIns="72925" wrap="square" tIns="729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5" name="Google Shape;2445;p70"/>
            <p:cNvSpPr/>
            <p:nvPr/>
          </p:nvSpPr>
          <p:spPr>
            <a:xfrm>
              <a:off x="-5680678" y="2653170"/>
              <a:ext cx="414237" cy="72772"/>
            </a:xfrm>
            <a:custGeom>
              <a:rect b="b" l="l" r="r" t="t"/>
              <a:pathLst>
                <a:path extrusionOk="0" h="2330" w="13263">
                  <a:moveTo>
                    <a:pt x="1" y="1"/>
                  </a:moveTo>
                  <a:lnTo>
                    <a:pt x="1" y="2329"/>
                  </a:lnTo>
                  <a:lnTo>
                    <a:pt x="13262" y="2329"/>
                  </a:lnTo>
                  <a:lnTo>
                    <a:pt x="13262" y="1"/>
                  </a:lnTo>
                  <a:lnTo>
                    <a:pt x="9162" y="1"/>
                  </a:lnTo>
                  <a:lnTo>
                    <a:pt x="10073" y="1317"/>
                  </a:lnTo>
                  <a:lnTo>
                    <a:pt x="9415" y="1772"/>
                  </a:lnTo>
                  <a:lnTo>
                    <a:pt x="8226" y="1"/>
                  </a:lnTo>
                  <a:lnTo>
                    <a:pt x="5037" y="1"/>
                  </a:lnTo>
                  <a:lnTo>
                    <a:pt x="3848" y="1772"/>
                  </a:lnTo>
                  <a:lnTo>
                    <a:pt x="3190" y="1317"/>
                  </a:lnTo>
                  <a:lnTo>
                    <a:pt x="410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72925" lIns="72925" spcFirstLastPara="1" rIns="72925" wrap="square" tIns="729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6" name="Google Shape;2446;p70"/>
            <p:cNvSpPr/>
            <p:nvPr/>
          </p:nvSpPr>
          <p:spPr>
            <a:xfrm>
              <a:off x="-5654599" y="2749616"/>
              <a:ext cx="362047" cy="194454"/>
            </a:xfrm>
            <a:custGeom>
              <a:rect b="b" l="l" r="r" t="t"/>
              <a:pathLst>
                <a:path extrusionOk="0" h="6226" w="11592">
                  <a:moveTo>
                    <a:pt x="5417" y="1164"/>
                  </a:moveTo>
                  <a:lnTo>
                    <a:pt x="5417" y="1949"/>
                  </a:lnTo>
                  <a:lnTo>
                    <a:pt x="2304" y="1949"/>
                  </a:lnTo>
                  <a:lnTo>
                    <a:pt x="2304" y="1164"/>
                  </a:lnTo>
                  <a:close/>
                  <a:moveTo>
                    <a:pt x="9289" y="1164"/>
                  </a:moveTo>
                  <a:lnTo>
                    <a:pt x="9289" y="1949"/>
                  </a:lnTo>
                  <a:lnTo>
                    <a:pt x="6176" y="1949"/>
                  </a:lnTo>
                  <a:lnTo>
                    <a:pt x="6176" y="1164"/>
                  </a:lnTo>
                  <a:close/>
                  <a:moveTo>
                    <a:pt x="5417" y="2734"/>
                  </a:moveTo>
                  <a:lnTo>
                    <a:pt x="5417" y="3493"/>
                  </a:lnTo>
                  <a:lnTo>
                    <a:pt x="2304" y="3493"/>
                  </a:lnTo>
                  <a:lnTo>
                    <a:pt x="2304" y="2734"/>
                  </a:lnTo>
                  <a:close/>
                  <a:moveTo>
                    <a:pt x="9289" y="2734"/>
                  </a:moveTo>
                  <a:lnTo>
                    <a:pt x="9289" y="3493"/>
                  </a:lnTo>
                  <a:lnTo>
                    <a:pt x="6176" y="3493"/>
                  </a:lnTo>
                  <a:lnTo>
                    <a:pt x="6176" y="2734"/>
                  </a:lnTo>
                  <a:close/>
                  <a:moveTo>
                    <a:pt x="5417" y="4277"/>
                  </a:moveTo>
                  <a:lnTo>
                    <a:pt x="5417" y="5062"/>
                  </a:lnTo>
                  <a:lnTo>
                    <a:pt x="2304" y="5062"/>
                  </a:lnTo>
                  <a:lnTo>
                    <a:pt x="2304" y="4277"/>
                  </a:lnTo>
                  <a:close/>
                  <a:moveTo>
                    <a:pt x="9289" y="4277"/>
                  </a:moveTo>
                  <a:lnTo>
                    <a:pt x="9289" y="5062"/>
                  </a:lnTo>
                  <a:lnTo>
                    <a:pt x="6176" y="5062"/>
                  </a:lnTo>
                  <a:lnTo>
                    <a:pt x="6176" y="4277"/>
                  </a:lnTo>
                  <a:close/>
                  <a:moveTo>
                    <a:pt x="1" y="0"/>
                  </a:moveTo>
                  <a:lnTo>
                    <a:pt x="760" y="6226"/>
                  </a:lnTo>
                  <a:lnTo>
                    <a:pt x="10833" y="6226"/>
                  </a:lnTo>
                  <a:lnTo>
                    <a:pt x="1159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72925" lIns="72925" spcFirstLastPara="1" rIns="72925" wrap="square" tIns="729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47" name="Google Shape;2447;p70"/>
          <p:cNvGrpSpPr/>
          <p:nvPr/>
        </p:nvGrpSpPr>
        <p:grpSpPr>
          <a:xfrm>
            <a:off x="1615235" y="4342615"/>
            <a:ext cx="576118" cy="403245"/>
            <a:chOff x="-2378278" y="2585989"/>
            <a:chExt cx="414205" cy="290900"/>
          </a:xfrm>
        </p:grpSpPr>
        <p:sp>
          <p:nvSpPr>
            <p:cNvPr id="2448" name="Google Shape;2448;p70"/>
            <p:cNvSpPr/>
            <p:nvPr/>
          </p:nvSpPr>
          <p:spPr>
            <a:xfrm>
              <a:off x="-2134821" y="2658698"/>
              <a:ext cx="24518" cy="24549"/>
            </a:xfrm>
            <a:custGeom>
              <a:rect b="b" l="l" r="r" t="t"/>
              <a:pathLst>
                <a:path extrusionOk="0" h="786" w="785">
                  <a:moveTo>
                    <a:pt x="405" y="1"/>
                  </a:moveTo>
                  <a:cubicBezTo>
                    <a:pt x="178" y="1"/>
                    <a:pt x="0" y="178"/>
                    <a:pt x="0" y="406"/>
                  </a:cubicBezTo>
                  <a:cubicBezTo>
                    <a:pt x="0" y="608"/>
                    <a:pt x="178" y="785"/>
                    <a:pt x="405" y="785"/>
                  </a:cubicBezTo>
                  <a:lnTo>
                    <a:pt x="785" y="785"/>
                  </a:lnTo>
                  <a:lnTo>
                    <a:pt x="785" y="406"/>
                  </a:lnTo>
                  <a:cubicBezTo>
                    <a:pt x="785" y="178"/>
                    <a:pt x="608" y="1"/>
                    <a:pt x="4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72925" lIns="72925" spcFirstLastPara="1" rIns="72925" wrap="square" tIns="729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9" name="Google Shape;2449;p70"/>
            <p:cNvSpPr/>
            <p:nvPr/>
          </p:nvSpPr>
          <p:spPr>
            <a:xfrm>
              <a:off x="-2086598" y="2658698"/>
              <a:ext cx="24518" cy="24549"/>
            </a:xfrm>
            <a:custGeom>
              <a:rect b="b" l="l" r="r" t="t"/>
              <a:pathLst>
                <a:path extrusionOk="0" h="786" w="785">
                  <a:moveTo>
                    <a:pt x="405" y="1"/>
                  </a:moveTo>
                  <a:cubicBezTo>
                    <a:pt x="177" y="1"/>
                    <a:pt x="0" y="178"/>
                    <a:pt x="0" y="406"/>
                  </a:cubicBezTo>
                  <a:lnTo>
                    <a:pt x="0" y="785"/>
                  </a:lnTo>
                  <a:lnTo>
                    <a:pt x="405" y="785"/>
                  </a:lnTo>
                  <a:cubicBezTo>
                    <a:pt x="608" y="785"/>
                    <a:pt x="785" y="608"/>
                    <a:pt x="785" y="406"/>
                  </a:cubicBezTo>
                  <a:cubicBezTo>
                    <a:pt x="785" y="178"/>
                    <a:pt x="608" y="1"/>
                    <a:pt x="4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72925" lIns="72925" spcFirstLastPara="1" rIns="72925" wrap="square" tIns="729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0" name="Google Shape;2450;p70"/>
            <p:cNvSpPr/>
            <p:nvPr/>
          </p:nvSpPr>
          <p:spPr>
            <a:xfrm>
              <a:off x="-2378278" y="2585989"/>
              <a:ext cx="153383" cy="152571"/>
            </a:xfrm>
            <a:custGeom>
              <a:rect b="b" l="l" r="r" t="t"/>
              <a:pathLst>
                <a:path extrusionOk="0" h="4885" w="4911">
                  <a:moveTo>
                    <a:pt x="1" y="1"/>
                  </a:moveTo>
                  <a:lnTo>
                    <a:pt x="1" y="4885"/>
                  </a:lnTo>
                  <a:lnTo>
                    <a:pt x="491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72925" lIns="72925" spcFirstLastPara="1" rIns="72925" wrap="square" tIns="729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1" name="Google Shape;2451;p70"/>
            <p:cNvSpPr/>
            <p:nvPr/>
          </p:nvSpPr>
          <p:spPr>
            <a:xfrm>
              <a:off x="-2134821" y="2755925"/>
              <a:ext cx="72740" cy="48254"/>
            </a:xfrm>
            <a:custGeom>
              <a:rect b="b" l="l" r="r" t="t"/>
              <a:pathLst>
                <a:path extrusionOk="0" h="1545" w="2329">
                  <a:moveTo>
                    <a:pt x="0" y="1"/>
                  </a:moveTo>
                  <a:lnTo>
                    <a:pt x="0" y="1545"/>
                  </a:lnTo>
                  <a:lnTo>
                    <a:pt x="2329" y="1545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72925" lIns="72925" spcFirstLastPara="1" rIns="72925" wrap="square" tIns="729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2" name="Google Shape;2452;p70"/>
            <p:cNvSpPr/>
            <p:nvPr/>
          </p:nvSpPr>
          <p:spPr>
            <a:xfrm>
              <a:off x="-2378278" y="2585989"/>
              <a:ext cx="414205" cy="290900"/>
            </a:xfrm>
            <a:custGeom>
              <a:rect b="b" l="l" r="r" t="t"/>
              <a:pathLst>
                <a:path extrusionOk="0" h="9314" w="13262">
                  <a:moveTo>
                    <a:pt x="4683" y="5442"/>
                  </a:moveTo>
                  <a:lnTo>
                    <a:pt x="4683" y="6226"/>
                  </a:lnTo>
                  <a:lnTo>
                    <a:pt x="1570" y="6226"/>
                  </a:lnTo>
                  <a:lnTo>
                    <a:pt x="1570" y="5442"/>
                  </a:lnTo>
                  <a:close/>
                  <a:moveTo>
                    <a:pt x="4683" y="6986"/>
                  </a:moveTo>
                  <a:lnTo>
                    <a:pt x="4683" y="7770"/>
                  </a:lnTo>
                  <a:lnTo>
                    <a:pt x="1570" y="7770"/>
                  </a:lnTo>
                  <a:lnTo>
                    <a:pt x="1570" y="6986"/>
                  </a:lnTo>
                  <a:close/>
                  <a:moveTo>
                    <a:pt x="9744" y="1570"/>
                  </a:moveTo>
                  <a:cubicBezTo>
                    <a:pt x="10377" y="1570"/>
                    <a:pt x="10908" y="2076"/>
                    <a:pt x="10908" y="2734"/>
                  </a:cubicBezTo>
                  <a:cubicBezTo>
                    <a:pt x="10908" y="2860"/>
                    <a:pt x="10883" y="2987"/>
                    <a:pt x="10832" y="3113"/>
                  </a:cubicBezTo>
                  <a:lnTo>
                    <a:pt x="11668" y="3113"/>
                  </a:lnTo>
                  <a:lnTo>
                    <a:pt x="11668" y="5442"/>
                  </a:lnTo>
                  <a:lnTo>
                    <a:pt x="10908" y="5442"/>
                  </a:lnTo>
                  <a:lnTo>
                    <a:pt x="10908" y="7770"/>
                  </a:lnTo>
                  <a:lnTo>
                    <a:pt x="7011" y="7770"/>
                  </a:lnTo>
                  <a:lnTo>
                    <a:pt x="7011" y="5442"/>
                  </a:lnTo>
                  <a:lnTo>
                    <a:pt x="6252" y="5442"/>
                  </a:lnTo>
                  <a:lnTo>
                    <a:pt x="6252" y="3113"/>
                  </a:lnTo>
                  <a:lnTo>
                    <a:pt x="7087" y="3113"/>
                  </a:lnTo>
                  <a:cubicBezTo>
                    <a:pt x="7062" y="2987"/>
                    <a:pt x="7036" y="2860"/>
                    <a:pt x="7036" y="2734"/>
                  </a:cubicBezTo>
                  <a:cubicBezTo>
                    <a:pt x="7036" y="2076"/>
                    <a:pt x="7542" y="1570"/>
                    <a:pt x="8200" y="1570"/>
                  </a:cubicBezTo>
                  <a:cubicBezTo>
                    <a:pt x="8479" y="1570"/>
                    <a:pt x="8757" y="1671"/>
                    <a:pt x="8960" y="1873"/>
                  </a:cubicBezTo>
                  <a:cubicBezTo>
                    <a:pt x="9162" y="1671"/>
                    <a:pt x="9440" y="1570"/>
                    <a:pt x="9744" y="1570"/>
                  </a:cubicBezTo>
                  <a:close/>
                  <a:moveTo>
                    <a:pt x="5999" y="1"/>
                  </a:moveTo>
                  <a:lnTo>
                    <a:pt x="1" y="5999"/>
                  </a:lnTo>
                  <a:lnTo>
                    <a:pt x="1" y="9314"/>
                  </a:lnTo>
                  <a:lnTo>
                    <a:pt x="13262" y="9314"/>
                  </a:lnTo>
                  <a:lnTo>
                    <a:pt x="1326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72925" lIns="72925" spcFirstLastPara="1" rIns="72925" wrap="square" tIns="729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44"/>
            </a:p>
          </p:txBody>
        </p:sp>
        <p:sp>
          <p:nvSpPr>
            <p:cNvPr id="2453" name="Google Shape;2453;p70"/>
            <p:cNvSpPr/>
            <p:nvPr/>
          </p:nvSpPr>
          <p:spPr>
            <a:xfrm>
              <a:off x="-2158526" y="2707733"/>
              <a:ext cx="120963" cy="23737"/>
            </a:xfrm>
            <a:custGeom>
              <a:rect b="b" l="l" r="r" t="t"/>
              <a:pathLst>
                <a:path extrusionOk="0" h="760" w="3873">
                  <a:moveTo>
                    <a:pt x="0" y="0"/>
                  </a:moveTo>
                  <a:lnTo>
                    <a:pt x="0" y="759"/>
                  </a:lnTo>
                  <a:lnTo>
                    <a:pt x="3872" y="759"/>
                  </a:lnTo>
                  <a:lnTo>
                    <a:pt x="387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72925" lIns="72925" spcFirstLastPara="1" rIns="72925" wrap="square" tIns="729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54" name="Google Shape;2454;p70"/>
          <p:cNvSpPr txBox="1"/>
          <p:nvPr>
            <p:ph idx="2" type="subTitle"/>
          </p:nvPr>
        </p:nvSpPr>
        <p:spPr>
          <a:xfrm>
            <a:off x="2957394" y="3390904"/>
            <a:ext cx="6759300" cy="441900"/>
          </a:xfrm>
          <a:prstGeom prst="rect">
            <a:avLst/>
          </a:prstGeom>
        </p:spPr>
        <p:txBody>
          <a:bodyPr anchorCtr="0" anchor="b" bIns="72925" lIns="72925" spcFirstLastPara="1" rIns="72925" wrap="square" tIns="72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54"/>
              <a:t>Guides engineering &amp; personal finance</a:t>
            </a:r>
            <a:endParaRPr sz="1754"/>
          </a:p>
        </p:txBody>
      </p:sp>
      <p:sp>
        <p:nvSpPr>
          <p:cNvPr id="2455" name="Google Shape;2455;p70"/>
          <p:cNvSpPr txBox="1"/>
          <p:nvPr>
            <p:ph idx="4" type="subTitle"/>
          </p:nvPr>
        </p:nvSpPr>
        <p:spPr>
          <a:xfrm>
            <a:off x="2957396" y="4256015"/>
            <a:ext cx="6959700" cy="441900"/>
          </a:xfrm>
          <a:prstGeom prst="rect">
            <a:avLst/>
          </a:prstGeom>
        </p:spPr>
        <p:txBody>
          <a:bodyPr anchorCtr="0" anchor="b" bIns="72925" lIns="72925" spcFirstLastPara="1" rIns="72925" wrap="square" tIns="72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54"/>
              <a:t>Ensures optimal resource use</a:t>
            </a:r>
            <a:endParaRPr sz="1754"/>
          </a:p>
        </p:txBody>
      </p:sp>
      <p:grpSp>
        <p:nvGrpSpPr>
          <p:cNvPr id="2456" name="Google Shape;2456;p70"/>
          <p:cNvGrpSpPr/>
          <p:nvPr/>
        </p:nvGrpSpPr>
        <p:grpSpPr>
          <a:xfrm>
            <a:off x="1615445" y="3462518"/>
            <a:ext cx="579084" cy="539845"/>
            <a:chOff x="-3080947" y="1249394"/>
            <a:chExt cx="413425" cy="388126"/>
          </a:xfrm>
        </p:grpSpPr>
        <p:sp>
          <p:nvSpPr>
            <p:cNvPr id="2457" name="Google Shape;2457;p70"/>
            <p:cNvSpPr/>
            <p:nvPr/>
          </p:nvSpPr>
          <p:spPr>
            <a:xfrm>
              <a:off x="-2935528" y="1515776"/>
              <a:ext cx="122556" cy="121744"/>
            </a:xfrm>
            <a:custGeom>
              <a:rect b="b" l="l" r="r" t="t"/>
              <a:pathLst>
                <a:path extrusionOk="0" h="3898" w="3924">
                  <a:moveTo>
                    <a:pt x="1975" y="0"/>
                  </a:moveTo>
                  <a:cubicBezTo>
                    <a:pt x="886" y="0"/>
                    <a:pt x="1" y="861"/>
                    <a:pt x="1" y="1949"/>
                  </a:cubicBezTo>
                  <a:cubicBezTo>
                    <a:pt x="1" y="3012"/>
                    <a:pt x="886" y="3897"/>
                    <a:pt x="1975" y="3897"/>
                  </a:cubicBezTo>
                  <a:cubicBezTo>
                    <a:pt x="3063" y="3897"/>
                    <a:pt x="3923" y="3012"/>
                    <a:pt x="3923" y="1949"/>
                  </a:cubicBezTo>
                  <a:cubicBezTo>
                    <a:pt x="3923" y="861"/>
                    <a:pt x="3063" y="0"/>
                    <a:pt x="197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72900" lIns="72900" spcFirstLastPara="1" rIns="72900" wrap="square" tIns="72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8" name="Google Shape;2458;p70"/>
            <p:cNvSpPr/>
            <p:nvPr/>
          </p:nvSpPr>
          <p:spPr>
            <a:xfrm>
              <a:off x="-2797200" y="1322103"/>
              <a:ext cx="117809" cy="174715"/>
            </a:xfrm>
            <a:custGeom>
              <a:rect b="b" l="l" r="r" t="t"/>
              <a:pathLst>
                <a:path extrusionOk="0" h="5594" w="3772">
                  <a:moveTo>
                    <a:pt x="3771" y="1"/>
                  </a:moveTo>
                  <a:cubicBezTo>
                    <a:pt x="2278" y="1"/>
                    <a:pt x="1063" y="1215"/>
                    <a:pt x="1063" y="2709"/>
                  </a:cubicBezTo>
                  <a:lnTo>
                    <a:pt x="1063" y="4101"/>
                  </a:lnTo>
                  <a:lnTo>
                    <a:pt x="557" y="3594"/>
                  </a:lnTo>
                  <a:lnTo>
                    <a:pt x="1" y="4151"/>
                  </a:lnTo>
                  <a:lnTo>
                    <a:pt x="1443" y="5594"/>
                  </a:lnTo>
                  <a:lnTo>
                    <a:pt x="2886" y="4151"/>
                  </a:lnTo>
                  <a:lnTo>
                    <a:pt x="2329" y="3594"/>
                  </a:lnTo>
                  <a:lnTo>
                    <a:pt x="1823" y="4101"/>
                  </a:lnTo>
                  <a:lnTo>
                    <a:pt x="1823" y="2709"/>
                  </a:lnTo>
                  <a:cubicBezTo>
                    <a:pt x="1823" y="1646"/>
                    <a:pt x="2708" y="760"/>
                    <a:pt x="3771" y="760"/>
                  </a:cubicBezTo>
                  <a:lnTo>
                    <a:pt x="377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72900" lIns="72900" spcFirstLastPara="1" rIns="72900" wrap="square" tIns="72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9" name="Google Shape;2459;p70"/>
            <p:cNvSpPr/>
            <p:nvPr/>
          </p:nvSpPr>
          <p:spPr>
            <a:xfrm>
              <a:off x="-3069110" y="1322103"/>
              <a:ext cx="117809" cy="174715"/>
            </a:xfrm>
            <a:custGeom>
              <a:rect b="b" l="l" r="r" t="t"/>
              <a:pathLst>
                <a:path extrusionOk="0" h="5594" w="3772">
                  <a:moveTo>
                    <a:pt x="1" y="1"/>
                  </a:moveTo>
                  <a:lnTo>
                    <a:pt x="1" y="760"/>
                  </a:lnTo>
                  <a:cubicBezTo>
                    <a:pt x="1064" y="760"/>
                    <a:pt x="1949" y="1646"/>
                    <a:pt x="1949" y="2709"/>
                  </a:cubicBezTo>
                  <a:lnTo>
                    <a:pt x="1949" y="4101"/>
                  </a:lnTo>
                  <a:lnTo>
                    <a:pt x="1443" y="3594"/>
                  </a:lnTo>
                  <a:lnTo>
                    <a:pt x="886" y="4151"/>
                  </a:lnTo>
                  <a:lnTo>
                    <a:pt x="2329" y="5594"/>
                  </a:lnTo>
                  <a:lnTo>
                    <a:pt x="3772" y="4151"/>
                  </a:lnTo>
                  <a:lnTo>
                    <a:pt x="3215" y="3594"/>
                  </a:lnTo>
                  <a:lnTo>
                    <a:pt x="2709" y="4101"/>
                  </a:lnTo>
                  <a:lnTo>
                    <a:pt x="2709" y="2709"/>
                  </a:lnTo>
                  <a:cubicBezTo>
                    <a:pt x="2709" y="1215"/>
                    <a:pt x="1494" y="1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72900" lIns="72900" spcFirstLastPara="1" rIns="72900" wrap="square" tIns="72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0" name="Google Shape;2460;p70"/>
            <p:cNvSpPr/>
            <p:nvPr/>
          </p:nvSpPr>
          <p:spPr>
            <a:xfrm>
              <a:off x="-3080947" y="1249394"/>
              <a:ext cx="413425" cy="64058"/>
            </a:xfrm>
            <a:custGeom>
              <a:rect b="b" l="l" r="r" t="t"/>
              <a:pathLst>
                <a:path extrusionOk="0" h="2051" w="13237">
                  <a:moveTo>
                    <a:pt x="0" y="0"/>
                  </a:moveTo>
                  <a:lnTo>
                    <a:pt x="0" y="760"/>
                  </a:lnTo>
                  <a:lnTo>
                    <a:pt x="380" y="760"/>
                  </a:lnTo>
                  <a:cubicBezTo>
                    <a:pt x="1594" y="760"/>
                    <a:pt x="2657" y="1266"/>
                    <a:pt x="3442" y="2050"/>
                  </a:cubicBezTo>
                  <a:lnTo>
                    <a:pt x="9794" y="2050"/>
                  </a:lnTo>
                  <a:cubicBezTo>
                    <a:pt x="10579" y="1266"/>
                    <a:pt x="11667" y="760"/>
                    <a:pt x="12856" y="760"/>
                  </a:cubicBezTo>
                  <a:lnTo>
                    <a:pt x="13236" y="760"/>
                  </a:lnTo>
                  <a:lnTo>
                    <a:pt x="1323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72900" lIns="72900" spcFirstLastPara="1" rIns="72900" wrap="square" tIns="72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1" name="Google Shape;2461;p70"/>
            <p:cNvSpPr/>
            <p:nvPr/>
          </p:nvSpPr>
          <p:spPr>
            <a:xfrm>
              <a:off x="-2954487" y="1337907"/>
              <a:ext cx="161285" cy="64870"/>
            </a:xfrm>
            <a:custGeom>
              <a:rect b="b" l="l" r="r" t="t"/>
              <a:pathLst>
                <a:path extrusionOk="0" h="2077" w="5164">
                  <a:moveTo>
                    <a:pt x="0" y="1"/>
                  </a:moveTo>
                  <a:cubicBezTo>
                    <a:pt x="355" y="608"/>
                    <a:pt x="582" y="1317"/>
                    <a:pt x="608" y="2076"/>
                  </a:cubicBezTo>
                  <a:lnTo>
                    <a:pt x="4556" y="2076"/>
                  </a:lnTo>
                  <a:cubicBezTo>
                    <a:pt x="4581" y="1317"/>
                    <a:pt x="4783" y="608"/>
                    <a:pt x="51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72900" lIns="72900" spcFirstLastPara="1" rIns="72900" wrap="square" tIns="72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2" name="Google Shape;2462;p70"/>
            <p:cNvSpPr/>
            <p:nvPr/>
          </p:nvSpPr>
          <p:spPr>
            <a:xfrm>
              <a:off x="-2935528" y="1427232"/>
              <a:ext cx="122556" cy="64058"/>
            </a:xfrm>
            <a:custGeom>
              <a:rect b="b" l="l" r="r" t="t"/>
              <a:pathLst>
                <a:path extrusionOk="0" h="2051" w="3924">
                  <a:moveTo>
                    <a:pt x="1" y="1"/>
                  </a:moveTo>
                  <a:lnTo>
                    <a:pt x="1" y="2051"/>
                  </a:lnTo>
                  <a:lnTo>
                    <a:pt x="3923" y="2051"/>
                  </a:lnTo>
                  <a:lnTo>
                    <a:pt x="392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72900" lIns="72900" spcFirstLastPara="1" rIns="72900" wrap="square" tIns="72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6" name="Shape 2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" name="Google Shape;2467;p71"/>
          <p:cNvSpPr/>
          <p:nvPr/>
        </p:nvSpPr>
        <p:spPr>
          <a:xfrm flipH="1">
            <a:off x="1921454" y="3420648"/>
            <a:ext cx="392172" cy="467836"/>
          </a:xfrm>
          <a:custGeom>
            <a:rect b="b" l="l" r="r" t="t"/>
            <a:pathLst>
              <a:path extrusionOk="0" h="3428" w="2872">
                <a:moveTo>
                  <a:pt x="478" y="1"/>
                </a:moveTo>
                <a:cubicBezTo>
                  <a:pt x="304" y="1"/>
                  <a:pt x="142" y="44"/>
                  <a:pt x="0" y="144"/>
                </a:cubicBezTo>
                <a:lnTo>
                  <a:pt x="1229" y="3428"/>
                </a:lnTo>
                <a:lnTo>
                  <a:pt x="2172" y="3428"/>
                </a:lnTo>
                <a:lnTo>
                  <a:pt x="2871" y="1415"/>
                </a:lnTo>
                <a:cubicBezTo>
                  <a:pt x="2871" y="1415"/>
                  <a:pt x="1480" y="1"/>
                  <a:pt x="47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8" name="Google Shape;2468;p71"/>
          <p:cNvSpPr/>
          <p:nvPr/>
        </p:nvSpPr>
        <p:spPr>
          <a:xfrm flipH="1">
            <a:off x="2336704" y="3420648"/>
            <a:ext cx="392035" cy="467836"/>
          </a:xfrm>
          <a:custGeom>
            <a:rect b="b" l="l" r="r" t="t"/>
            <a:pathLst>
              <a:path extrusionOk="0" h="3428" w="2871">
                <a:moveTo>
                  <a:pt x="2387" y="1"/>
                </a:moveTo>
                <a:cubicBezTo>
                  <a:pt x="1392" y="1"/>
                  <a:pt x="0" y="1415"/>
                  <a:pt x="0" y="1415"/>
                </a:cubicBezTo>
                <a:lnTo>
                  <a:pt x="699" y="3428"/>
                </a:lnTo>
                <a:lnTo>
                  <a:pt x="1642" y="3428"/>
                </a:lnTo>
                <a:lnTo>
                  <a:pt x="2871" y="144"/>
                </a:lnTo>
                <a:lnTo>
                  <a:pt x="2860" y="144"/>
                </a:lnTo>
                <a:cubicBezTo>
                  <a:pt x="2721" y="44"/>
                  <a:pt x="2560" y="1"/>
                  <a:pt x="238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9" name="Google Shape;2469;p71"/>
          <p:cNvSpPr txBox="1"/>
          <p:nvPr>
            <p:ph type="title"/>
          </p:nvPr>
        </p:nvSpPr>
        <p:spPr>
          <a:xfrm>
            <a:off x="4275038" y="1775550"/>
            <a:ext cx="3815100" cy="110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cxnSp>
        <p:nvCxnSpPr>
          <p:cNvPr id="2470" name="Google Shape;2470;p71"/>
          <p:cNvCxnSpPr/>
          <p:nvPr/>
        </p:nvCxnSpPr>
        <p:spPr>
          <a:xfrm>
            <a:off x="4638475" y="2872675"/>
            <a:ext cx="3088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71" name="Google Shape;2471;p71"/>
          <p:cNvSpPr/>
          <p:nvPr/>
        </p:nvSpPr>
        <p:spPr>
          <a:xfrm flipH="1">
            <a:off x="2741713" y="2284742"/>
            <a:ext cx="308193" cy="330133"/>
          </a:xfrm>
          <a:custGeom>
            <a:rect b="b" l="l" r="r" t="t"/>
            <a:pathLst>
              <a:path extrusionOk="0" h="2419" w="2257">
                <a:moveTo>
                  <a:pt x="308" y="1"/>
                </a:moveTo>
                <a:cubicBezTo>
                  <a:pt x="121" y="1"/>
                  <a:pt x="1" y="35"/>
                  <a:pt x="1" y="35"/>
                </a:cubicBezTo>
                <a:lnTo>
                  <a:pt x="170" y="2419"/>
                </a:lnTo>
                <a:lnTo>
                  <a:pt x="181" y="2419"/>
                </a:lnTo>
                <a:lnTo>
                  <a:pt x="2257" y="1984"/>
                </a:lnTo>
                <a:cubicBezTo>
                  <a:pt x="1773" y="240"/>
                  <a:pt x="804" y="1"/>
                  <a:pt x="30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2" name="Google Shape;2472;p71"/>
          <p:cNvSpPr/>
          <p:nvPr/>
        </p:nvSpPr>
        <p:spPr>
          <a:xfrm flipH="1">
            <a:off x="2886319" y="2344383"/>
            <a:ext cx="159217" cy="270493"/>
          </a:xfrm>
          <a:custGeom>
            <a:rect b="b" l="l" r="r" t="t"/>
            <a:pathLst>
              <a:path extrusionOk="0" h="1982" w="1166">
                <a:moveTo>
                  <a:pt x="0" y="1"/>
                </a:moveTo>
                <a:lnTo>
                  <a:pt x="138" y="1982"/>
                </a:lnTo>
                <a:lnTo>
                  <a:pt x="1166" y="1696"/>
                </a:lnTo>
                <a:cubicBezTo>
                  <a:pt x="901" y="319"/>
                  <a:pt x="1" y="1"/>
                  <a:pt x="0" y="1"/>
                </a:cubicBezTo>
                <a:close/>
              </a:path>
            </a:pathLst>
          </a:custGeom>
          <a:solidFill>
            <a:srgbClr val="000000">
              <a:alpha val="264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3" name="Google Shape;2473;p71"/>
          <p:cNvSpPr/>
          <p:nvPr/>
        </p:nvSpPr>
        <p:spPr>
          <a:xfrm flipH="1">
            <a:off x="1921454" y="3420648"/>
            <a:ext cx="392172" cy="467836"/>
          </a:xfrm>
          <a:custGeom>
            <a:rect b="b" l="l" r="r" t="t"/>
            <a:pathLst>
              <a:path extrusionOk="0" h="3428" w="2872">
                <a:moveTo>
                  <a:pt x="478" y="1"/>
                </a:moveTo>
                <a:cubicBezTo>
                  <a:pt x="304" y="1"/>
                  <a:pt x="142" y="44"/>
                  <a:pt x="0" y="144"/>
                </a:cubicBezTo>
                <a:lnTo>
                  <a:pt x="1229" y="3428"/>
                </a:lnTo>
                <a:lnTo>
                  <a:pt x="2172" y="3428"/>
                </a:lnTo>
                <a:lnTo>
                  <a:pt x="2871" y="1415"/>
                </a:lnTo>
                <a:cubicBezTo>
                  <a:pt x="2871" y="1415"/>
                  <a:pt x="1480" y="1"/>
                  <a:pt x="478" y="1"/>
                </a:cubicBezTo>
                <a:close/>
              </a:path>
            </a:pathLst>
          </a:custGeom>
          <a:solidFill>
            <a:srgbClr val="000000">
              <a:alpha val="264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4" name="Google Shape;2474;p71"/>
          <p:cNvSpPr/>
          <p:nvPr/>
        </p:nvSpPr>
        <p:spPr>
          <a:xfrm flipH="1">
            <a:off x="2336704" y="3420648"/>
            <a:ext cx="392035" cy="467836"/>
          </a:xfrm>
          <a:custGeom>
            <a:rect b="b" l="l" r="r" t="t"/>
            <a:pathLst>
              <a:path extrusionOk="0" h="3428" w="2871">
                <a:moveTo>
                  <a:pt x="2387" y="1"/>
                </a:moveTo>
                <a:cubicBezTo>
                  <a:pt x="1392" y="1"/>
                  <a:pt x="0" y="1415"/>
                  <a:pt x="0" y="1415"/>
                </a:cubicBezTo>
                <a:lnTo>
                  <a:pt x="699" y="3428"/>
                </a:lnTo>
                <a:lnTo>
                  <a:pt x="1642" y="3428"/>
                </a:lnTo>
                <a:lnTo>
                  <a:pt x="2871" y="144"/>
                </a:lnTo>
                <a:lnTo>
                  <a:pt x="2860" y="144"/>
                </a:lnTo>
                <a:cubicBezTo>
                  <a:pt x="2721" y="44"/>
                  <a:pt x="2560" y="1"/>
                  <a:pt x="2387" y="1"/>
                </a:cubicBezTo>
                <a:close/>
              </a:path>
            </a:pathLst>
          </a:custGeom>
          <a:solidFill>
            <a:srgbClr val="000000">
              <a:alpha val="264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5" name="Google Shape;2475;p71"/>
          <p:cNvSpPr/>
          <p:nvPr/>
        </p:nvSpPr>
        <p:spPr>
          <a:xfrm flipH="1">
            <a:off x="1413765" y="2335785"/>
            <a:ext cx="1824171" cy="1411015"/>
          </a:xfrm>
          <a:custGeom>
            <a:rect b="b" l="l" r="r" t="t"/>
            <a:pathLst>
              <a:path extrusionOk="0" h="10339" w="13359">
                <a:moveTo>
                  <a:pt x="6685" y="0"/>
                </a:moveTo>
                <a:cubicBezTo>
                  <a:pt x="2998" y="0"/>
                  <a:pt x="1" y="2309"/>
                  <a:pt x="1" y="5169"/>
                </a:cubicBezTo>
                <a:cubicBezTo>
                  <a:pt x="1" y="8019"/>
                  <a:pt x="2998" y="10339"/>
                  <a:pt x="6685" y="10339"/>
                </a:cubicBezTo>
                <a:cubicBezTo>
                  <a:pt x="10371" y="10339"/>
                  <a:pt x="13358" y="8019"/>
                  <a:pt x="13358" y="5169"/>
                </a:cubicBezTo>
                <a:cubicBezTo>
                  <a:pt x="13358" y="2309"/>
                  <a:pt x="10371" y="0"/>
                  <a:pt x="668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6" name="Google Shape;2476;p71"/>
          <p:cNvSpPr/>
          <p:nvPr/>
        </p:nvSpPr>
        <p:spPr>
          <a:xfrm flipH="1">
            <a:off x="2974531" y="2707824"/>
            <a:ext cx="86982" cy="175916"/>
          </a:xfrm>
          <a:custGeom>
            <a:rect b="b" l="l" r="r" t="t"/>
            <a:pathLst>
              <a:path extrusionOk="0" h="1289" w="637">
                <a:moveTo>
                  <a:pt x="489" y="0"/>
                </a:moveTo>
                <a:cubicBezTo>
                  <a:pt x="443" y="0"/>
                  <a:pt x="399" y="19"/>
                  <a:pt x="372" y="60"/>
                </a:cubicBezTo>
                <a:cubicBezTo>
                  <a:pt x="65" y="537"/>
                  <a:pt x="12" y="1119"/>
                  <a:pt x="12" y="1141"/>
                </a:cubicBezTo>
                <a:cubicBezTo>
                  <a:pt x="1" y="1215"/>
                  <a:pt x="54" y="1278"/>
                  <a:pt x="128" y="1289"/>
                </a:cubicBezTo>
                <a:lnTo>
                  <a:pt x="139" y="1289"/>
                </a:lnTo>
                <a:cubicBezTo>
                  <a:pt x="213" y="1289"/>
                  <a:pt x="266" y="1236"/>
                  <a:pt x="276" y="1162"/>
                </a:cubicBezTo>
                <a:cubicBezTo>
                  <a:pt x="276" y="1162"/>
                  <a:pt x="319" y="621"/>
                  <a:pt x="594" y="208"/>
                </a:cubicBezTo>
                <a:cubicBezTo>
                  <a:pt x="637" y="145"/>
                  <a:pt x="615" y="60"/>
                  <a:pt x="562" y="18"/>
                </a:cubicBezTo>
                <a:cubicBezTo>
                  <a:pt x="540" y="6"/>
                  <a:pt x="514" y="0"/>
                  <a:pt x="489" y="0"/>
                </a:cubicBezTo>
                <a:close/>
              </a:path>
            </a:pathLst>
          </a:custGeom>
          <a:solidFill>
            <a:srgbClr val="000000">
              <a:alpha val="264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7" name="Google Shape;2477;p71"/>
          <p:cNvSpPr/>
          <p:nvPr/>
        </p:nvSpPr>
        <p:spPr>
          <a:xfrm flipH="1">
            <a:off x="2592737" y="3420648"/>
            <a:ext cx="392035" cy="467836"/>
          </a:xfrm>
          <a:custGeom>
            <a:rect b="b" l="l" r="r" t="t"/>
            <a:pathLst>
              <a:path extrusionOk="0" h="3428" w="2871">
                <a:moveTo>
                  <a:pt x="478" y="1"/>
                </a:moveTo>
                <a:cubicBezTo>
                  <a:pt x="304" y="1"/>
                  <a:pt x="142" y="44"/>
                  <a:pt x="0" y="144"/>
                </a:cubicBezTo>
                <a:lnTo>
                  <a:pt x="1219" y="3428"/>
                </a:lnTo>
                <a:lnTo>
                  <a:pt x="2161" y="3428"/>
                </a:lnTo>
                <a:lnTo>
                  <a:pt x="2871" y="1415"/>
                </a:lnTo>
                <a:cubicBezTo>
                  <a:pt x="2871" y="1415"/>
                  <a:pt x="1480" y="1"/>
                  <a:pt x="47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8" name="Google Shape;2478;p71"/>
          <p:cNvSpPr/>
          <p:nvPr/>
        </p:nvSpPr>
        <p:spPr>
          <a:xfrm flipH="1">
            <a:off x="1665559" y="3420648"/>
            <a:ext cx="392035" cy="467836"/>
          </a:xfrm>
          <a:custGeom>
            <a:rect b="b" l="l" r="r" t="t"/>
            <a:pathLst>
              <a:path extrusionOk="0" h="3428" w="2871">
                <a:moveTo>
                  <a:pt x="2393" y="1"/>
                </a:moveTo>
                <a:cubicBezTo>
                  <a:pt x="1392" y="1"/>
                  <a:pt x="0" y="1415"/>
                  <a:pt x="0" y="1415"/>
                </a:cubicBezTo>
                <a:lnTo>
                  <a:pt x="699" y="3428"/>
                </a:lnTo>
                <a:lnTo>
                  <a:pt x="1642" y="3428"/>
                </a:lnTo>
                <a:lnTo>
                  <a:pt x="2871" y="144"/>
                </a:lnTo>
                <a:cubicBezTo>
                  <a:pt x="2730" y="44"/>
                  <a:pt x="2567" y="1"/>
                  <a:pt x="239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9" name="Google Shape;2479;p71"/>
          <p:cNvSpPr/>
          <p:nvPr/>
        </p:nvSpPr>
        <p:spPr>
          <a:xfrm flipH="1">
            <a:off x="1124546" y="2587996"/>
            <a:ext cx="392035" cy="534300"/>
          </a:xfrm>
          <a:custGeom>
            <a:rect b="b" l="l" r="r" t="t"/>
            <a:pathLst>
              <a:path extrusionOk="0" h="3915" w="2871">
                <a:moveTo>
                  <a:pt x="1525" y="398"/>
                </a:moveTo>
                <a:cubicBezTo>
                  <a:pt x="1621" y="398"/>
                  <a:pt x="1716" y="430"/>
                  <a:pt x="1790" y="472"/>
                </a:cubicBezTo>
                <a:cubicBezTo>
                  <a:pt x="1917" y="557"/>
                  <a:pt x="1981" y="694"/>
                  <a:pt x="1960" y="853"/>
                </a:cubicBezTo>
                <a:cubicBezTo>
                  <a:pt x="1938" y="1171"/>
                  <a:pt x="1769" y="1552"/>
                  <a:pt x="1472" y="1987"/>
                </a:cubicBezTo>
                <a:cubicBezTo>
                  <a:pt x="1314" y="1796"/>
                  <a:pt x="1186" y="1595"/>
                  <a:pt x="1102" y="1362"/>
                </a:cubicBezTo>
                <a:cubicBezTo>
                  <a:pt x="1017" y="1108"/>
                  <a:pt x="943" y="631"/>
                  <a:pt x="1261" y="472"/>
                </a:cubicBezTo>
                <a:cubicBezTo>
                  <a:pt x="1345" y="419"/>
                  <a:pt x="1441" y="398"/>
                  <a:pt x="1525" y="398"/>
                </a:cubicBezTo>
                <a:close/>
                <a:moveTo>
                  <a:pt x="1521" y="0"/>
                </a:moveTo>
                <a:cubicBezTo>
                  <a:pt x="1370" y="0"/>
                  <a:pt x="1214" y="37"/>
                  <a:pt x="1070" y="112"/>
                </a:cubicBezTo>
                <a:cubicBezTo>
                  <a:pt x="583" y="377"/>
                  <a:pt x="551" y="991"/>
                  <a:pt x="731" y="1499"/>
                </a:cubicBezTo>
                <a:cubicBezTo>
                  <a:pt x="837" y="1807"/>
                  <a:pt x="1017" y="2071"/>
                  <a:pt x="1229" y="2305"/>
                </a:cubicBezTo>
                <a:cubicBezTo>
                  <a:pt x="900" y="2728"/>
                  <a:pt x="508" y="3152"/>
                  <a:pt x="74" y="3565"/>
                </a:cubicBezTo>
                <a:cubicBezTo>
                  <a:pt x="0" y="3639"/>
                  <a:pt x="0" y="3766"/>
                  <a:pt x="74" y="3851"/>
                </a:cubicBezTo>
                <a:cubicBezTo>
                  <a:pt x="106" y="3893"/>
                  <a:pt x="159" y="3915"/>
                  <a:pt x="212" y="3915"/>
                </a:cubicBezTo>
                <a:cubicBezTo>
                  <a:pt x="265" y="3915"/>
                  <a:pt x="307" y="3893"/>
                  <a:pt x="350" y="3862"/>
                </a:cubicBezTo>
                <a:cubicBezTo>
                  <a:pt x="784" y="3438"/>
                  <a:pt x="1186" y="3014"/>
                  <a:pt x="1515" y="2580"/>
                </a:cubicBezTo>
                <a:cubicBezTo>
                  <a:pt x="1854" y="2866"/>
                  <a:pt x="2224" y="3078"/>
                  <a:pt x="2553" y="3237"/>
                </a:cubicBezTo>
                <a:cubicBezTo>
                  <a:pt x="2584" y="3252"/>
                  <a:pt x="2616" y="3259"/>
                  <a:pt x="2646" y="3259"/>
                </a:cubicBezTo>
                <a:cubicBezTo>
                  <a:pt x="2721" y="3259"/>
                  <a:pt x="2788" y="3216"/>
                  <a:pt x="2818" y="3141"/>
                </a:cubicBezTo>
                <a:cubicBezTo>
                  <a:pt x="2871" y="3046"/>
                  <a:pt x="2828" y="2929"/>
                  <a:pt x="2722" y="2877"/>
                </a:cubicBezTo>
                <a:cubicBezTo>
                  <a:pt x="2415" y="2728"/>
                  <a:pt x="2066" y="2527"/>
                  <a:pt x="1758" y="2262"/>
                </a:cubicBezTo>
                <a:cubicBezTo>
                  <a:pt x="2129" y="1743"/>
                  <a:pt x="2320" y="1298"/>
                  <a:pt x="2362" y="896"/>
                </a:cubicBezTo>
                <a:cubicBezTo>
                  <a:pt x="2383" y="589"/>
                  <a:pt x="2256" y="302"/>
                  <a:pt x="2002" y="144"/>
                </a:cubicBezTo>
                <a:cubicBezTo>
                  <a:pt x="1861" y="48"/>
                  <a:pt x="1694" y="0"/>
                  <a:pt x="152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0" name="Google Shape;2480;p71"/>
          <p:cNvSpPr/>
          <p:nvPr/>
        </p:nvSpPr>
        <p:spPr>
          <a:xfrm flipH="1">
            <a:off x="3140850" y="2726112"/>
            <a:ext cx="257670" cy="568282"/>
          </a:xfrm>
          <a:custGeom>
            <a:rect b="b" l="l" r="r" t="t"/>
            <a:pathLst>
              <a:path extrusionOk="0" h="4164" w="1887">
                <a:moveTo>
                  <a:pt x="1886" y="0"/>
                </a:moveTo>
                <a:lnTo>
                  <a:pt x="329" y="297"/>
                </a:lnTo>
                <a:lnTo>
                  <a:pt x="1" y="3464"/>
                </a:lnTo>
                <a:lnTo>
                  <a:pt x="1622" y="4163"/>
                </a:lnTo>
                <a:lnTo>
                  <a:pt x="188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1" name="Google Shape;2481;p71"/>
          <p:cNvSpPr/>
          <p:nvPr/>
        </p:nvSpPr>
        <p:spPr>
          <a:xfrm flipH="1">
            <a:off x="2028511" y="2412349"/>
            <a:ext cx="555622" cy="119143"/>
          </a:xfrm>
          <a:custGeom>
            <a:rect b="b" l="l" r="r" t="t"/>
            <a:pathLst>
              <a:path extrusionOk="0" h="873" w="4069">
                <a:moveTo>
                  <a:pt x="2013" y="1"/>
                </a:moveTo>
                <a:cubicBezTo>
                  <a:pt x="1865" y="1"/>
                  <a:pt x="1717" y="11"/>
                  <a:pt x="1589" y="22"/>
                </a:cubicBezTo>
                <a:cubicBezTo>
                  <a:pt x="1060" y="54"/>
                  <a:pt x="657" y="138"/>
                  <a:pt x="435" y="181"/>
                </a:cubicBezTo>
                <a:cubicBezTo>
                  <a:pt x="350" y="202"/>
                  <a:pt x="287" y="223"/>
                  <a:pt x="276" y="223"/>
                </a:cubicBezTo>
                <a:cubicBezTo>
                  <a:pt x="106" y="276"/>
                  <a:pt x="1" y="456"/>
                  <a:pt x="54" y="636"/>
                </a:cubicBezTo>
                <a:cubicBezTo>
                  <a:pt x="97" y="776"/>
                  <a:pt x="227" y="872"/>
                  <a:pt x="372" y="872"/>
                </a:cubicBezTo>
                <a:cubicBezTo>
                  <a:pt x="403" y="872"/>
                  <a:pt x="435" y="868"/>
                  <a:pt x="467" y="859"/>
                </a:cubicBezTo>
                <a:cubicBezTo>
                  <a:pt x="467" y="859"/>
                  <a:pt x="700" y="795"/>
                  <a:pt x="1060" y="742"/>
                </a:cubicBezTo>
                <a:cubicBezTo>
                  <a:pt x="1333" y="701"/>
                  <a:pt x="1682" y="667"/>
                  <a:pt x="2076" y="667"/>
                </a:cubicBezTo>
                <a:cubicBezTo>
                  <a:pt x="2401" y="667"/>
                  <a:pt x="2757" y="690"/>
                  <a:pt x="3125" y="753"/>
                </a:cubicBezTo>
                <a:cubicBezTo>
                  <a:pt x="3284" y="784"/>
                  <a:pt x="3454" y="816"/>
                  <a:pt x="3613" y="859"/>
                </a:cubicBezTo>
                <a:cubicBezTo>
                  <a:pt x="3644" y="869"/>
                  <a:pt x="3666" y="869"/>
                  <a:pt x="3697" y="869"/>
                </a:cubicBezTo>
                <a:cubicBezTo>
                  <a:pt x="3846" y="869"/>
                  <a:pt x="3973" y="774"/>
                  <a:pt x="4015" y="626"/>
                </a:cubicBezTo>
                <a:cubicBezTo>
                  <a:pt x="4068" y="456"/>
                  <a:pt x="3962" y="276"/>
                  <a:pt x="3782" y="223"/>
                </a:cubicBezTo>
                <a:lnTo>
                  <a:pt x="3761" y="223"/>
                </a:lnTo>
                <a:cubicBezTo>
                  <a:pt x="3136" y="54"/>
                  <a:pt x="2532" y="1"/>
                  <a:pt x="2013" y="1"/>
                </a:cubicBezTo>
                <a:close/>
              </a:path>
            </a:pathLst>
          </a:custGeom>
          <a:solidFill>
            <a:srgbClr val="000000">
              <a:alpha val="264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2" name="Google Shape;2482;p71"/>
          <p:cNvSpPr/>
          <p:nvPr/>
        </p:nvSpPr>
        <p:spPr>
          <a:xfrm flipH="1">
            <a:off x="2524734" y="2227285"/>
            <a:ext cx="361721" cy="420889"/>
          </a:xfrm>
          <a:custGeom>
            <a:rect b="b" l="l" r="r" t="t"/>
            <a:pathLst>
              <a:path extrusionOk="0" h="3084" w="2649">
                <a:moveTo>
                  <a:pt x="569" y="1"/>
                </a:moveTo>
                <a:cubicBezTo>
                  <a:pt x="564" y="1"/>
                  <a:pt x="562" y="1"/>
                  <a:pt x="562" y="1"/>
                </a:cubicBezTo>
                <a:lnTo>
                  <a:pt x="1" y="2935"/>
                </a:lnTo>
                <a:lnTo>
                  <a:pt x="2649" y="3083"/>
                </a:lnTo>
                <a:cubicBezTo>
                  <a:pt x="2628" y="50"/>
                  <a:pt x="695" y="1"/>
                  <a:pt x="56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3" name="Google Shape;2483;p71"/>
          <p:cNvSpPr/>
          <p:nvPr/>
        </p:nvSpPr>
        <p:spPr>
          <a:xfrm flipH="1">
            <a:off x="2688185" y="2293749"/>
            <a:ext cx="198271" cy="334091"/>
          </a:xfrm>
          <a:custGeom>
            <a:rect b="b" l="l" r="r" t="t"/>
            <a:pathLst>
              <a:path extrusionOk="0" h="2448" w="1452">
                <a:moveTo>
                  <a:pt x="467" y="1"/>
                </a:moveTo>
                <a:lnTo>
                  <a:pt x="1" y="2448"/>
                </a:lnTo>
                <a:lnTo>
                  <a:pt x="1" y="2448"/>
                </a:lnTo>
                <a:lnTo>
                  <a:pt x="1325" y="2427"/>
                </a:lnTo>
                <a:cubicBezTo>
                  <a:pt x="1452" y="690"/>
                  <a:pt x="467" y="1"/>
                  <a:pt x="467" y="1"/>
                </a:cubicBezTo>
                <a:close/>
              </a:path>
            </a:pathLst>
          </a:custGeom>
          <a:solidFill>
            <a:srgbClr val="000000">
              <a:alpha val="264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4" name="Google Shape;2484;p71"/>
          <p:cNvSpPr/>
          <p:nvPr/>
        </p:nvSpPr>
        <p:spPr>
          <a:xfrm>
            <a:off x="2426417" y="1310699"/>
            <a:ext cx="153346" cy="193931"/>
          </a:xfrm>
          <a:custGeom>
            <a:rect b="b" l="l" r="r" t="t"/>
            <a:pathLst>
              <a:path extrusionOk="0" h="1421" w="1123">
                <a:moveTo>
                  <a:pt x="763" y="1"/>
                </a:moveTo>
                <a:lnTo>
                  <a:pt x="667" y="202"/>
                </a:lnTo>
                <a:cubicBezTo>
                  <a:pt x="627" y="193"/>
                  <a:pt x="589" y="188"/>
                  <a:pt x="553" y="188"/>
                </a:cubicBezTo>
                <a:cubicBezTo>
                  <a:pt x="426" y="188"/>
                  <a:pt x="325" y="246"/>
                  <a:pt x="275" y="361"/>
                </a:cubicBezTo>
                <a:cubicBezTo>
                  <a:pt x="138" y="689"/>
                  <a:pt x="657" y="806"/>
                  <a:pt x="593" y="944"/>
                </a:cubicBezTo>
                <a:cubicBezTo>
                  <a:pt x="581" y="968"/>
                  <a:pt x="561" y="979"/>
                  <a:pt x="536" y="979"/>
                </a:cubicBezTo>
                <a:cubicBezTo>
                  <a:pt x="519" y="979"/>
                  <a:pt x="499" y="974"/>
                  <a:pt x="477" y="965"/>
                </a:cubicBezTo>
                <a:cubicBezTo>
                  <a:pt x="381" y="922"/>
                  <a:pt x="244" y="795"/>
                  <a:pt x="191" y="679"/>
                </a:cubicBezTo>
                <a:lnTo>
                  <a:pt x="0" y="838"/>
                </a:lnTo>
                <a:cubicBezTo>
                  <a:pt x="53" y="944"/>
                  <a:pt x="159" y="1050"/>
                  <a:pt x="275" y="1124"/>
                </a:cubicBezTo>
                <a:lnTo>
                  <a:pt x="180" y="1336"/>
                </a:lnTo>
                <a:lnTo>
                  <a:pt x="381" y="1420"/>
                </a:lnTo>
                <a:lnTo>
                  <a:pt x="466" y="1208"/>
                </a:lnTo>
                <a:cubicBezTo>
                  <a:pt x="514" y="1223"/>
                  <a:pt x="560" y="1230"/>
                  <a:pt x="604" y="1230"/>
                </a:cubicBezTo>
                <a:cubicBezTo>
                  <a:pt x="725" y="1230"/>
                  <a:pt x="825" y="1174"/>
                  <a:pt x="879" y="1050"/>
                </a:cubicBezTo>
                <a:cubicBezTo>
                  <a:pt x="1028" y="721"/>
                  <a:pt x="508" y="594"/>
                  <a:pt x="572" y="456"/>
                </a:cubicBezTo>
                <a:cubicBezTo>
                  <a:pt x="579" y="436"/>
                  <a:pt x="598" y="429"/>
                  <a:pt x="622" y="429"/>
                </a:cubicBezTo>
                <a:cubicBezTo>
                  <a:pt x="636" y="429"/>
                  <a:pt x="652" y="431"/>
                  <a:pt x="667" y="435"/>
                </a:cubicBezTo>
                <a:cubicBezTo>
                  <a:pt x="742" y="478"/>
                  <a:pt x="858" y="584"/>
                  <a:pt x="932" y="679"/>
                </a:cubicBezTo>
                <a:lnTo>
                  <a:pt x="1123" y="509"/>
                </a:lnTo>
                <a:cubicBezTo>
                  <a:pt x="1059" y="425"/>
                  <a:pt x="975" y="340"/>
                  <a:pt x="869" y="276"/>
                </a:cubicBezTo>
                <a:lnTo>
                  <a:pt x="953" y="86"/>
                </a:lnTo>
                <a:lnTo>
                  <a:pt x="763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5" name="Google Shape;2485;p71"/>
          <p:cNvSpPr/>
          <p:nvPr/>
        </p:nvSpPr>
        <p:spPr>
          <a:xfrm flipH="1">
            <a:off x="3170538" y="2766509"/>
            <a:ext cx="332772" cy="432489"/>
          </a:xfrm>
          <a:custGeom>
            <a:rect b="b" l="l" r="r" t="t"/>
            <a:pathLst>
              <a:path extrusionOk="0" h="3169" w="2437">
                <a:moveTo>
                  <a:pt x="1102" y="1"/>
                </a:moveTo>
                <a:cubicBezTo>
                  <a:pt x="1102" y="1"/>
                  <a:pt x="1" y="1124"/>
                  <a:pt x="774" y="3168"/>
                </a:cubicBezTo>
                <a:cubicBezTo>
                  <a:pt x="774" y="3168"/>
                  <a:pt x="2437" y="1653"/>
                  <a:pt x="110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6" name="Google Shape;2486;p71"/>
          <p:cNvSpPr/>
          <p:nvPr/>
        </p:nvSpPr>
        <p:spPr>
          <a:xfrm flipH="1">
            <a:off x="3170538" y="2766509"/>
            <a:ext cx="332772" cy="432489"/>
          </a:xfrm>
          <a:custGeom>
            <a:rect b="b" l="l" r="r" t="t"/>
            <a:pathLst>
              <a:path extrusionOk="0" h="3169" w="2437">
                <a:moveTo>
                  <a:pt x="1102" y="1"/>
                </a:moveTo>
                <a:cubicBezTo>
                  <a:pt x="1102" y="1"/>
                  <a:pt x="1" y="1124"/>
                  <a:pt x="774" y="3168"/>
                </a:cubicBezTo>
                <a:cubicBezTo>
                  <a:pt x="774" y="3168"/>
                  <a:pt x="2437" y="1653"/>
                  <a:pt x="1102" y="1"/>
                </a:cubicBezTo>
                <a:close/>
              </a:path>
            </a:pathLst>
          </a:custGeom>
          <a:solidFill>
            <a:srgbClr val="000000">
              <a:alpha val="264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7" name="Google Shape;2487;p71"/>
          <p:cNvSpPr/>
          <p:nvPr/>
        </p:nvSpPr>
        <p:spPr>
          <a:xfrm flipH="1">
            <a:off x="3311537" y="2885108"/>
            <a:ext cx="50797" cy="195296"/>
          </a:xfrm>
          <a:custGeom>
            <a:rect b="b" l="l" r="r" t="t"/>
            <a:pathLst>
              <a:path extrusionOk="0" h="1431" w="372">
                <a:moveTo>
                  <a:pt x="241" y="0"/>
                </a:moveTo>
                <a:cubicBezTo>
                  <a:pt x="167" y="0"/>
                  <a:pt x="74" y="314"/>
                  <a:pt x="32" y="710"/>
                </a:cubicBezTo>
                <a:cubicBezTo>
                  <a:pt x="1" y="1102"/>
                  <a:pt x="43" y="1430"/>
                  <a:pt x="117" y="1430"/>
                </a:cubicBezTo>
                <a:cubicBezTo>
                  <a:pt x="119" y="1431"/>
                  <a:pt x="120" y="1431"/>
                  <a:pt x="121" y="1431"/>
                </a:cubicBezTo>
                <a:cubicBezTo>
                  <a:pt x="205" y="1431"/>
                  <a:pt x="298" y="1117"/>
                  <a:pt x="329" y="731"/>
                </a:cubicBezTo>
                <a:cubicBezTo>
                  <a:pt x="371" y="339"/>
                  <a:pt x="329" y="11"/>
                  <a:pt x="244" y="0"/>
                </a:cubicBezTo>
                <a:cubicBezTo>
                  <a:pt x="243" y="0"/>
                  <a:pt x="242" y="0"/>
                  <a:pt x="24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8" name="Google Shape;2488;p71"/>
          <p:cNvSpPr/>
          <p:nvPr/>
        </p:nvSpPr>
        <p:spPr>
          <a:xfrm flipH="1">
            <a:off x="3386776" y="2902441"/>
            <a:ext cx="36322" cy="166363"/>
          </a:xfrm>
          <a:custGeom>
            <a:rect b="b" l="l" r="r" t="t"/>
            <a:pathLst>
              <a:path extrusionOk="0" h="1219" w="266">
                <a:moveTo>
                  <a:pt x="191" y="1"/>
                </a:moveTo>
                <a:cubicBezTo>
                  <a:pt x="128" y="1"/>
                  <a:pt x="64" y="265"/>
                  <a:pt x="33" y="604"/>
                </a:cubicBezTo>
                <a:cubicBezTo>
                  <a:pt x="1" y="933"/>
                  <a:pt x="22" y="1208"/>
                  <a:pt x="86" y="1219"/>
                </a:cubicBezTo>
                <a:cubicBezTo>
                  <a:pt x="138" y="1219"/>
                  <a:pt x="213" y="954"/>
                  <a:pt x="244" y="615"/>
                </a:cubicBezTo>
                <a:cubicBezTo>
                  <a:pt x="266" y="287"/>
                  <a:pt x="244" y="11"/>
                  <a:pt x="191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9" name="Google Shape;2489;p71"/>
          <p:cNvSpPr/>
          <p:nvPr/>
        </p:nvSpPr>
        <p:spPr>
          <a:xfrm>
            <a:off x="1268862" y="3849167"/>
            <a:ext cx="2113997" cy="91859"/>
          </a:xfrm>
          <a:custGeom>
            <a:rect b="b" l="l" r="r" t="t"/>
            <a:pathLst>
              <a:path extrusionOk="0" h="1442" w="27153">
                <a:moveTo>
                  <a:pt x="13571" y="1"/>
                </a:moveTo>
                <a:cubicBezTo>
                  <a:pt x="6082" y="1"/>
                  <a:pt x="1" y="320"/>
                  <a:pt x="1" y="716"/>
                </a:cubicBezTo>
                <a:cubicBezTo>
                  <a:pt x="1" y="1111"/>
                  <a:pt x="6082" y="1441"/>
                  <a:pt x="13571" y="1441"/>
                </a:cubicBezTo>
                <a:cubicBezTo>
                  <a:pt x="21071" y="1441"/>
                  <a:pt x="27153" y="1111"/>
                  <a:pt x="27153" y="716"/>
                </a:cubicBezTo>
                <a:cubicBezTo>
                  <a:pt x="27153" y="320"/>
                  <a:pt x="21071" y="1"/>
                  <a:pt x="13571" y="1"/>
                </a:cubicBezTo>
                <a:close/>
              </a:path>
            </a:pathLst>
          </a:custGeom>
          <a:solidFill>
            <a:srgbClr val="000000">
              <a:alpha val="119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90" name="Google Shape;2490;p71"/>
          <p:cNvGrpSpPr/>
          <p:nvPr/>
        </p:nvGrpSpPr>
        <p:grpSpPr>
          <a:xfrm rot="1127079">
            <a:off x="2041253" y="1984578"/>
            <a:ext cx="530311" cy="530266"/>
            <a:chOff x="2964656" y="1352909"/>
            <a:chExt cx="530331" cy="530286"/>
          </a:xfrm>
        </p:grpSpPr>
        <p:sp>
          <p:nvSpPr>
            <p:cNvPr id="2491" name="Google Shape;2491;p71"/>
            <p:cNvSpPr/>
            <p:nvPr/>
          </p:nvSpPr>
          <p:spPr>
            <a:xfrm>
              <a:off x="2964656" y="1352909"/>
              <a:ext cx="530331" cy="530286"/>
            </a:xfrm>
            <a:custGeom>
              <a:rect b="b" l="l" r="r" t="t"/>
              <a:pathLst>
                <a:path extrusionOk="0" h="8953" w="8953">
                  <a:moveTo>
                    <a:pt x="4477" y="1"/>
                  </a:moveTo>
                  <a:cubicBezTo>
                    <a:pt x="2002" y="1"/>
                    <a:pt x="1" y="2002"/>
                    <a:pt x="1" y="4477"/>
                  </a:cubicBezTo>
                  <a:cubicBezTo>
                    <a:pt x="1" y="6951"/>
                    <a:pt x="2002" y="8952"/>
                    <a:pt x="4477" y="8952"/>
                  </a:cubicBezTo>
                  <a:cubicBezTo>
                    <a:pt x="6951" y="8952"/>
                    <a:pt x="8952" y="6951"/>
                    <a:pt x="8952" y="4477"/>
                  </a:cubicBezTo>
                  <a:cubicBezTo>
                    <a:pt x="8952" y="2002"/>
                    <a:pt x="6951" y="1"/>
                    <a:pt x="44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2" name="Google Shape;2492;p71"/>
            <p:cNvSpPr/>
            <p:nvPr/>
          </p:nvSpPr>
          <p:spPr>
            <a:xfrm>
              <a:off x="2964656" y="1352909"/>
              <a:ext cx="530331" cy="530286"/>
            </a:xfrm>
            <a:custGeom>
              <a:rect b="b" l="l" r="r" t="t"/>
              <a:pathLst>
                <a:path extrusionOk="0" h="8953" w="8953">
                  <a:moveTo>
                    <a:pt x="4477" y="1"/>
                  </a:moveTo>
                  <a:cubicBezTo>
                    <a:pt x="2002" y="1"/>
                    <a:pt x="1" y="2002"/>
                    <a:pt x="1" y="4477"/>
                  </a:cubicBezTo>
                  <a:cubicBezTo>
                    <a:pt x="1" y="6951"/>
                    <a:pt x="2002" y="8952"/>
                    <a:pt x="4477" y="8952"/>
                  </a:cubicBezTo>
                  <a:cubicBezTo>
                    <a:pt x="6951" y="8952"/>
                    <a:pt x="8952" y="6951"/>
                    <a:pt x="8952" y="4477"/>
                  </a:cubicBezTo>
                  <a:cubicBezTo>
                    <a:pt x="8952" y="2002"/>
                    <a:pt x="6951" y="1"/>
                    <a:pt x="4477" y="1"/>
                  </a:cubicBezTo>
                  <a:close/>
                </a:path>
              </a:pathLst>
            </a:custGeom>
            <a:solidFill>
              <a:srgbClr val="000000">
                <a:alpha val="119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3" name="Google Shape;2493;p71"/>
            <p:cNvSpPr/>
            <p:nvPr/>
          </p:nvSpPr>
          <p:spPr>
            <a:xfrm>
              <a:off x="2993976" y="1382229"/>
              <a:ext cx="471680" cy="471657"/>
            </a:xfrm>
            <a:custGeom>
              <a:rect b="b" l="l" r="r" t="t"/>
              <a:pathLst>
                <a:path extrusionOk="0" h="7963" w="7963">
                  <a:moveTo>
                    <a:pt x="3982" y="1"/>
                  </a:moveTo>
                  <a:cubicBezTo>
                    <a:pt x="1782" y="1"/>
                    <a:pt x="1" y="1782"/>
                    <a:pt x="1" y="3982"/>
                  </a:cubicBezTo>
                  <a:cubicBezTo>
                    <a:pt x="1" y="6181"/>
                    <a:pt x="1782" y="7963"/>
                    <a:pt x="3982" y="7963"/>
                  </a:cubicBezTo>
                  <a:cubicBezTo>
                    <a:pt x="6181" y="7963"/>
                    <a:pt x="7963" y="6181"/>
                    <a:pt x="7963" y="3982"/>
                  </a:cubicBezTo>
                  <a:cubicBezTo>
                    <a:pt x="7963" y="1782"/>
                    <a:pt x="6181" y="1"/>
                    <a:pt x="398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4" name="Google Shape;2494;p71"/>
            <p:cNvSpPr/>
            <p:nvPr/>
          </p:nvSpPr>
          <p:spPr>
            <a:xfrm>
              <a:off x="3060435" y="1382229"/>
              <a:ext cx="338759" cy="88432"/>
            </a:xfrm>
            <a:custGeom>
              <a:rect b="b" l="l" r="r" t="t"/>
              <a:pathLst>
                <a:path extrusionOk="0" h="1493" w="5719">
                  <a:moveTo>
                    <a:pt x="2860" y="1"/>
                  </a:moveTo>
                  <a:cubicBezTo>
                    <a:pt x="1782" y="1"/>
                    <a:pt x="792" y="441"/>
                    <a:pt x="77" y="1133"/>
                  </a:cubicBezTo>
                  <a:cubicBezTo>
                    <a:pt x="0" y="1221"/>
                    <a:pt x="0" y="1342"/>
                    <a:pt x="66" y="1430"/>
                  </a:cubicBezTo>
                  <a:cubicBezTo>
                    <a:pt x="112" y="1470"/>
                    <a:pt x="169" y="1492"/>
                    <a:pt x="224" y="1492"/>
                  </a:cubicBezTo>
                  <a:cubicBezTo>
                    <a:pt x="276" y="1492"/>
                    <a:pt x="326" y="1473"/>
                    <a:pt x="363" y="1430"/>
                  </a:cubicBezTo>
                  <a:cubicBezTo>
                    <a:pt x="1012" y="803"/>
                    <a:pt x="1892" y="408"/>
                    <a:pt x="2860" y="408"/>
                  </a:cubicBezTo>
                  <a:cubicBezTo>
                    <a:pt x="3827" y="408"/>
                    <a:pt x="4707" y="803"/>
                    <a:pt x="5356" y="1430"/>
                  </a:cubicBezTo>
                  <a:cubicBezTo>
                    <a:pt x="5393" y="1473"/>
                    <a:pt x="5446" y="1492"/>
                    <a:pt x="5499" y="1492"/>
                  </a:cubicBezTo>
                  <a:cubicBezTo>
                    <a:pt x="5556" y="1492"/>
                    <a:pt x="5613" y="1470"/>
                    <a:pt x="5653" y="1430"/>
                  </a:cubicBezTo>
                  <a:cubicBezTo>
                    <a:pt x="5719" y="1342"/>
                    <a:pt x="5719" y="1221"/>
                    <a:pt x="5642" y="1133"/>
                  </a:cubicBezTo>
                  <a:cubicBezTo>
                    <a:pt x="4927" y="441"/>
                    <a:pt x="3948" y="1"/>
                    <a:pt x="2860" y="1"/>
                  </a:cubicBezTo>
                  <a:close/>
                </a:path>
              </a:pathLst>
            </a:custGeom>
            <a:solidFill>
              <a:srgbClr val="FFFFFF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5" name="Google Shape;2495;p71"/>
            <p:cNvSpPr/>
            <p:nvPr/>
          </p:nvSpPr>
          <p:spPr>
            <a:xfrm>
              <a:off x="3033069" y="1716417"/>
              <a:ext cx="393491" cy="127051"/>
            </a:xfrm>
            <a:custGeom>
              <a:rect b="b" l="l" r="r" t="t"/>
              <a:pathLst>
                <a:path extrusionOk="0" h="2145" w="6643">
                  <a:moveTo>
                    <a:pt x="231" y="0"/>
                  </a:moveTo>
                  <a:lnTo>
                    <a:pt x="231" y="11"/>
                  </a:lnTo>
                  <a:cubicBezTo>
                    <a:pt x="187" y="11"/>
                    <a:pt x="154" y="11"/>
                    <a:pt x="121" y="33"/>
                  </a:cubicBezTo>
                  <a:cubicBezTo>
                    <a:pt x="33" y="88"/>
                    <a:pt x="0" y="209"/>
                    <a:pt x="55" y="297"/>
                  </a:cubicBezTo>
                  <a:cubicBezTo>
                    <a:pt x="759" y="1452"/>
                    <a:pt x="1969" y="2145"/>
                    <a:pt x="3322" y="2145"/>
                  </a:cubicBezTo>
                  <a:cubicBezTo>
                    <a:pt x="4674" y="2145"/>
                    <a:pt x="5884" y="1452"/>
                    <a:pt x="6588" y="297"/>
                  </a:cubicBezTo>
                  <a:cubicBezTo>
                    <a:pt x="6643" y="209"/>
                    <a:pt x="6610" y="88"/>
                    <a:pt x="6522" y="33"/>
                  </a:cubicBezTo>
                  <a:cubicBezTo>
                    <a:pt x="6489" y="15"/>
                    <a:pt x="6453" y="6"/>
                    <a:pt x="6419" y="6"/>
                  </a:cubicBezTo>
                  <a:cubicBezTo>
                    <a:pt x="6349" y="6"/>
                    <a:pt x="6283" y="41"/>
                    <a:pt x="6247" y="99"/>
                  </a:cubicBezTo>
                  <a:cubicBezTo>
                    <a:pt x="5631" y="1133"/>
                    <a:pt x="4531" y="1760"/>
                    <a:pt x="3322" y="1760"/>
                  </a:cubicBezTo>
                  <a:cubicBezTo>
                    <a:pt x="2112" y="1760"/>
                    <a:pt x="1012" y="1133"/>
                    <a:pt x="396" y="99"/>
                  </a:cubicBezTo>
                  <a:cubicBezTo>
                    <a:pt x="352" y="33"/>
                    <a:pt x="297" y="0"/>
                    <a:pt x="231" y="0"/>
                  </a:cubicBezTo>
                  <a:close/>
                </a:path>
              </a:pathLst>
            </a:custGeom>
            <a:solidFill>
              <a:srgbClr val="FFFFFF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6" name="Google Shape;2496;p71"/>
            <p:cNvSpPr/>
            <p:nvPr/>
          </p:nvSpPr>
          <p:spPr>
            <a:xfrm>
              <a:off x="3132699" y="1464976"/>
              <a:ext cx="195531" cy="321151"/>
            </a:xfrm>
            <a:custGeom>
              <a:rect b="b" l="l" r="r" t="t"/>
              <a:pathLst>
                <a:path extrusionOk="0" h="5422" w="3301">
                  <a:moveTo>
                    <a:pt x="1563" y="0"/>
                  </a:moveTo>
                  <a:cubicBezTo>
                    <a:pt x="1398" y="0"/>
                    <a:pt x="1266" y="121"/>
                    <a:pt x="1266" y="286"/>
                  </a:cubicBezTo>
                  <a:lnTo>
                    <a:pt x="1266" y="297"/>
                  </a:lnTo>
                  <a:cubicBezTo>
                    <a:pt x="1266" y="418"/>
                    <a:pt x="1189" y="539"/>
                    <a:pt x="1057" y="572"/>
                  </a:cubicBezTo>
                  <a:cubicBezTo>
                    <a:pt x="980" y="594"/>
                    <a:pt x="914" y="616"/>
                    <a:pt x="848" y="649"/>
                  </a:cubicBezTo>
                  <a:cubicBezTo>
                    <a:pt x="617" y="748"/>
                    <a:pt x="452" y="902"/>
                    <a:pt x="320" y="1089"/>
                  </a:cubicBezTo>
                  <a:cubicBezTo>
                    <a:pt x="199" y="1276"/>
                    <a:pt x="133" y="1507"/>
                    <a:pt x="133" y="1771"/>
                  </a:cubicBezTo>
                  <a:cubicBezTo>
                    <a:pt x="133" y="2321"/>
                    <a:pt x="441" y="2684"/>
                    <a:pt x="1046" y="2882"/>
                  </a:cubicBezTo>
                  <a:lnTo>
                    <a:pt x="2101" y="3200"/>
                  </a:lnTo>
                  <a:cubicBezTo>
                    <a:pt x="2244" y="3244"/>
                    <a:pt x="2343" y="3299"/>
                    <a:pt x="2409" y="3365"/>
                  </a:cubicBezTo>
                  <a:cubicBezTo>
                    <a:pt x="2475" y="3431"/>
                    <a:pt x="2497" y="3519"/>
                    <a:pt x="2497" y="3629"/>
                  </a:cubicBezTo>
                  <a:cubicBezTo>
                    <a:pt x="2497" y="3783"/>
                    <a:pt x="2431" y="3904"/>
                    <a:pt x="2277" y="4014"/>
                  </a:cubicBezTo>
                  <a:cubicBezTo>
                    <a:pt x="2134" y="4113"/>
                    <a:pt x="1947" y="4168"/>
                    <a:pt x="1728" y="4168"/>
                  </a:cubicBezTo>
                  <a:cubicBezTo>
                    <a:pt x="1486" y="4168"/>
                    <a:pt x="1288" y="4102"/>
                    <a:pt x="1112" y="3959"/>
                  </a:cubicBezTo>
                  <a:cubicBezTo>
                    <a:pt x="1002" y="3871"/>
                    <a:pt x="914" y="3750"/>
                    <a:pt x="848" y="3618"/>
                  </a:cubicBezTo>
                  <a:cubicBezTo>
                    <a:pt x="799" y="3511"/>
                    <a:pt x="690" y="3439"/>
                    <a:pt x="582" y="3439"/>
                  </a:cubicBezTo>
                  <a:cubicBezTo>
                    <a:pt x="568" y="3439"/>
                    <a:pt x="554" y="3440"/>
                    <a:pt x="540" y="3442"/>
                  </a:cubicBezTo>
                  <a:lnTo>
                    <a:pt x="287" y="3486"/>
                  </a:lnTo>
                  <a:cubicBezTo>
                    <a:pt x="111" y="3508"/>
                    <a:pt x="1" y="3695"/>
                    <a:pt x="56" y="3871"/>
                  </a:cubicBezTo>
                  <a:cubicBezTo>
                    <a:pt x="111" y="4014"/>
                    <a:pt x="177" y="4146"/>
                    <a:pt x="265" y="4267"/>
                  </a:cubicBezTo>
                  <a:cubicBezTo>
                    <a:pt x="419" y="4476"/>
                    <a:pt x="617" y="4641"/>
                    <a:pt x="859" y="4751"/>
                  </a:cubicBezTo>
                  <a:cubicBezTo>
                    <a:pt x="925" y="4784"/>
                    <a:pt x="991" y="4806"/>
                    <a:pt x="1057" y="4828"/>
                  </a:cubicBezTo>
                  <a:cubicBezTo>
                    <a:pt x="1178" y="4861"/>
                    <a:pt x="1266" y="4982"/>
                    <a:pt x="1266" y="5103"/>
                  </a:cubicBezTo>
                  <a:lnTo>
                    <a:pt x="1266" y="5125"/>
                  </a:lnTo>
                  <a:cubicBezTo>
                    <a:pt x="1266" y="5290"/>
                    <a:pt x="1398" y="5422"/>
                    <a:pt x="1563" y="5422"/>
                  </a:cubicBezTo>
                  <a:lnTo>
                    <a:pt x="1782" y="5422"/>
                  </a:lnTo>
                  <a:cubicBezTo>
                    <a:pt x="1947" y="5422"/>
                    <a:pt x="2079" y="5290"/>
                    <a:pt x="2079" y="5125"/>
                  </a:cubicBezTo>
                  <a:lnTo>
                    <a:pt x="2079" y="5114"/>
                  </a:lnTo>
                  <a:cubicBezTo>
                    <a:pt x="2079" y="4982"/>
                    <a:pt x="2156" y="4872"/>
                    <a:pt x="2288" y="4839"/>
                  </a:cubicBezTo>
                  <a:cubicBezTo>
                    <a:pt x="2365" y="4806"/>
                    <a:pt x="2453" y="4784"/>
                    <a:pt x="2530" y="4751"/>
                  </a:cubicBezTo>
                  <a:cubicBezTo>
                    <a:pt x="2772" y="4630"/>
                    <a:pt x="2959" y="4476"/>
                    <a:pt x="3102" y="4267"/>
                  </a:cubicBezTo>
                  <a:cubicBezTo>
                    <a:pt x="3234" y="4069"/>
                    <a:pt x="3300" y="3827"/>
                    <a:pt x="3300" y="3563"/>
                  </a:cubicBezTo>
                  <a:cubicBezTo>
                    <a:pt x="3300" y="3255"/>
                    <a:pt x="3223" y="3014"/>
                    <a:pt x="3058" y="2827"/>
                  </a:cubicBezTo>
                  <a:lnTo>
                    <a:pt x="3047" y="2838"/>
                  </a:lnTo>
                  <a:cubicBezTo>
                    <a:pt x="2882" y="2651"/>
                    <a:pt x="2607" y="2497"/>
                    <a:pt x="2233" y="2398"/>
                  </a:cubicBezTo>
                  <a:lnTo>
                    <a:pt x="1486" y="2178"/>
                  </a:lnTo>
                  <a:cubicBezTo>
                    <a:pt x="1288" y="2123"/>
                    <a:pt x="1156" y="2068"/>
                    <a:pt x="1068" y="1991"/>
                  </a:cubicBezTo>
                  <a:cubicBezTo>
                    <a:pt x="980" y="1914"/>
                    <a:pt x="936" y="1826"/>
                    <a:pt x="936" y="1727"/>
                  </a:cubicBezTo>
                  <a:cubicBezTo>
                    <a:pt x="936" y="1628"/>
                    <a:pt x="969" y="1551"/>
                    <a:pt x="1024" y="1474"/>
                  </a:cubicBezTo>
                  <a:cubicBezTo>
                    <a:pt x="1090" y="1397"/>
                    <a:pt x="1178" y="1342"/>
                    <a:pt x="1277" y="1298"/>
                  </a:cubicBezTo>
                  <a:cubicBezTo>
                    <a:pt x="1387" y="1265"/>
                    <a:pt x="1508" y="1243"/>
                    <a:pt x="1640" y="1243"/>
                  </a:cubicBezTo>
                  <a:cubicBezTo>
                    <a:pt x="1771" y="1254"/>
                    <a:pt x="1892" y="1276"/>
                    <a:pt x="2002" y="1331"/>
                  </a:cubicBezTo>
                  <a:cubicBezTo>
                    <a:pt x="2123" y="1386"/>
                    <a:pt x="2211" y="1463"/>
                    <a:pt x="2288" y="1562"/>
                  </a:cubicBezTo>
                  <a:cubicBezTo>
                    <a:pt x="2321" y="1595"/>
                    <a:pt x="2343" y="1639"/>
                    <a:pt x="2365" y="1683"/>
                  </a:cubicBezTo>
                  <a:cubicBezTo>
                    <a:pt x="2423" y="1788"/>
                    <a:pt x="2522" y="1852"/>
                    <a:pt x="2634" y="1852"/>
                  </a:cubicBezTo>
                  <a:cubicBezTo>
                    <a:pt x="2651" y="1852"/>
                    <a:pt x="2667" y="1851"/>
                    <a:pt x="2684" y="1848"/>
                  </a:cubicBezTo>
                  <a:lnTo>
                    <a:pt x="2937" y="1804"/>
                  </a:lnTo>
                  <a:cubicBezTo>
                    <a:pt x="3124" y="1771"/>
                    <a:pt x="3234" y="1562"/>
                    <a:pt x="3146" y="1386"/>
                  </a:cubicBezTo>
                  <a:cubicBezTo>
                    <a:pt x="3091" y="1265"/>
                    <a:pt x="3025" y="1166"/>
                    <a:pt x="2948" y="1067"/>
                  </a:cubicBezTo>
                  <a:cubicBezTo>
                    <a:pt x="2805" y="891"/>
                    <a:pt x="2618" y="748"/>
                    <a:pt x="2398" y="649"/>
                  </a:cubicBezTo>
                  <a:cubicBezTo>
                    <a:pt x="2365" y="627"/>
                    <a:pt x="2321" y="616"/>
                    <a:pt x="2277" y="594"/>
                  </a:cubicBezTo>
                  <a:cubicBezTo>
                    <a:pt x="2156" y="561"/>
                    <a:pt x="2079" y="451"/>
                    <a:pt x="2079" y="319"/>
                  </a:cubicBezTo>
                  <a:lnTo>
                    <a:pt x="2079" y="286"/>
                  </a:lnTo>
                  <a:cubicBezTo>
                    <a:pt x="2079" y="121"/>
                    <a:pt x="1947" y="0"/>
                    <a:pt x="1782" y="0"/>
                  </a:cubicBezTo>
                  <a:close/>
                </a:path>
              </a:pathLst>
            </a:custGeom>
            <a:solidFill>
              <a:srgbClr val="000000">
                <a:alpha val="264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7" name="Google Shape;2497;p71"/>
            <p:cNvSpPr/>
            <p:nvPr/>
          </p:nvSpPr>
          <p:spPr>
            <a:xfrm>
              <a:off x="3132699" y="1457158"/>
              <a:ext cx="195531" cy="321802"/>
            </a:xfrm>
            <a:custGeom>
              <a:rect b="b" l="l" r="r" t="t"/>
              <a:pathLst>
                <a:path extrusionOk="0" h="5433" w="3301">
                  <a:moveTo>
                    <a:pt x="3047" y="2838"/>
                  </a:moveTo>
                  <a:cubicBezTo>
                    <a:pt x="2882" y="2651"/>
                    <a:pt x="2607" y="2508"/>
                    <a:pt x="2233" y="2398"/>
                  </a:cubicBezTo>
                  <a:lnTo>
                    <a:pt x="1486" y="2189"/>
                  </a:lnTo>
                  <a:cubicBezTo>
                    <a:pt x="1288" y="2134"/>
                    <a:pt x="1156" y="2068"/>
                    <a:pt x="1068" y="2002"/>
                  </a:cubicBezTo>
                  <a:cubicBezTo>
                    <a:pt x="980" y="1925"/>
                    <a:pt x="936" y="1837"/>
                    <a:pt x="936" y="1738"/>
                  </a:cubicBezTo>
                  <a:cubicBezTo>
                    <a:pt x="936" y="1639"/>
                    <a:pt x="969" y="1562"/>
                    <a:pt x="1024" y="1485"/>
                  </a:cubicBezTo>
                  <a:cubicBezTo>
                    <a:pt x="1090" y="1408"/>
                    <a:pt x="1178" y="1353"/>
                    <a:pt x="1277" y="1309"/>
                  </a:cubicBezTo>
                  <a:cubicBezTo>
                    <a:pt x="1387" y="1265"/>
                    <a:pt x="1508" y="1254"/>
                    <a:pt x="1640" y="1254"/>
                  </a:cubicBezTo>
                  <a:cubicBezTo>
                    <a:pt x="1771" y="1254"/>
                    <a:pt x="1892" y="1287"/>
                    <a:pt x="2002" y="1342"/>
                  </a:cubicBezTo>
                  <a:cubicBezTo>
                    <a:pt x="2123" y="1397"/>
                    <a:pt x="2211" y="1474"/>
                    <a:pt x="2288" y="1562"/>
                  </a:cubicBezTo>
                  <a:cubicBezTo>
                    <a:pt x="2321" y="1606"/>
                    <a:pt x="2343" y="1650"/>
                    <a:pt x="2365" y="1694"/>
                  </a:cubicBezTo>
                  <a:cubicBezTo>
                    <a:pt x="2431" y="1804"/>
                    <a:pt x="2552" y="1881"/>
                    <a:pt x="2684" y="1859"/>
                  </a:cubicBezTo>
                  <a:lnTo>
                    <a:pt x="2937" y="1815"/>
                  </a:lnTo>
                  <a:cubicBezTo>
                    <a:pt x="3124" y="1771"/>
                    <a:pt x="3234" y="1573"/>
                    <a:pt x="3146" y="1397"/>
                  </a:cubicBezTo>
                  <a:cubicBezTo>
                    <a:pt x="3091" y="1276"/>
                    <a:pt x="3025" y="1177"/>
                    <a:pt x="2948" y="1078"/>
                  </a:cubicBezTo>
                  <a:cubicBezTo>
                    <a:pt x="2805" y="891"/>
                    <a:pt x="2618" y="759"/>
                    <a:pt x="2398" y="660"/>
                  </a:cubicBezTo>
                  <a:cubicBezTo>
                    <a:pt x="2365" y="638"/>
                    <a:pt x="2321" y="616"/>
                    <a:pt x="2277" y="605"/>
                  </a:cubicBezTo>
                  <a:cubicBezTo>
                    <a:pt x="2156" y="572"/>
                    <a:pt x="2079" y="451"/>
                    <a:pt x="2079" y="330"/>
                  </a:cubicBezTo>
                  <a:lnTo>
                    <a:pt x="2079" y="297"/>
                  </a:lnTo>
                  <a:cubicBezTo>
                    <a:pt x="2079" y="132"/>
                    <a:pt x="1947" y="0"/>
                    <a:pt x="1782" y="0"/>
                  </a:cubicBezTo>
                  <a:lnTo>
                    <a:pt x="1563" y="0"/>
                  </a:lnTo>
                  <a:cubicBezTo>
                    <a:pt x="1398" y="0"/>
                    <a:pt x="1266" y="132"/>
                    <a:pt x="1266" y="297"/>
                  </a:cubicBezTo>
                  <a:lnTo>
                    <a:pt x="1266" y="297"/>
                  </a:lnTo>
                  <a:cubicBezTo>
                    <a:pt x="1266" y="429"/>
                    <a:pt x="1189" y="550"/>
                    <a:pt x="1057" y="583"/>
                  </a:cubicBezTo>
                  <a:cubicBezTo>
                    <a:pt x="980" y="605"/>
                    <a:pt x="914" y="627"/>
                    <a:pt x="848" y="660"/>
                  </a:cubicBezTo>
                  <a:cubicBezTo>
                    <a:pt x="617" y="759"/>
                    <a:pt x="452" y="902"/>
                    <a:pt x="320" y="1100"/>
                  </a:cubicBezTo>
                  <a:cubicBezTo>
                    <a:pt x="199" y="1287"/>
                    <a:pt x="133" y="1518"/>
                    <a:pt x="133" y="1771"/>
                  </a:cubicBezTo>
                  <a:cubicBezTo>
                    <a:pt x="133" y="2332"/>
                    <a:pt x="441" y="2695"/>
                    <a:pt x="1046" y="2882"/>
                  </a:cubicBezTo>
                  <a:lnTo>
                    <a:pt x="2101" y="3211"/>
                  </a:lnTo>
                  <a:cubicBezTo>
                    <a:pt x="2244" y="3255"/>
                    <a:pt x="2343" y="3310"/>
                    <a:pt x="2409" y="3376"/>
                  </a:cubicBezTo>
                  <a:cubicBezTo>
                    <a:pt x="2475" y="3442"/>
                    <a:pt x="2497" y="3530"/>
                    <a:pt x="2497" y="3629"/>
                  </a:cubicBezTo>
                  <a:cubicBezTo>
                    <a:pt x="2497" y="3783"/>
                    <a:pt x="2431" y="3915"/>
                    <a:pt x="2277" y="4025"/>
                  </a:cubicBezTo>
                  <a:cubicBezTo>
                    <a:pt x="2134" y="4124"/>
                    <a:pt x="1947" y="4179"/>
                    <a:pt x="1728" y="4179"/>
                  </a:cubicBezTo>
                  <a:cubicBezTo>
                    <a:pt x="1486" y="4179"/>
                    <a:pt x="1288" y="4113"/>
                    <a:pt x="1112" y="3970"/>
                  </a:cubicBezTo>
                  <a:cubicBezTo>
                    <a:pt x="1002" y="3882"/>
                    <a:pt x="914" y="3761"/>
                    <a:pt x="848" y="3629"/>
                  </a:cubicBezTo>
                  <a:cubicBezTo>
                    <a:pt x="793" y="3508"/>
                    <a:pt x="661" y="3431"/>
                    <a:pt x="540" y="3453"/>
                  </a:cubicBezTo>
                  <a:lnTo>
                    <a:pt x="287" y="3486"/>
                  </a:lnTo>
                  <a:cubicBezTo>
                    <a:pt x="111" y="3519"/>
                    <a:pt x="1" y="3706"/>
                    <a:pt x="56" y="3882"/>
                  </a:cubicBezTo>
                  <a:cubicBezTo>
                    <a:pt x="111" y="4025"/>
                    <a:pt x="177" y="4157"/>
                    <a:pt x="265" y="4278"/>
                  </a:cubicBezTo>
                  <a:cubicBezTo>
                    <a:pt x="419" y="4487"/>
                    <a:pt x="617" y="4641"/>
                    <a:pt x="859" y="4762"/>
                  </a:cubicBezTo>
                  <a:cubicBezTo>
                    <a:pt x="925" y="4784"/>
                    <a:pt x="991" y="4817"/>
                    <a:pt x="1057" y="4839"/>
                  </a:cubicBezTo>
                  <a:cubicBezTo>
                    <a:pt x="1178" y="4872"/>
                    <a:pt x="1266" y="4982"/>
                    <a:pt x="1266" y="5114"/>
                  </a:cubicBezTo>
                  <a:lnTo>
                    <a:pt x="1266" y="5136"/>
                  </a:lnTo>
                  <a:cubicBezTo>
                    <a:pt x="1266" y="5301"/>
                    <a:pt x="1398" y="5433"/>
                    <a:pt x="1563" y="5433"/>
                  </a:cubicBezTo>
                  <a:lnTo>
                    <a:pt x="1782" y="5433"/>
                  </a:lnTo>
                  <a:cubicBezTo>
                    <a:pt x="1947" y="5433"/>
                    <a:pt x="2079" y="5301"/>
                    <a:pt x="2079" y="5136"/>
                  </a:cubicBezTo>
                  <a:lnTo>
                    <a:pt x="2079" y="5125"/>
                  </a:lnTo>
                  <a:cubicBezTo>
                    <a:pt x="2079" y="4993"/>
                    <a:pt x="2156" y="4883"/>
                    <a:pt x="2288" y="4839"/>
                  </a:cubicBezTo>
                  <a:cubicBezTo>
                    <a:pt x="2365" y="4817"/>
                    <a:pt x="2453" y="4795"/>
                    <a:pt x="2530" y="4751"/>
                  </a:cubicBezTo>
                  <a:cubicBezTo>
                    <a:pt x="2772" y="4641"/>
                    <a:pt x="2959" y="4487"/>
                    <a:pt x="3102" y="4278"/>
                  </a:cubicBezTo>
                  <a:cubicBezTo>
                    <a:pt x="3234" y="4080"/>
                    <a:pt x="3300" y="3838"/>
                    <a:pt x="3300" y="3574"/>
                  </a:cubicBezTo>
                  <a:cubicBezTo>
                    <a:pt x="3300" y="3266"/>
                    <a:pt x="3223" y="3025"/>
                    <a:pt x="3058" y="283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8" name="Google Shape;2498;p71"/>
            <p:cNvSpPr/>
            <p:nvPr/>
          </p:nvSpPr>
          <p:spPr>
            <a:xfrm>
              <a:off x="3415416" y="1526341"/>
              <a:ext cx="30683" cy="182965"/>
            </a:xfrm>
            <a:custGeom>
              <a:rect b="b" l="l" r="r" t="t"/>
              <a:pathLst>
                <a:path extrusionOk="0" h="3089" w="518">
                  <a:moveTo>
                    <a:pt x="113" y="1"/>
                  </a:moveTo>
                  <a:cubicBezTo>
                    <a:pt x="101" y="1"/>
                    <a:pt x="89" y="3"/>
                    <a:pt x="78" y="9"/>
                  </a:cubicBezTo>
                  <a:cubicBezTo>
                    <a:pt x="23" y="31"/>
                    <a:pt x="1" y="97"/>
                    <a:pt x="23" y="141"/>
                  </a:cubicBezTo>
                  <a:cubicBezTo>
                    <a:pt x="221" y="592"/>
                    <a:pt x="320" y="1054"/>
                    <a:pt x="320" y="1549"/>
                  </a:cubicBezTo>
                  <a:cubicBezTo>
                    <a:pt x="320" y="2032"/>
                    <a:pt x="221" y="2505"/>
                    <a:pt x="23" y="2956"/>
                  </a:cubicBezTo>
                  <a:cubicBezTo>
                    <a:pt x="1" y="3000"/>
                    <a:pt x="23" y="3066"/>
                    <a:pt x="78" y="3088"/>
                  </a:cubicBezTo>
                  <a:lnTo>
                    <a:pt x="111" y="3088"/>
                  </a:lnTo>
                  <a:cubicBezTo>
                    <a:pt x="155" y="3088"/>
                    <a:pt x="188" y="3066"/>
                    <a:pt x="210" y="3033"/>
                  </a:cubicBezTo>
                  <a:cubicBezTo>
                    <a:pt x="419" y="2560"/>
                    <a:pt x="518" y="2065"/>
                    <a:pt x="518" y="1549"/>
                  </a:cubicBezTo>
                  <a:cubicBezTo>
                    <a:pt x="518" y="1032"/>
                    <a:pt x="419" y="537"/>
                    <a:pt x="210" y="64"/>
                  </a:cubicBezTo>
                  <a:cubicBezTo>
                    <a:pt x="185" y="23"/>
                    <a:pt x="149" y="1"/>
                    <a:pt x="113" y="1"/>
                  </a:cubicBezTo>
                  <a:close/>
                </a:path>
              </a:pathLst>
            </a:custGeom>
            <a:solidFill>
              <a:srgbClr val="FFFFFF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9" name="Google Shape;2499;p71"/>
            <p:cNvSpPr/>
            <p:nvPr/>
          </p:nvSpPr>
          <p:spPr>
            <a:xfrm>
              <a:off x="3013523" y="1526341"/>
              <a:ext cx="30683" cy="182965"/>
            </a:xfrm>
            <a:custGeom>
              <a:rect b="b" l="l" r="r" t="t"/>
              <a:pathLst>
                <a:path extrusionOk="0" h="3089" w="518">
                  <a:moveTo>
                    <a:pt x="409" y="1"/>
                  </a:moveTo>
                  <a:cubicBezTo>
                    <a:pt x="370" y="1"/>
                    <a:pt x="336" y="23"/>
                    <a:pt x="319" y="64"/>
                  </a:cubicBezTo>
                  <a:cubicBezTo>
                    <a:pt x="110" y="537"/>
                    <a:pt x="0" y="1032"/>
                    <a:pt x="0" y="1549"/>
                  </a:cubicBezTo>
                  <a:cubicBezTo>
                    <a:pt x="0" y="2065"/>
                    <a:pt x="110" y="2560"/>
                    <a:pt x="319" y="3033"/>
                  </a:cubicBezTo>
                  <a:cubicBezTo>
                    <a:pt x="330" y="3066"/>
                    <a:pt x="363" y="3088"/>
                    <a:pt x="407" y="3088"/>
                  </a:cubicBezTo>
                  <a:lnTo>
                    <a:pt x="451" y="3088"/>
                  </a:lnTo>
                  <a:cubicBezTo>
                    <a:pt x="495" y="3055"/>
                    <a:pt x="517" y="3000"/>
                    <a:pt x="495" y="2956"/>
                  </a:cubicBezTo>
                  <a:cubicBezTo>
                    <a:pt x="297" y="2505"/>
                    <a:pt x="198" y="2032"/>
                    <a:pt x="198" y="1549"/>
                  </a:cubicBezTo>
                  <a:cubicBezTo>
                    <a:pt x="198" y="1054"/>
                    <a:pt x="297" y="592"/>
                    <a:pt x="495" y="141"/>
                  </a:cubicBezTo>
                  <a:cubicBezTo>
                    <a:pt x="517" y="97"/>
                    <a:pt x="495" y="31"/>
                    <a:pt x="451" y="9"/>
                  </a:cubicBezTo>
                  <a:cubicBezTo>
                    <a:pt x="437" y="3"/>
                    <a:pt x="423" y="1"/>
                    <a:pt x="409" y="1"/>
                  </a:cubicBezTo>
                  <a:close/>
                </a:path>
              </a:pathLst>
            </a:custGeom>
            <a:solidFill>
              <a:srgbClr val="FFFFFF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00" name="Google Shape;2500;p71"/>
          <p:cNvGrpSpPr/>
          <p:nvPr/>
        </p:nvGrpSpPr>
        <p:grpSpPr>
          <a:xfrm rot="-667158">
            <a:off x="1782137" y="1557433"/>
            <a:ext cx="365741" cy="365710"/>
            <a:chOff x="2964656" y="1352909"/>
            <a:chExt cx="530331" cy="530286"/>
          </a:xfrm>
        </p:grpSpPr>
        <p:sp>
          <p:nvSpPr>
            <p:cNvPr id="2501" name="Google Shape;2501;p71"/>
            <p:cNvSpPr/>
            <p:nvPr/>
          </p:nvSpPr>
          <p:spPr>
            <a:xfrm>
              <a:off x="2964656" y="1352909"/>
              <a:ext cx="530331" cy="530286"/>
            </a:xfrm>
            <a:custGeom>
              <a:rect b="b" l="l" r="r" t="t"/>
              <a:pathLst>
                <a:path extrusionOk="0" h="8953" w="8953">
                  <a:moveTo>
                    <a:pt x="4477" y="1"/>
                  </a:moveTo>
                  <a:cubicBezTo>
                    <a:pt x="2002" y="1"/>
                    <a:pt x="1" y="2002"/>
                    <a:pt x="1" y="4477"/>
                  </a:cubicBezTo>
                  <a:cubicBezTo>
                    <a:pt x="1" y="6951"/>
                    <a:pt x="2002" y="8952"/>
                    <a:pt x="4477" y="8952"/>
                  </a:cubicBezTo>
                  <a:cubicBezTo>
                    <a:pt x="6951" y="8952"/>
                    <a:pt x="8952" y="6951"/>
                    <a:pt x="8952" y="4477"/>
                  </a:cubicBezTo>
                  <a:cubicBezTo>
                    <a:pt x="8952" y="2002"/>
                    <a:pt x="6951" y="1"/>
                    <a:pt x="44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2" name="Google Shape;2502;p71"/>
            <p:cNvSpPr/>
            <p:nvPr/>
          </p:nvSpPr>
          <p:spPr>
            <a:xfrm>
              <a:off x="2964656" y="1352909"/>
              <a:ext cx="530331" cy="530286"/>
            </a:xfrm>
            <a:custGeom>
              <a:rect b="b" l="l" r="r" t="t"/>
              <a:pathLst>
                <a:path extrusionOk="0" h="8953" w="8953">
                  <a:moveTo>
                    <a:pt x="4477" y="1"/>
                  </a:moveTo>
                  <a:cubicBezTo>
                    <a:pt x="2002" y="1"/>
                    <a:pt x="1" y="2002"/>
                    <a:pt x="1" y="4477"/>
                  </a:cubicBezTo>
                  <a:cubicBezTo>
                    <a:pt x="1" y="6951"/>
                    <a:pt x="2002" y="8952"/>
                    <a:pt x="4477" y="8952"/>
                  </a:cubicBezTo>
                  <a:cubicBezTo>
                    <a:pt x="6951" y="8952"/>
                    <a:pt x="8952" y="6951"/>
                    <a:pt x="8952" y="4477"/>
                  </a:cubicBezTo>
                  <a:cubicBezTo>
                    <a:pt x="8952" y="2002"/>
                    <a:pt x="6951" y="1"/>
                    <a:pt x="4477" y="1"/>
                  </a:cubicBezTo>
                  <a:close/>
                </a:path>
              </a:pathLst>
            </a:custGeom>
            <a:solidFill>
              <a:srgbClr val="000000">
                <a:alpha val="119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3" name="Google Shape;2503;p71"/>
            <p:cNvSpPr/>
            <p:nvPr/>
          </p:nvSpPr>
          <p:spPr>
            <a:xfrm>
              <a:off x="2993976" y="1382229"/>
              <a:ext cx="471688" cy="471648"/>
            </a:xfrm>
            <a:custGeom>
              <a:rect b="b" l="l" r="r" t="t"/>
              <a:pathLst>
                <a:path extrusionOk="0" h="7963" w="7963">
                  <a:moveTo>
                    <a:pt x="3982" y="1"/>
                  </a:moveTo>
                  <a:cubicBezTo>
                    <a:pt x="1782" y="1"/>
                    <a:pt x="1" y="1782"/>
                    <a:pt x="1" y="3982"/>
                  </a:cubicBezTo>
                  <a:cubicBezTo>
                    <a:pt x="1" y="6181"/>
                    <a:pt x="1782" y="7963"/>
                    <a:pt x="3982" y="7963"/>
                  </a:cubicBezTo>
                  <a:cubicBezTo>
                    <a:pt x="6181" y="7963"/>
                    <a:pt x="7963" y="6181"/>
                    <a:pt x="7963" y="3982"/>
                  </a:cubicBezTo>
                  <a:cubicBezTo>
                    <a:pt x="7963" y="1782"/>
                    <a:pt x="6181" y="1"/>
                    <a:pt x="398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4" name="Google Shape;2504;p71"/>
            <p:cNvSpPr/>
            <p:nvPr/>
          </p:nvSpPr>
          <p:spPr>
            <a:xfrm>
              <a:off x="3060435" y="1382229"/>
              <a:ext cx="338765" cy="88430"/>
            </a:xfrm>
            <a:custGeom>
              <a:rect b="b" l="l" r="r" t="t"/>
              <a:pathLst>
                <a:path extrusionOk="0" h="1493" w="5719">
                  <a:moveTo>
                    <a:pt x="2860" y="1"/>
                  </a:moveTo>
                  <a:cubicBezTo>
                    <a:pt x="1782" y="1"/>
                    <a:pt x="792" y="441"/>
                    <a:pt x="77" y="1133"/>
                  </a:cubicBezTo>
                  <a:cubicBezTo>
                    <a:pt x="0" y="1221"/>
                    <a:pt x="0" y="1342"/>
                    <a:pt x="66" y="1430"/>
                  </a:cubicBezTo>
                  <a:cubicBezTo>
                    <a:pt x="112" y="1470"/>
                    <a:pt x="169" y="1492"/>
                    <a:pt x="224" y="1492"/>
                  </a:cubicBezTo>
                  <a:cubicBezTo>
                    <a:pt x="276" y="1492"/>
                    <a:pt x="326" y="1473"/>
                    <a:pt x="363" y="1430"/>
                  </a:cubicBezTo>
                  <a:cubicBezTo>
                    <a:pt x="1012" y="803"/>
                    <a:pt x="1892" y="408"/>
                    <a:pt x="2860" y="408"/>
                  </a:cubicBezTo>
                  <a:cubicBezTo>
                    <a:pt x="3827" y="408"/>
                    <a:pt x="4707" y="803"/>
                    <a:pt x="5356" y="1430"/>
                  </a:cubicBezTo>
                  <a:cubicBezTo>
                    <a:pt x="5393" y="1473"/>
                    <a:pt x="5446" y="1492"/>
                    <a:pt x="5499" y="1492"/>
                  </a:cubicBezTo>
                  <a:cubicBezTo>
                    <a:pt x="5556" y="1492"/>
                    <a:pt x="5613" y="1470"/>
                    <a:pt x="5653" y="1430"/>
                  </a:cubicBezTo>
                  <a:cubicBezTo>
                    <a:pt x="5719" y="1342"/>
                    <a:pt x="5719" y="1221"/>
                    <a:pt x="5642" y="1133"/>
                  </a:cubicBezTo>
                  <a:cubicBezTo>
                    <a:pt x="4927" y="441"/>
                    <a:pt x="3948" y="1"/>
                    <a:pt x="2860" y="1"/>
                  </a:cubicBezTo>
                  <a:close/>
                </a:path>
              </a:pathLst>
            </a:custGeom>
            <a:solidFill>
              <a:srgbClr val="FFFFFF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5" name="Google Shape;2505;p71"/>
            <p:cNvSpPr/>
            <p:nvPr/>
          </p:nvSpPr>
          <p:spPr>
            <a:xfrm>
              <a:off x="3033069" y="1716417"/>
              <a:ext cx="393498" cy="127048"/>
            </a:xfrm>
            <a:custGeom>
              <a:rect b="b" l="l" r="r" t="t"/>
              <a:pathLst>
                <a:path extrusionOk="0" h="2145" w="6643">
                  <a:moveTo>
                    <a:pt x="231" y="0"/>
                  </a:moveTo>
                  <a:lnTo>
                    <a:pt x="231" y="11"/>
                  </a:lnTo>
                  <a:cubicBezTo>
                    <a:pt x="187" y="11"/>
                    <a:pt x="154" y="11"/>
                    <a:pt x="121" y="33"/>
                  </a:cubicBezTo>
                  <a:cubicBezTo>
                    <a:pt x="33" y="88"/>
                    <a:pt x="0" y="209"/>
                    <a:pt x="55" y="297"/>
                  </a:cubicBezTo>
                  <a:cubicBezTo>
                    <a:pt x="759" y="1452"/>
                    <a:pt x="1969" y="2145"/>
                    <a:pt x="3322" y="2145"/>
                  </a:cubicBezTo>
                  <a:cubicBezTo>
                    <a:pt x="4674" y="2145"/>
                    <a:pt x="5884" y="1452"/>
                    <a:pt x="6588" y="297"/>
                  </a:cubicBezTo>
                  <a:cubicBezTo>
                    <a:pt x="6643" y="209"/>
                    <a:pt x="6610" y="88"/>
                    <a:pt x="6522" y="33"/>
                  </a:cubicBezTo>
                  <a:cubicBezTo>
                    <a:pt x="6489" y="15"/>
                    <a:pt x="6453" y="6"/>
                    <a:pt x="6419" y="6"/>
                  </a:cubicBezTo>
                  <a:cubicBezTo>
                    <a:pt x="6349" y="6"/>
                    <a:pt x="6283" y="41"/>
                    <a:pt x="6247" y="99"/>
                  </a:cubicBezTo>
                  <a:cubicBezTo>
                    <a:pt x="5631" y="1133"/>
                    <a:pt x="4531" y="1760"/>
                    <a:pt x="3322" y="1760"/>
                  </a:cubicBezTo>
                  <a:cubicBezTo>
                    <a:pt x="2112" y="1760"/>
                    <a:pt x="1012" y="1133"/>
                    <a:pt x="396" y="99"/>
                  </a:cubicBezTo>
                  <a:cubicBezTo>
                    <a:pt x="352" y="33"/>
                    <a:pt x="297" y="0"/>
                    <a:pt x="231" y="0"/>
                  </a:cubicBezTo>
                  <a:close/>
                </a:path>
              </a:pathLst>
            </a:custGeom>
            <a:solidFill>
              <a:srgbClr val="FFFFFF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6" name="Google Shape;2506;p71"/>
            <p:cNvSpPr/>
            <p:nvPr/>
          </p:nvSpPr>
          <p:spPr>
            <a:xfrm>
              <a:off x="3132699" y="1464976"/>
              <a:ext cx="195535" cy="321145"/>
            </a:xfrm>
            <a:custGeom>
              <a:rect b="b" l="l" r="r" t="t"/>
              <a:pathLst>
                <a:path extrusionOk="0" h="5422" w="3301">
                  <a:moveTo>
                    <a:pt x="1563" y="0"/>
                  </a:moveTo>
                  <a:cubicBezTo>
                    <a:pt x="1398" y="0"/>
                    <a:pt x="1266" y="121"/>
                    <a:pt x="1266" y="286"/>
                  </a:cubicBezTo>
                  <a:lnTo>
                    <a:pt x="1266" y="297"/>
                  </a:lnTo>
                  <a:cubicBezTo>
                    <a:pt x="1266" y="418"/>
                    <a:pt x="1189" y="539"/>
                    <a:pt x="1057" y="572"/>
                  </a:cubicBezTo>
                  <a:cubicBezTo>
                    <a:pt x="980" y="594"/>
                    <a:pt x="914" y="616"/>
                    <a:pt x="848" y="649"/>
                  </a:cubicBezTo>
                  <a:cubicBezTo>
                    <a:pt x="617" y="748"/>
                    <a:pt x="452" y="902"/>
                    <a:pt x="320" y="1089"/>
                  </a:cubicBezTo>
                  <a:cubicBezTo>
                    <a:pt x="199" y="1276"/>
                    <a:pt x="133" y="1507"/>
                    <a:pt x="133" y="1771"/>
                  </a:cubicBezTo>
                  <a:cubicBezTo>
                    <a:pt x="133" y="2321"/>
                    <a:pt x="441" y="2684"/>
                    <a:pt x="1046" y="2882"/>
                  </a:cubicBezTo>
                  <a:lnTo>
                    <a:pt x="2101" y="3200"/>
                  </a:lnTo>
                  <a:cubicBezTo>
                    <a:pt x="2244" y="3244"/>
                    <a:pt x="2343" y="3299"/>
                    <a:pt x="2409" y="3365"/>
                  </a:cubicBezTo>
                  <a:cubicBezTo>
                    <a:pt x="2475" y="3431"/>
                    <a:pt x="2497" y="3519"/>
                    <a:pt x="2497" y="3629"/>
                  </a:cubicBezTo>
                  <a:cubicBezTo>
                    <a:pt x="2497" y="3783"/>
                    <a:pt x="2431" y="3904"/>
                    <a:pt x="2277" y="4014"/>
                  </a:cubicBezTo>
                  <a:cubicBezTo>
                    <a:pt x="2134" y="4113"/>
                    <a:pt x="1947" y="4168"/>
                    <a:pt x="1728" y="4168"/>
                  </a:cubicBezTo>
                  <a:cubicBezTo>
                    <a:pt x="1486" y="4168"/>
                    <a:pt x="1288" y="4102"/>
                    <a:pt x="1112" y="3959"/>
                  </a:cubicBezTo>
                  <a:cubicBezTo>
                    <a:pt x="1002" y="3871"/>
                    <a:pt x="914" y="3750"/>
                    <a:pt x="848" y="3618"/>
                  </a:cubicBezTo>
                  <a:cubicBezTo>
                    <a:pt x="799" y="3511"/>
                    <a:pt x="690" y="3439"/>
                    <a:pt x="582" y="3439"/>
                  </a:cubicBezTo>
                  <a:cubicBezTo>
                    <a:pt x="568" y="3439"/>
                    <a:pt x="554" y="3440"/>
                    <a:pt x="540" y="3442"/>
                  </a:cubicBezTo>
                  <a:lnTo>
                    <a:pt x="287" y="3486"/>
                  </a:lnTo>
                  <a:cubicBezTo>
                    <a:pt x="111" y="3508"/>
                    <a:pt x="1" y="3695"/>
                    <a:pt x="56" y="3871"/>
                  </a:cubicBezTo>
                  <a:cubicBezTo>
                    <a:pt x="111" y="4014"/>
                    <a:pt x="177" y="4146"/>
                    <a:pt x="265" y="4267"/>
                  </a:cubicBezTo>
                  <a:cubicBezTo>
                    <a:pt x="419" y="4476"/>
                    <a:pt x="617" y="4641"/>
                    <a:pt x="859" y="4751"/>
                  </a:cubicBezTo>
                  <a:cubicBezTo>
                    <a:pt x="925" y="4784"/>
                    <a:pt x="991" y="4806"/>
                    <a:pt x="1057" y="4828"/>
                  </a:cubicBezTo>
                  <a:cubicBezTo>
                    <a:pt x="1178" y="4861"/>
                    <a:pt x="1266" y="4982"/>
                    <a:pt x="1266" y="5103"/>
                  </a:cubicBezTo>
                  <a:lnTo>
                    <a:pt x="1266" y="5125"/>
                  </a:lnTo>
                  <a:cubicBezTo>
                    <a:pt x="1266" y="5290"/>
                    <a:pt x="1398" y="5422"/>
                    <a:pt x="1563" y="5422"/>
                  </a:cubicBezTo>
                  <a:lnTo>
                    <a:pt x="1782" y="5422"/>
                  </a:lnTo>
                  <a:cubicBezTo>
                    <a:pt x="1947" y="5422"/>
                    <a:pt x="2079" y="5290"/>
                    <a:pt x="2079" y="5125"/>
                  </a:cubicBezTo>
                  <a:lnTo>
                    <a:pt x="2079" y="5114"/>
                  </a:lnTo>
                  <a:cubicBezTo>
                    <a:pt x="2079" y="4982"/>
                    <a:pt x="2156" y="4872"/>
                    <a:pt x="2288" y="4839"/>
                  </a:cubicBezTo>
                  <a:cubicBezTo>
                    <a:pt x="2365" y="4806"/>
                    <a:pt x="2453" y="4784"/>
                    <a:pt x="2530" y="4751"/>
                  </a:cubicBezTo>
                  <a:cubicBezTo>
                    <a:pt x="2772" y="4630"/>
                    <a:pt x="2959" y="4476"/>
                    <a:pt x="3102" y="4267"/>
                  </a:cubicBezTo>
                  <a:cubicBezTo>
                    <a:pt x="3234" y="4069"/>
                    <a:pt x="3300" y="3827"/>
                    <a:pt x="3300" y="3563"/>
                  </a:cubicBezTo>
                  <a:cubicBezTo>
                    <a:pt x="3300" y="3255"/>
                    <a:pt x="3223" y="3014"/>
                    <a:pt x="3058" y="2827"/>
                  </a:cubicBezTo>
                  <a:lnTo>
                    <a:pt x="3047" y="2838"/>
                  </a:lnTo>
                  <a:cubicBezTo>
                    <a:pt x="2882" y="2651"/>
                    <a:pt x="2607" y="2497"/>
                    <a:pt x="2233" y="2398"/>
                  </a:cubicBezTo>
                  <a:lnTo>
                    <a:pt x="1486" y="2178"/>
                  </a:lnTo>
                  <a:cubicBezTo>
                    <a:pt x="1288" y="2123"/>
                    <a:pt x="1156" y="2068"/>
                    <a:pt x="1068" y="1991"/>
                  </a:cubicBezTo>
                  <a:cubicBezTo>
                    <a:pt x="980" y="1914"/>
                    <a:pt x="936" y="1826"/>
                    <a:pt x="936" y="1727"/>
                  </a:cubicBezTo>
                  <a:cubicBezTo>
                    <a:pt x="936" y="1628"/>
                    <a:pt x="969" y="1551"/>
                    <a:pt x="1024" y="1474"/>
                  </a:cubicBezTo>
                  <a:cubicBezTo>
                    <a:pt x="1090" y="1397"/>
                    <a:pt x="1178" y="1342"/>
                    <a:pt x="1277" y="1298"/>
                  </a:cubicBezTo>
                  <a:cubicBezTo>
                    <a:pt x="1387" y="1265"/>
                    <a:pt x="1508" y="1243"/>
                    <a:pt x="1640" y="1243"/>
                  </a:cubicBezTo>
                  <a:cubicBezTo>
                    <a:pt x="1771" y="1254"/>
                    <a:pt x="1892" y="1276"/>
                    <a:pt x="2002" y="1331"/>
                  </a:cubicBezTo>
                  <a:cubicBezTo>
                    <a:pt x="2123" y="1386"/>
                    <a:pt x="2211" y="1463"/>
                    <a:pt x="2288" y="1562"/>
                  </a:cubicBezTo>
                  <a:cubicBezTo>
                    <a:pt x="2321" y="1595"/>
                    <a:pt x="2343" y="1639"/>
                    <a:pt x="2365" y="1683"/>
                  </a:cubicBezTo>
                  <a:cubicBezTo>
                    <a:pt x="2423" y="1788"/>
                    <a:pt x="2522" y="1852"/>
                    <a:pt x="2634" y="1852"/>
                  </a:cubicBezTo>
                  <a:cubicBezTo>
                    <a:pt x="2651" y="1852"/>
                    <a:pt x="2667" y="1851"/>
                    <a:pt x="2684" y="1848"/>
                  </a:cubicBezTo>
                  <a:lnTo>
                    <a:pt x="2937" y="1804"/>
                  </a:lnTo>
                  <a:cubicBezTo>
                    <a:pt x="3124" y="1771"/>
                    <a:pt x="3234" y="1562"/>
                    <a:pt x="3146" y="1386"/>
                  </a:cubicBezTo>
                  <a:cubicBezTo>
                    <a:pt x="3091" y="1265"/>
                    <a:pt x="3025" y="1166"/>
                    <a:pt x="2948" y="1067"/>
                  </a:cubicBezTo>
                  <a:cubicBezTo>
                    <a:pt x="2805" y="891"/>
                    <a:pt x="2618" y="748"/>
                    <a:pt x="2398" y="649"/>
                  </a:cubicBezTo>
                  <a:cubicBezTo>
                    <a:pt x="2365" y="627"/>
                    <a:pt x="2321" y="616"/>
                    <a:pt x="2277" y="594"/>
                  </a:cubicBezTo>
                  <a:cubicBezTo>
                    <a:pt x="2156" y="561"/>
                    <a:pt x="2079" y="451"/>
                    <a:pt x="2079" y="319"/>
                  </a:cubicBezTo>
                  <a:lnTo>
                    <a:pt x="2079" y="286"/>
                  </a:lnTo>
                  <a:cubicBezTo>
                    <a:pt x="2079" y="121"/>
                    <a:pt x="1947" y="0"/>
                    <a:pt x="1782" y="0"/>
                  </a:cubicBezTo>
                  <a:close/>
                </a:path>
              </a:pathLst>
            </a:custGeom>
            <a:solidFill>
              <a:srgbClr val="000000">
                <a:alpha val="264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7" name="Google Shape;2507;p71"/>
            <p:cNvSpPr/>
            <p:nvPr/>
          </p:nvSpPr>
          <p:spPr>
            <a:xfrm>
              <a:off x="3132699" y="1457158"/>
              <a:ext cx="195535" cy="321797"/>
            </a:xfrm>
            <a:custGeom>
              <a:rect b="b" l="l" r="r" t="t"/>
              <a:pathLst>
                <a:path extrusionOk="0" h="5433" w="3301">
                  <a:moveTo>
                    <a:pt x="3047" y="2838"/>
                  </a:moveTo>
                  <a:cubicBezTo>
                    <a:pt x="2882" y="2651"/>
                    <a:pt x="2607" y="2508"/>
                    <a:pt x="2233" y="2398"/>
                  </a:cubicBezTo>
                  <a:lnTo>
                    <a:pt x="1486" y="2189"/>
                  </a:lnTo>
                  <a:cubicBezTo>
                    <a:pt x="1288" y="2134"/>
                    <a:pt x="1156" y="2068"/>
                    <a:pt x="1068" y="2002"/>
                  </a:cubicBezTo>
                  <a:cubicBezTo>
                    <a:pt x="980" y="1925"/>
                    <a:pt x="936" y="1837"/>
                    <a:pt x="936" y="1738"/>
                  </a:cubicBezTo>
                  <a:cubicBezTo>
                    <a:pt x="936" y="1639"/>
                    <a:pt x="969" y="1562"/>
                    <a:pt x="1024" y="1485"/>
                  </a:cubicBezTo>
                  <a:cubicBezTo>
                    <a:pt x="1090" y="1408"/>
                    <a:pt x="1178" y="1353"/>
                    <a:pt x="1277" y="1309"/>
                  </a:cubicBezTo>
                  <a:cubicBezTo>
                    <a:pt x="1387" y="1265"/>
                    <a:pt x="1508" y="1254"/>
                    <a:pt x="1640" y="1254"/>
                  </a:cubicBezTo>
                  <a:cubicBezTo>
                    <a:pt x="1771" y="1254"/>
                    <a:pt x="1892" y="1287"/>
                    <a:pt x="2002" y="1342"/>
                  </a:cubicBezTo>
                  <a:cubicBezTo>
                    <a:pt x="2123" y="1397"/>
                    <a:pt x="2211" y="1474"/>
                    <a:pt x="2288" y="1562"/>
                  </a:cubicBezTo>
                  <a:cubicBezTo>
                    <a:pt x="2321" y="1606"/>
                    <a:pt x="2343" y="1650"/>
                    <a:pt x="2365" y="1694"/>
                  </a:cubicBezTo>
                  <a:cubicBezTo>
                    <a:pt x="2431" y="1804"/>
                    <a:pt x="2552" y="1881"/>
                    <a:pt x="2684" y="1859"/>
                  </a:cubicBezTo>
                  <a:lnTo>
                    <a:pt x="2937" y="1815"/>
                  </a:lnTo>
                  <a:cubicBezTo>
                    <a:pt x="3124" y="1771"/>
                    <a:pt x="3234" y="1573"/>
                    <a:pt x="3146" y="1397"/>
                  </a:cubicBezTo>
                  <a:cubicBezTo>
                    <a:pt x="3091" y="1276"/>
                    <a:pt x="3025" y="1177"/>
                    <a:pt x="2948" y="1078"/>
                  </a:cubicBezTo>
                  <a:cubicBezTo>
                    <a:pt x="2805" y="891"/>
                    <a:pt x="2618" y="759"/>
                    <a:pt x="2398" y="660"/>
                  </a:cubicBezTo>
                  <a:cubicBezTo>
                    <a:pt x="2365" y="638"/>
                    <a:pt x="2321" y="616"/>
                    <a:pt x="2277" y="605"/>
                  </a:cubicBezTo>
                  <a:cubicBezTo>
                    <a:pt x="2156" y="572"/>
                    <a:pt x="2079" y="451"/>
                    <a:pt x="2079" y="330"/>
                  </a:cubicBezTo>
                  <a:lnTo>
                    <a:pt x="2079" y="297"/>
                  </a:lnTo>
                  <a:cubicBezTo>
                    <a:pt x="2079" y="132"/>
                    <a:pt x="1947" y="0"/>
                    <a:pt x="1782" y="0"/>
                  </a:cubicBezTo>
                  <a:lnTo>
                    <a:pt x="1563" y="0"/>
                  </a:lnTo>
                  <a:cubicBezTo>
                    <a:pt x="1398" y="0"/>
                    <a:pt x="1266" y="132"/>
                    <a:pt x="1266" y="297"/>
                  </a:cubicBezTo>
                  <a:lnTo>
                    <a:pt x="1266" y="297"/>
                  </a:lnTo>
                  <a:cubicBezTo>
                    <a:pt x="1266" y="429"/>
                    <a:pt x="1189" y="550"/>
                    <a:pt x="1057" y="583"/>
                  </a:cubicBezTo>
                  <a:cubicBezTo>
                    <a:pt x="980" y="605"/>
                    <a:pt x="914" y="627"/>
                    <a:pt x="848" y="660"/>
                  </a:cubicBezTo>
                  <a:cubicBezTo>
                    <a:pt x="617" y="759"/>
                    <a:pt x="452" y="902"/>
                    <a:pt x="320" y="1100"/>
                  </a:cubicBezTo>
                  <a:cubicBezTo>
                    <a:pt x="199" y="1287"/>
                    <a:pt x="133" y="1518"/>
                    <a:pt x="133" y="1771"/>
                  </a:cubicBezTo>
                  <a:cubicBezTo>
                    <a:pt x="133" y="2332"/>
                    <a:pt x="441" y="2695"/>
                    <a:pt x="1046" y="2882"/>
                  </a:cubicBezTo>
                  <a:lnTo>
                    <a:pt x="2101" y="3211"/>
                  </a:lnTo>
                  <a:cubicBezTo>
                    <a:pt x="2244" y="3255"/>
                    <a:pt x="2343" y="3310"/>
                    <a:pt x="2409" y="3376"/>
                  </a:cubicBezTo>
                  <a:cubicBezTo>
                    <a:pt x="2475" y="3442"/>
                    <a:pt x="2497" y="3530"/>
                    <a:pt x="2497" y="3629"/>
                  </a:cubicBezTo>
                  <a:cubicBezTo>
                    <a:pt x="2497" y="3783"/>
                    <a:pt x="2431" y="3915"/>
                    <a:pt x="2277" y="4025"/>
                  </a:cubicBezTo>
                  <a:cubicBezTo>
                    <a:pt x="2134" y="4124"/>
                    <a:pt x="1947" y="4179"/>
                    <a:pt x="1728" y="4179"/>
                  </a:cubicBezTo>
                  <a:cubicBezTo>
                    <a:pt x="1486" y="4179"/>
                    <a:pt x="1288" y="4113"/>
                    <a:pt x="1112" y="3970"/>
                  </a:cubicBezTo>
                  <a:cubicBezTo>
                    <a:pt x="1002" y="3882"/>
                    <a:pt x="914" y="3761"/>
                    <a:pt x="848" y="3629"/>
                  </a:cubicBezTo>
                  <a:cubicBezTo>
                    <a:pt x="793" y="3508"/>
                    <a:pt x="661" y="3431"/>
                    <a:pt x="540" y="3453"/>
                  </a:cubicBezTo>
                  <a:lnTo>
                    <a:pt x="287" y="3486"/>
                  </a:lnTo>
                  <a:cubicBezTo>
                    <a:pt x="111" y="3519"/>
                    <a:pt x="1" y="3706"/>
                    <a:pt x="56" y="3882"/>
                  </a:cubicBezTo>
                  <a:cubicBezTo>
                    <a:pt x="111" y="4025"/>
                    <a:pt x="177" y="4157"/>
                    <a:pt x="265" y="4278"/>
                  </a:cubicBezTo>
                  <a:cubicBezTo>
                    <a:pt x="419" y="4487"/>
                    <a:pt x="617" y="4641"/>
                    <a:pt x="859" y="4762"/>
                  </a:cubicBezTo>
                  <a:cubicBezTo>
                    <a:pt x="925" y="4784"/>
                    <a:pt x="991" y="4817"/>
                    <a:pt x="1057" y="4839"/>
                  </a:cubicBezTo>
                  <a:cubicBezTo>
                    <a:pt x="1178" y="4872"/>
                    <a:pt x="1266" y="4982"/>
                    <a:pt x="1266" y="5114"/>
                  </a:cubicBezTo>
                  <a:lnTo>
                    <a:pt x="1266" y="5136"/>
                  </a:lnTo>
                  <a:cubicBezTo>
                    <a:pt x="1266" y="5301"/>
                    <a:pt x="1398" y="5433"/>
                    <a:pt x="1563" y="5433"/>
                  </a:cubicBezTo>
                  <a:lnTo>
                    <a:pt x="1782" y="5433"/>
                  </a:lnTo>
                  <a:cubicBezTo>
                    <a:pt x="1947" y="5433"/>
                    <a:pt x="2079" y="5301"/>
                    <a:pt x="2079" y="5136"/>
                  </a:cubicBezTo>
                  <a:lnTo>
                    <a:pt x="2079" y="5125"/>
                  </a:lnTo>
                  <a:cubicBezTo>
                    <a:pt x="2079" y="4993"/>
                    <a:pt x="2156" y="4883"/>
                    <a:pt x="2288" y="4839"/>
                  </a:cubicBezTo>
                  <a:cubicBezTo>
                    <a:pt x="2365" y="4817"/>
                    <a:pt x="2453" y="4795"/>
                    <a:pt x="2530" y="4751"/>
                  </a:cubicBezTo>
                  <a:cubicBezTo>
                    <a:pt x="2772" y="4641"/>
                    <a:pt x="2959" y="4487"/>
                    <a:pt x="3102" y="4278"/>
                  </a:cubicBezTo>
                  <a:cubicBezTo>
                    <a:pt x="3234" y="4080"/>
                    <a:pt x="3300" y="3838"/>
                    <a:pt x="3300" y="3574"/>
                  </a:cubicBezTo>
                  <a:cubicBezTo>
                    <a:pt x="3300" y="3266"/>
                    <a:pt x="3223" y="3025"/>
                    <a:pt x="3058" y="283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8" name="Google Shape;2508;p71"/>
            <p:cNvSpPr/>
            <p:nvPr/>
          </p:nvSpPr>
          <p:spPr>
            <a:xfrm>
              <a:off x="3415416" y="1526341"/>
              <a:ext cx="30684" cy="182961"/>
            </a:xfrm>
            <a:custGeom>
              <a:rect b="b" l="l" r="r" t="t"/>
              <a:pathLst>
                <a:path extrusionOk="0" h="3089" w="518">
                  <a:moveTo>
                    <a:pt x="113" y="1"/>
                  </a:moveTo>
                  <a:cubicBezTo>
                    <a:pt x="101" y="1"/>
                    <a:pt x="89" y="3"/>
                    <a:pt x="78" y="9"/>
                  </a:cubicBezTo>
                  <a:cubicBezTo>
                    <a:pt x="23" y="31"/>
                    <a:pt x="1" y="97"/>
                    <a:pt x="23" y="141"/>
                  </a:cubicBezTo>
                  <a:cubicBezTo>
                    <a:pt x="221" y="592"/>
                    <a:pt x="320" y="1054"/>
                    <a:pt x="320" y="1549"/>
                  </a:cubicBezTo>
                  <a:cubicBezTo>
                    <a:pt x="320" y="2032"/>
                    <a:pt x="221" y="2505"/>
                    <a:pt x="23" y="2956"/>
                  </a:cubicBezTo>
                  <a:cubicBezTo>
                    <a:pt x="1" y="3000"/>
                    <a:pt x="23" y="3066"/>
                    <a:pt x="78" y="3088"/>
                  </a:cubicBezTo>
                  <a:lnTo>
                    <a:pt x="111" y="3088"/>
                  </a:lnTo>
                  <a:cubicBezTo>
                    <a:pt x="155" y="3088"/>
                    <a:pt x="188" y="3066"/>
                    <a:pt x="210" y="3033"/>
                  </a:cubicBezTo>
                  <a:cubicBezTo>
                    <a:pt x="419" y="2560"/>
                    <a:pt x="518" y="2065"/>
                    <a:pt x="518" y="1549"/>
                  </a:cubicBezTo>
                  <a:cubicBezTo>
                    <a:pt x="518" y="1032"/>
                    <a:pt x="419" y="537"/>
                    <a:pt x="210" y="64"/>
                  </a:cubicBezTo>
                  <a:cubicBezTo>
                    <a:pt x="185" y="23"/>
                    <a:pt x="149" y="1"/>
                    <a:pt x="113" y="1"/>
                  </a:cubicBezTo>
                  <a:close/>
                </a:path>
              </a:pathLst>
            </a:custGeom>
            <a:solidFill>
              <a:srgbClr val="FFFFFF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9" name="Google Shape;2509;p71"/>
            <p:cNvSpPr/>
            <p:nvPr/>
          </p:nvSpPr>
          <p:spPr>
            <a:xfrm>
              <a:off x="3013523" y="1526341"/>
              <a:ext cx="30684" cy="182961"/>
            </a:xfrm>
            <a:custGeom>
              <a:rect b="b" l="l" r="r" t="t"/>
              <a:pathLst>
                <a:path extrusionOk="0" h="3089" w="518">
                  <a:moveTo>
                    <a:pt x="409" y="1"/>
                  </a:moveTo>
                  <a:cubicBezTo>
                    <a:pt x="370" y="1"/>
                    <a:pt x="336" y="23"/>
                    <a:pt x="319" y="64"/>
                  </a:cubicBezTo>
                  <a:cubicBezTo>
                    <a:pt x="110" y="537"/>
                    <a:pt x="0" y="1032"/>
                    <a:pt x="0" y="1549"/>
                  </a:cubicBezTo>
                  <a:cubicBezTo>
                    <a:pt x="0" y="2065"/>
                    <a:pt x="110" y="2560"/>
                    <a:pt x="319" y="3033"/>
                  </a:cubicBezTo>
                  <a:cubicBezTo>
                    <a:pt x="330" y="3066"/>
                    <a:pt x="363" y="3088"/>
                    <a:pt x="407" y="3088"/>
                  </a:cubicBezTo>
                  <a:lnTo>
                    <a:pt x="451" y="3088"/>
                  </a:lnTo>
                  <a:cubicBezTo>
                    <a:pt x="495" y="3055"/>
                    <a:pt x="517" y="3000"/>
                    <a:pt x="495" y="2956"/>
                  </a:cubicBezTo>
                  <a:cubicBezTo>
                    <a:pt x="297" y="2505"/>
                    <a:pt x="198" y="2032"/>
                    <a:pt x="198" y="1549"/>
                  </a:cubicBezTo>
                  <a:cubicBezTo>
                    <a:pt x="198" y="1054"/>
                    <a:pt x="297" y="592"/>
                    <a:pt x="495" y="141"/>
                  </a:cubicBezTo>
                  <a:cubicBezTo>
                    <a:pt x="517" y="97"/>
                    <a:pt x="495" y="31"/>
                    <a:pt x="451" y="9"/>
                  </a:cubicBezTo>
                  <a:cubicBezTo>
                    <a:pt x="437" y="3"/>
                    <a:pt x="423" y="1"/>
                    <a:pt x="409" y="1"/>
                  </a:cubicBezTo>
                  <a:close/>
                </a:path>
              </a:pathLst>
            </a:custGeom>
            <a:solidFill>
              <a:srgbClr val="FFFFFF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10" name="Google Shape;2510;p71"/>
          <p:cNvGrpSpPr/>
          <p:nvPr/>
        </p:nvGrpSpPr>
        <p:grpSpPr>
          <a:xfrm rot="1156918">
            <a:off x="2345053" y="1256795"/>
            <a:ext cx="301768" cy="301743"/>
            <a:chOff x="2964656" y="1352909"/>
            <a:chExt cx="530331" cy="530286"/>
          </a:xfrm>
        </p:grpSpPr>
        <p:sp>
          <p:nvSpPr>
            <p:cNvPr id="2511" name="Google Shape;2511;p71"/>
            <p:cNvSpPr/>
            <p:nvPr/>
          </p:nvSpPr>
          <p:spPr>
            <a:xfrm>
              <a:off x="2964656" y="1352909"/>
              <a:ext cx="530331" cy="530286"/>
            </a:xfrm>
            <a:custGeom>
              <a:rect b="b" l="l" r="r" t="t"/>
              <a:pathLst>
                <a:path extrusionOk="0" h="8953" w="8953">
                  <a:moveTo>
                    <a:pt x="4477" y="1"/>
                  </a:moveTo>
                  <a:cubicBezTo>
                    <a:pt x="2002" y="1"/>
                    <a:pt x="1" y="2002"/>
                    <a:pt x="1" y="4477"/>
                  </a:cubicBezTo>
                  <a:cubicBezTo>
                    <a:pt x="1" y="6951"/>
                    <a:pt x="2002" y="8952"/>
                    <a:pt x="4477" y="8952"/>
                  </a:cubicBezTo>
                  <a:cubicBezTo>
                    <a:pt x="6951" y="8952"/>
                    <a:pt x="8952" y="6951"/>
                    <a:pt x="8952" y="4477"/>
                  </a:cubicBezTo>
                  <a:cubicBezTo>
                    <a:pt x="8952" y="2002"/>
                    <a:pt x="6951" y="1"/>
                    <a:pt x="44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2" name="Google Shape;2512;p71"/>
            <p:cNvSpPr/>
            <p:nvPr/>
          </p:nvSpPr>
          <p:spPr>
            <a:xfrm>
              <a:off x="2964656" y="1352909"/>
              <a:ext cx="530331" cy="530286"/>
            </a:xfrm>
            <a:custGeom>
              <a:rect b="b" l="l" r="r" t="t"/>
              <a:pathLst>
                <a:path extrusionOk="0" h="8953" w="8953">
                  <a:moveTo>
                    <a:pt x="4477" y="1"/>
                  </a:moveTo>
                  <a:cubicBezTo>
                    <a:pt x="2002" y="1"/>
                    <a:pt x="1" y="2002"/>
                    <a:pt x="1" y="4477"/>
                  </a:cubicBezTo>
                  <a:cubicBezTo>
                    <a:pt x="1" y="6951"/>
                    <a:pt x="2002" y="8952"/>
                    <a:pt x="4477" y="8952"/>
                  </a:cubicBezTo>
                  <a:cubicBezTo>
                    <a:pt x="6951" y="8952"/>
                    <a:pt x="8952" y="6951"/>
                    <a:pt x="8952" y="4477"/>
                  </a:cubicBezTo>
                  <a:cubicBezTo>
                    <a:pt x="8952" y="2002"/>
                    <a:pt x="6951" y="1"/>
                    <a:pt x="4477" y="1"/>
                  </a:cubicBezTo>
                  <a:close/>
                </a:path>
              </a:pathLst>
            </a:custGeom>
            <a:solidFill>
              <a:srgbClr val="000000">
                <a:alpha val="119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3" name="Google Shape;2513;p71"/>
            <p:cNvSpPr/>
            <p:nvPr/>
          </p:nvSpPr>
          <p:spPr>
            <a:xfrm>
              <a:off x="2993976" y="1382229"/>
              <a:ext cx="471688" cy="471648"/>
            </a:xfrm>
            <a:custGeom>
              <a:rect b="b" l="l" r="r" t="t"/>
              <a:pathLst>
                <a:path extrusionOk="0" h="7963" w="7963">
                  <a:moveTo>
                    <a:pt x="3982" y="1"/>
                  </a:moveTo>
                  <a:cubicBezTo>
                    <a:pt x="1782" y="1"/>
                    <a:pt x="1" y="1782"/>
                    <a:pt x="1" y="3982"/>
                  </a:cubicBezTo>
                  <a:cubicBezTo>
                    <a:pt x="1" y="6181"/>
                    <a:pt x="1782" y="7963"/>
                    <a:pt x="3982" y="7963"/>
                  </a:cubicBezTo>
                  <a:cubicBezTo>
                    <a:pt x="6181" y="7963"/>
                    <a:pt x="7963" y="6181"/>
                    <a:pt x="7963" y="3982"/>
                  </a:cubicBezTo>
                  <a:cubicBezTo>
                    <a:pt x="7963" y="1782"/>
                    <a:pt x="6181" y="1"/>
                    <a:pt x="398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4" name="Google Shape;2514;p71"/>
            <p:cNvSpPr/>
            <p:nvPr/>
          </p:nvSpPr>
          <p:spPr>
            <a:xfrm>
              <a:off x="3060435" y="1382229"/>
              <a:ext cx="338765" cy="88430"/>
            </a:xfrm>
            <a:custGeom>
              <a:rect b="b" l="l" r="r" t="t"/>
              <a:pathLst>
                <a:path extrusionOk="0" h="1493" w="5719">
                  <a:moveTo>
                    <a:pt x="2860" y="1"/>
                  </a:moveTo>
                  <a:cubicBezTo>
                    <a:pt x="1782" y="1"/>
                    <a:pt x="792" y="441"/>
                    <a:pt x="77" y="1133"/>
                  </a:cubicBezTo>
                  <a:cubicBezTo>
                    <a:pt x="0" y="1221"/>
                    <a:pt x="0" y="1342"/>
                    <a:pt x="66" y="1430"/>
                  </a:cubicBezTo>
                  <a:cubicBezTo>
                    <a:pt x="112" y="1470"/>
                    <a:pt x="169" y="1492"/>
                    <a:pt x="224" y="1492"/>
                  </a:cubicBezTo>
                  <a:cubicBezTo>
                    <a:pt x="276" y="1492"/>
                    <a:pt x="326" y="1473"/>
                    <a:pt x="363" y="1430"/>
                  </a:cubicBezTo>
                  <a:cubicBezTo>
                    <a:pt x="1012" y="803"/>
                    <a:pt x="1892" y="408"/>
                    <a:pt x="2860" y="408"/>
                  </a:cubicBezTo>
                  <a:cubicBezTo>
                    <a:pt x="3827" y="408"/>
                    <a:pt x="4707" y="803"/>
                    <a:pt x="5356" y="1430"/>
                  </a:cubicBezTo>
                  <a:cubicBezTo>
                    <a:pt x="5393" y="1473"/>
                    <a:pt x="5446" y="1492"/>
                    <a:pt x="5499" y="1492"/>
                  </a:cubicBezTo>
                  <a:cubicBezTo>
                    <a:pt x="5556" y="1492"/>
                    <a:pt x="5613" y="1470"/>
                    <a:pt x="5653" y="1430"/>
                  </a:cubicBezTo>
                  <a:cubicBezTo>
                    <a:pt x="5719" y="1342"/>
                    <a:pt x="5719" y="1221"/>
                    <a:pt x="5642" y="1133"/>
                  </a:cubicBezTo>
                  <a:cubicBezTo>
                    <a:pt x="4927" y="441"/>
                    <a:pt x="3948" y="1"/>
                    <a:pt x="2860" y="1"/>
                  </a:cubicBezTo>
                  <a:close/>
                </a:path>
              </a:pathLst>
            </a:custGeom>
            <a:solidFill>
              <a:srgbClr val="FFFFFF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5" name="Google Shape;2515;p71"/>
            <p:cNvSpPr/>
            <p:nvPr/>
          </p:nvSpPr>
          <p:spPr>
            <a:xfrm>
              <a:off x="3033069" y="1716417"/>
              <a:ext cx="393498" cy="127048"/>
            </a:xfrm>
            <a:custGeom>
              <a:rect b="b" l="l" r="r" t="t"/>
              <a:pathLst>
                <a:path extrusionOk="0" h="2145" w="6643">
                  <a:moveTo>
                    <a:pt x="231" y="0"/>
                  </a:moveTo>
                  <a:lnTo>
                    <a:pt x="231" y="11"/>
                  </a:lnTo>
                  <a:cubicBezTo>
                    <a:pt x="187" y="11"/>
                    <a:pt x="154" y="11"/>
                    <a:pt x="121" y="33"/>
                  </a:cubicBezTo>
                  <a:cubicBezTo>
                    <a:pt x="33" y="88"/>
                    <a:pt x="0" y="209"/>
                    <a:pt x="55" y="297"/>
                  </a:cubicBezTo>
                  <a:cubicBezTo>
                    <a:pt x="759" y="1452"/>
                    <a:pt x="1969" y="2145"/>
                    <a:pt x="3322" y="2145"/>
                  </a:cubicBezTo>
                  <a:cubicBezTo>
                    <a:pt x="4674" y="2145"/>
                    <a:pt x="5884" y="1452"/>
                    <a:pt x="6588" y="297"/>
                  </a:cubicBezTo>
                  <a:cubicBezTo>
                    <a:pt x="6643" y="209"/>
                    <a:pt x="6610" y="88"/>
                    <a:pt x="6522" y="33"/>
                  </a:cubicBezTo>
                  <a:cubicBezTo>
                    <a:pt x="6489" y="15"/>
                    <a:pt x="6453" y="6"/>
                    <a:pt x="6419" y="6"/>
                  </a:cubicBezTo>
                  <a:cubicBezTo>
                    <a:pt x="6349" y="6"/>
                    <a:pt x="6283" y="41"/>
                    <a:pt x="6247" y="99"/>
                  </a:cubicBezTo>
                  <a:cubicBezTo>
                    <a:pt x="5631" y="1133"/>
                    <a:pt x="4531" y="1760"/>
                    <a:pt x="3322" y="1760"/>
                  </a:cubicBezTo>
                  <a:cubicBezTo>
                    <a:pt x="2112" y="1760"/>
                    <a:pt x="1012" y="1133"/>
                    <a:pt x="396" y="99"/>
                  </a:cubicBezTo>
                  <a:cubicBezTo>
                    <a:pt x="352" y="33"/>
                    <a:pt x="297" y="0"/>
                    <a:pt x="231" y="0"/>
                  </a:cubicBezTo>
                  <a:close/>
                </a:path>
              </a:pathLst>
            </a:custGeom>
            <a:solidFill>
              <a:srgbClr val="FFFFFF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6" name="Google Shape;2516;p71"/>
            <p:cNvSpPr/>
            <p:nvPr/>
          </p:nvSpPr>
          <p:spPr>
            <a:xfrm>
              <a:off x="3132699" y="1464976"/>
              <a:ext cx="195535" cy="321145"/>
            </a:xfrm>
            <a:custGeom>
              <a:rect b="b" l="l" r="r" t="t"/>
              <a:pathLst>
                <a:path extrusionOk="0" h="5422" w="3301">
                  <a:moveTo>
                    <a:pt x="1563" y="0"/>
                  </a:moveTo>
                  <a:cubicBezTo>
                    <a:pt x="1398" y="0"/>
                    <a:pt x="1266" y="121"/>
                    <a:pt x="1266" y="286"/>
                  </a:cubicBezTo>
                  <a:lnTo>
                    <a:pt x="1266" y="297"/>
                  </a:lnTo>
                  <a:cubicBezTo>
                    <a:pt x="1266" y="418"/>
                    <a:pt x="1189" y="539"/>
                    <a:pt x="1057" y="572"/>
                  </a:cubicBezTo>
                  <a:cubicBezTo>
                    <a:pt x="980" y="594"/>
                    <a:pt x="914" y="616"/>
                    <a:pt x="848" y="649"/>
                  </a:cubicBezTo>
                  <a:cubicBezTo>
                    <a:pt x="617" y="748"/>
                    <a:pt x="452" y="902"/>
                    <a:pt x="320" y="1089"/>
                  </a:cubicBezTo>
                  <a:cubicBezTo>
                    <a:pt x="199" y="1276"/>
                    <a:pt x="133" y="1507"/>
                    <a:pt x="133" y="1771"/>
                  </a:cubicBezTo>
                  <a:cubicBezTo>
                    <a:pt x="133" y="2321"/>
                    <a:pt x="441" y="2684"/>
                    <a:pt x="1046" y="2882"/>
                  </a:cubicBezTo>
                  <a:lnTo>
                    <a:pt x="2101" y="3200"/>
                  </a:lnTo>
                  <a:cubicBezTo>
                    <a:pt x="2244" y="3244"/>
                    <a:pt x="2343" y="3299"/>
                    <a:pt x="2409" y="3365"/>
                  </a:cubicBezTo>
                  <a:cubicBezTo>
                    <a:pt x="2475" y="3431"/>
                    <a:pt x="2497" y="3519"/>
                    <a:pt x="2497" y="3629"/>
                  </a:cubicBezTo>
                  <a:cubicBezTo>
                    <a:pt x="2497" y="3783"/>
                    <a:pt x="2431" y="3904"/>
                    <a:pt x="2277" y="4014"/>
                  </a:cubicBezTo>
                  <a:cubicBezTo>
                    <a:pt x="2134" y="4113"/>
                    <a:pt x="1947" y="4168"/>
                    <a:pt x="1728" y="4168"/>
                  </a:cubicBezTo>
                  <a:cubicBezTo>
                    <a:pt x="1486" y="4168"/>
                    <a:pt x="1288" y="4102"/>
                    <a:pt x="1112" y="3959"/>
                  </a:cubicBezTo>
                  <a:cubicBezTo>
                    <a:pt x="1002" y="3871"/>
                    <a:pt x="914" y="3750"/>
                    <a:pt x="848" y="3618"/>
                  </a:cubicBezTo>
                  <a:cubicBezTo>
                    <a:pt x="799" y="3511"/>
                    <a:pt x="690" y="3439"/>
                    <a:pt x="582" y="3439"/>
                  </a:cubicBezTo>
                  <a:cubicBezTo>
                    <a:pt x="568" y="3439"/>
                    <a:pt x="554" y="3440"/>
                    <a:pt x="540" y="3442"/>
                  </a:cubicBezTo>
                  <a:lnTo>
                    <a:pt x="287" y="3486"/>
                  </a:lnTo>
                  <a:cubicBezTo>
                    <a:pt x="111" y="3508"/>
                    <a:pt x="1" y="3695"/>
                    <a:pt x="56" y="3871"/>
                  </a:cubicBezTo>
                  <a:cubicBezTo>
                    <a:pt x="111" y="4014"/>
                    <a:pt x="177" y="4146"/>
                    <a:pt x="265" y="4267"/>
                  </a:cubicBezTo>
                  <a:cubicBezTo>
                    <a:pt x="419" y="4476"/>
                    <a:pt x="617" y="4641"/>
                    <a:pt x="859" y="4751"/>
                  </a:cubicBezTo>
                  <a:cubicBezTo>
                    <a:pt x="925" y="4784"/>
                    <a:pt x="991" y="4806"/>
                    <a:pt x="1057" y="4828"/>
                  </a:cubicBezTo>
                  <a:cubicBezTo>
                    <a:pt x="1178" y="4861"/>
                    <a:pt x="1266" y="4982"/>
                    <a:pt x="1266" y="5103"/>
                  </a:cubicBezTo>
                  <a:lnTo>
                    <a:pt x="1266" y="5125"/>
                  </a:lnTo>
                  <a:cubicBezTo>
                    <a:pt x="1266" y="5290"/>
                    <a:pt x="1398" y="5422"/>
                    <a:pt x="1563" y="5422"/>
                  </a:cubicBezTo>
                  <a:lnTo>
                    <a:pt x="1782" y="5422"/>
                  </a:lnTo>
                  <a:cubicBezTo>
                    <a:pt x="1947" y="5422"/>
                    <a:pt x="2079" y="5290"/>
                    <a:pt x="2079" y="5125"/>
                  </a:cubicBezTo>
                  <a:lnTo>
                    <a:pt x="2079" y="5114"/>
                  </a:lnTo>
                  <a:cubicBezTo>
                    <a:pt x="2079" y="4982"/>
                    <a:pt x="2156" y="4872"/>
                    <a:pt x="2288" y="4839"/>
                  </a:cubicBezTo>
                  <a:cubicBezTo>
                    <a:pt x="2365" y="4806"/>
                    <a:pt x="2453" y="4784"/>
                    <a:pt x="2530" y="4751"/>
                  </a:cubicBezTo>
                  <a:cubicBezTo>
                    <a:pt x="2772" y="4630"/>
                    <a:pt x="2959" y="4476"/>
                    <a:pt x="3102" y="4267"/>
                  </a:cubicBezTo>
                  <a:cubicBezTo>
                    <a:pt x="3234" y="4069"/>
                    <a:pt x="3300" y="3827"/>
                    <a:pt x="3300" y="3563"/>
                  </a:cubicBezTo>
                  <a:cubicBezTo>
                    <a:pt x="3300" y="3255"/>
                    <a:pt x="3223" y="3014"/>
                    <a:pt x="3058" y="2827"/>
                  </a:cubicBezTo>
                  <a:lnTo>
                    <a:pt x="3047" y="2838"/>
                  </a:lnTo>
                  <a:cubicBezTo>
                    <a:pt x="2882" y="2651"/>
                    <a:pt x="2607" y="2497"/>
                    <a:pt x="2233" y="2398"/>
                  </a:cubicBezTo>
                  <a:lnTo>
                    <a:pt x="1486" y="2178"/>
                  </a:lnTo>
                  <a:cubicBezTo>
                    <a:pt x="1288" y="2123"/>
                    <a:pt x="1156" y="2068"/>
                    <a:pt x="1068" y="1991"/>
                  </a:cubicBezTo>
                  <a:cubicBezTo>
                    <a:pt x="980" y="1914"/>
                    <a:pt x="936" y="1826"/>
                    <a:pt x="936" y="1727"/>
                  </a:cubicBezTo>
                  <a:cubicBezTo>
                    <a:pt x="936" y="1628"/>
                    <a:pt x="969" y="1551"/>
                    <a:pt x="1024" y="1474"/>
                  </a:cubicBezTo>
                  <a:cubicBezTo>
                    <a:pt x="1090" y="1397"/>
                    <a:pt x="1178" y="1342"/>
                    <a:pt x="1277" y="1298"/>
                  </a:cubicBezTo>
                  <a:cubicBezTo>
                    <a:pt x="1387" y="1265"/>
                    <a:pt x="1508" y="1243"/>
                    <a:pt x="1640" y="1243"/>
                  </a:cubicBezTo>
                  <a:cubicBezTo>
                    <a:pt x="1771" y="1254"/>
                    <a:pt x="1892" y="1276"/>
                    <a:pt x="2002" y="1331"/>
                  </a:cubicBezTo>
                  <a:cubicBezTo>
                    <a:pt x="2123" y="1386"/>
                    <a:pt x="2211" y="1463"/>
                    <a:pt x="2288" y="1562"/>
                  </a:cubicBezTo>
                  <a:cubicBezTo>
                    <a:pt x="2321" y="1595"/>
                    <a:pt x="2343" y="1639"/>
                    <a:pt x="2365" y="1683"/>
                  </a:cubicBezTo>
                  <a:cubicBezTo>
                    <a:pt x="2423" y="1788"/>
                    <a:pt x="2522" y="1852"/>
                    <a:pt x="2634" y="1852"/>
                  </a:cubicBezTo>
                  <a:cubicBezTo>
                    <a:pt x="2651" y="1852"/>
                    <a:pt x="2667" y="1851"/>
                    <a:pt x="2684" y="1848"/>
                  </a:cubicBezTo>
                  <a:lnTo>
                    <a:pt x="2937" y="1804"/>
                  </a:lnTo>
                  <a:cubicBezTo>
                    <a:pt x="3124" y="1771"/>
                    <a:pt x="3234" y="1562"/>
                    <a:pt x="3146" y="1386"/>
                  </a:cubicBezTo>
                  <a:cubicBezTo>
                    <a:pt x="3091" y="1265"/>
                    <a:pt x="3025" y="1166"/>
                    <a:pt x="2948" y="1067"/>
                  </a:cubicBezTo>
                  <a:cubicBezTo>
                    <a:pt x="2805" y="891"/>
                    <a:pt x="2618" y="748"/>
                    <a:pt x="2398" y="649"/>
                  </a:cubicBezTo>
                  <a:cubicBezTo>
                    <a:pt x="2365" y="627"/>
                    <a:pt x="2321" y="616"/>
                    <a:pt x="2277" y="594"/>
                  </a:cubicBezTo>
                  <a:cubicBezTo>
                    <a:pt x="2156" y="561"/>
                    <a:pt x="2079" y="451"/>
                    <a:pt x="2079" y="319"/>
                  </a:cubicBezTo>
                  <a:lnTo>
                    <a:pt x="2079" y="286"/>
                  </a:lnTo>
                  <a:cubicBezTo>
                    <a:pt x="2079" y="121"/>
                    <a:pt x="1947" y="0"/>
                    <a:pt x="1782" y="0"/>
                  </a:cubicBezTo>
                  <a:close/>
                </a:path>
              </a:pathLst>
            </a:custGeom>
            <a:solidFill>
              <a:srgbClr val="000000">
                <a:alpha val="264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7" name="Google Shape;2517;p71"/>
            <p:cNvSpPr/>
            <p:nvPr/>
          </p:nvSpPr>
          <p:spPr>
            <a:xfrm>
              <a:off x="3132699" y="1457158"/>
              <a:ext cx="195535" cy="321797"/>
            </a:xfrm>
            <a:custGeom>
              <a:rect b="b" l="l" r="r" t="t"/>
              <a:pathLst>
                <a:path extrusionOk="0" h="5433" w="3301">
                  <a:moveTo>
                    <a:pt x="3047" y="2838"/>
                  </a:moveTo>
                  <a:cubicBezTo>
                    <a:pt x="2882" y="2651"/>
                    <a:pt x="2607" y="2508"/>
                    <a:pt x="2233" y="2398"/>
                  </a:cubicBezTo>
                  <a:lnTo>
                    <a:pt x="1486" y="2189"/>
                  </a:lnTo>
                  <a:cubicBezTo>
                    <a:pt x="1288" y="2134"/>
                    <a:pt x="1156" y="2068"/>
                    <a:pt x="1068" y="2002"/>
                  </a:cubicBezTo>
                  <a:cubicBezTo>
                    <a:pt x="980" y="1925"/>
                    <a:pt x="936" y="1837"/>
                    <a:pt x="936" y="1738"/>
                  </a:cubicBezTo>
                  <a:cubicBezTo>
                    <a:pt x="936" y="1639"/>
                    <a:pt x="969" y="1562"/>
                    <a:pt x="1024" y="1485"/>
                  </a:cubicBezTo>
                  <a:cubicBezTo>
                    <a:pt x="1090" y="1408"/>
                    <a:pt x="1178" y="1353"/>
                    <a:pt x="1277" y="1309"/>
                  </a:cubicBezTo>
                  <a:cubicBezTo>
                    <a:pt x="1387" y="1265"/>
                    <a:pt x="1508" y="1254"/>
                    <a:pt x="1640" y="1254"/>
                  </a:cubicBezTo>
                  <a:cubicBezTo>
                    <a:pt x="1771" y="1254"/>
                    <a:pt x="1892" y="1287"/>
                    <a:pt x="2002" y="1342"/>
                  </a:cubicBezTo>
                  <a:cubicBezTo>
                    <a:pt x="2123" y="1397"/>
                    <a:pt x="2211" y="1474"/>
                    <a:pt x="2288" y="1562"/>
                  </a:cubicBezTo>
                  <a:cubicBezTo>
                    <a:pt x="2321" y="1606"/>
                    <a:pt x="2343" y="1650"/>
                    <a:pt x="2365" y="1694"/>
                  </a:cubicBezTo>
                  <a:cubicBezTo>
                    <a:pt x="2431" y="1804"/>
                    <a:pt x="2552" y="1881"/>
                    <a:pt x="2684" y="1859"/>
                  </a:cubicBezTo>
                  <a:lnTo>
                    <a:pt x="2937" y="1815"/>
                  </a:lnTo>
                  <a:cubicBezTo>
                    <a:pt x="3124" y="1771"/>
                    <a:pt x="3234" y="1573"/>
                    <a:pt x="3146" y="1397"/>
                  </a:cubicBezTo>
                  <a:cubicBezTo>
                    <a:pt x="3091" y="1276"/>
                    <a:pt x="3025" y="1177"/>
                    <a:pt x="2948" y="1078"/>
                  </a:cubicBezTo>
                  <a:cubicBezTo>
                    <a:pt x="2805" y="891"/>
                    <a:pt x="2618" y="759"/>
                    <a:pt x="2398" y="660"/>
                  </a:cubicBezTo>
                  <a:cubicBezTo>
                    <a:pt x="2365" y="638"/>
                    <a:pt x="2321" y="616"/>
                    <a:pt x="2277" y="605"/>
                  </a:cubicBezTo>
                  <a:cubicBezTo>
                    <a:pt x="2156" y="572"/>
                    <a:pt x="2079" y="451"/>
                    <a:pt x="2079" y="330"/>
                  </a:cubicBezTo>
                  <a:lnTo>
                    <a:pt x="2079" y="297"/>
                  </a:lnTo>
                  <a:cubicBezTo>
                    <a:pt x="2079" y="132"/>
                    <a:pt x="1947" y="0"/>
                    <a:pt x="1782" y="0"/>
                  </a:cubicBezTo>
                  <a:lnTo>
                    <a:pt x="1563" y="0"/>
                  </a:lnTo>
                  <a:cubicBezTo>
                    <a:pt x="1398" y="0"/>
                    <a:pt x="1266" y="132"/>
                    <a:pt x="1266" y="297"/>
                  </a:cubicBezTo>
                  <a:lnTo>
                    <a:pt x="1266" y="297"/>
                  </a:lnTo>
                  <a:cubicBezTo>
                    <a:pt x="1266" y="429"/>
                    <a:pt x="1189" y="550"/>
                    <a:pt x="1057" y="583"/>
                  </a:cubicBezTo>
                  <a:cubicBezTo>
                    <a:pt x="980" y="605"/>
                    <a:pt x="914" y="627"/>
                    <a:pt x="848" y="660"/>
                  </a:cubicBezTo>
                  <a:cubicBezTo>
                    <a:pt x="617" y="759"/>
                    <a:pt x="452" y="902"/>
                    <a:pt x="320" y="1100"/>
                  </a:cubicBezTo>
                  <a:cubicBezTo>
                    <a:pt x="199" y="1287"/>
                    <a:pt x="133" y="1518"/>
                    <a:pt x="133" y="1771"/>
                  </a:cubicBezTo>
                  <a:cubicBezTo>
                    <a:pt x="133" y="2332"/>
                    <a:pt x="441" y="2695"/>
                    <a:pt x="1046" y="2882"/>
                  </a:cubicBezTo>
                  <a:lnTo>
                    <a:pt x="2101" y="3211"/>
                  </a:lnTo>
                  <a:cubicBezTo>
                    <a:pt x="2244" y="3255"/>
                    <a:pt x="2343" y="3310"/>
                    <a:pt x="2409" y="3376"/>
                  </a:cubicBezTo>
                  <a:cubicBezTo>
                    <a:pt x="2475" y="3442"/>
                    <a:pt x="2497" y="3530"/>
                    <a:pt x="2497" y="3629"/>
                  </a:cubicBezTo>
                  <a:cubicBezTo>
                    <a:pt x="2497" y="3783"/>
                    <a:pt x="2431" y="3915"/>
                    <a:pt x="2277" y="4025"/>
                  </a:cubicBezTo>
                  <a:cubicBezTo>
                    <a:pt x="2134" y="4124"/>
                    <a:pt x="1947" y="4179"/>
                    <a:pt x="1728" y="4179"/>
                  </a:cubicBezTo>
                  <a:cubicBezTo>
                    <a:pt x="1486" y="4179"/>
                    <a:pt x="1288" y="4113"/>
                    <a:pt x="1112" y="3970"/>
                  </a:cubicBezTo>
                  <a:cubicBezTo>
                    <a:pt x="1002" y="3882"/>
                    <a:pt x="914" y="3761"/>
                    <a:pt x="848" y="3629"/>
                  </a:cubicBezTo>
                  <a:cubicBezTo>
                    <a:pt x="793" y="3508"/>
                    <a:pt x="661" y="3431"/>
                    <a:pt x="540" y="3453"/>
                  </a:cubicBezTo>
                  <a:lnTo>
                    <a:pt x="287" y="3486"/>
                  </a:lnTo>
                  <a:cubicBezTo>
                    <a:pt x="111" y="3519"/>
                    <a:pt x="1" y="3706"/>
                    <a:pt x="56" y="3882"/>
                  </a:cubicBezTo>
                  <a:cubicBezTo>
                    <a:pt x="111" y="4025"/>
                    <a:pt x="177" y="4157"/>
                    <a:pt x="265" y="4278"/>
                  </a:cubicBezTo>
                  <a:cubicBezTo>
                    <a:pt x="419" y="4487"/>
                    <a:pt x="617" y="4641"/>
                    <a:pt x="859" y="4762"/>
                  </a:cubicBezTo>
                  <a:cubicBezTo>
                    <a:pt x="925" y="4784"/>
                    <a:pt x="991" y="4817"/>
                    <a:pt x="1057" y="4839"/>
                  </a:cubicBezTo>
                  <a:cubicBezTo>
                    <a:pt x="1178" y="4872"/>
                    <a:pt x="1266" y="4982"/>
                    <a:pt x="1266" y="5114"/>
                  </a:cubicBezTo>
                  <a:lnTo>
                    <a:pt x="1266" y="5136"/>
                  </a:lnTo>
                  <a:cubicBezTo>
                    <a:pt x="1266" y="5301"/>
                    <a:pt x="1398" y="5433"/>
                    <a:pt x="1563" y="5433"/>
                  </a:cubicBezTo>
                  <a:lnTo>
                    <a:pt x="1782" y="5433"/>
                  </a:lnTo>
                  <a:cubicBezTo>
                    <a:pt x="1947" y="5433"/>
                    <a:pt x="2079" y="5301"/>
                    <a:pt x="2079" y="5136"/>
                  </a:cubicBezTo>
                  <a:lnTo>
                    <a:pt x="2079" y="5125"/>
                  </a:lnTo>
                  <a:cubicBezTo>
                    <a:pt x="2079" y="4993"/>
                    <a:pt x="2156" y="4883"/>
                    <a:pt x="2288" y="4839"/>
                  </a:cubicBezTo>
                  <a:cubicBezTo>
                    <a:pt x="2365" y="4817"/>
                    <a:pt x="2453" y="4795"/>
                    <a:pt x="2530" y="4751"/>
                  </a:cubicBezTo>
                  <a:cubicBezTo>
                    <a:pt x="2772" y="4641"/>
                    <a:pt x="2959" y="4487"/>
                    <a:pt x="3102" y="4278"/>
                  </a:cubicBezTo>
                  <a:cubicBezTo>
                    <a:pt x="3234" y="4080"/>
                    <a:pt x="3300" y="3838"/>
                    <a:pt x="3300" y="3574"/>
                  </a:cubicBezTo>
                  <a:cubicBezTo>
                    <a:pt x="3300" y="3266"/>
                    <a:pt x="3223" y="3025"/>
                    <a:pt x="3058" y="283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8" name="Google Shape;2518;p71"/>
            <p:cNvSpPr/>
            <p:nvPr/>
          </p:nvSpPr>
          <p:spPr>
            <a:xfrm>
              <a:off x="3415416" y="1526341"/>
              <a:ext cx="30684" cy="182961"/>
            </a:xfrm>
            <a:custGeom>
              <a:rect b="b" l="l" r="r" t="t"/>
              <a:pathLst>
                <a:path extrusionOk="0" h="3089" w="518">
                  <a:moveTo>
                    <a:pt x="113" y="1"/>
                  </a:moveTo>
                  <a:cubicBezTo>
                    <a:pt x="101" y="1"/>
                    <a:pt x="89" y="3"/>
                    <a:pt x="78" y="9"/>
                  </a:cubicBezTo>
                  <a:cubicBezTo>
                    <a:pt x="23" y="31"/>
                    <a:pt x="1" y="97"/>
                    <a:pt x="23" y="141"/>
                  </a:cubicBezTo>
                  <a:cubicBezTo>
                    <a:pt x="221" y="592"/>
                    <a:pt x="320" y="1054"/>
                    <a:pt x="320" y="1549"/>
                  </a:cubicBezTo>
                  <a:cubicBezTo>
                    <a:pt x="320" y="2032"/>
                    <a:pt x="221" y="2505"/>
                    <a:pt x="23" y="2956"/>
                  </a:cubicBezTo>
                  <a:cubicBezTo>
                    <a:pt x="1" y="3000"/>
                    <a:pt x="23" y="3066"/>
                    <a:pt x="78" y="3088"/>
                  </a:cubicBezTo>
                  <a:lnTo>
                    <a:pt x="111" y="3088"/>
                  </a:lnTo>
                  <a:cubicBezTo>
                    <a:pt x="155" y="3088"/>
                    <a:pt x="188" y="3066"/>
                    <a:pt x="210" y="3033"/>
                  </a:cubicBezTo>
                  <a:cubicBezTo>
                    <a:pt x="419" y="2560"/>
                    <a:pt x="518" y="2065"/>
                    <a:pt x="518" y="1549"/>
                  </a:cubicBezTo>
                  <a:cubicBezTo>
                    <a:pt x="518" y="1032"/>
                    <a:pt x="419" y="537"/>
                    <a:pt x="210" y="64"/>
                  </a:cubicBezTo>
                  <a:cubicBezTo>
                    <a:pt x="185" y="23"/>
                    <a:pt x="149" y="1"/>
                    <a:pt x="113" y="1"/>
                  </a:cubicBezTo>
                  <a:close/>
                </a:path>
              </a:pathLst>
            </a:custGeom>
            <a:solidFill>
              <a:srgbClr val="FFFFFF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9" name="Google Shape;2519;p71"/>
            <p:cNvSpPr/>
            <p:nvPr/>
          </p:nvSpPr>
          <p:spPr>
            <a:xfrm>
              <a:off x="3013523" y="1526341"/>
              <a:ext cx="30684" cy="182961"/>
            </a:xfrm>
            <a:custGeom>
              <a:rect b="b" l="l" r="r" t="t"/>
              <a:pathLst>
                <a:path extrusionOk="0" h="3089" w="518">
                  <a:moveTo>
                    <a:pt x="409" y="1"/>
                  </a:moveTo>
                  <a:cubicBezTo>
                    <a:pt x="370" y="1"/>
                    <a:pt x="336" y="23"/>
                    <a:pt x="319" y="64"/>
                  </a:cubicBezTo>
                  <a:cubicBezTo>
                    <a:pt x="110" y="537"/>
                    <a:pt x="0" y="1032"/>
                    <a:pt x="0" y="1549"/>
                  </a:cubicBezTo>
                  <a:cubicBezTo>
                    <a:pt x="0" y="2065"/>
                    <a:pt x="110" y="2560"/>
                    <a:pt x="319" y="3033"/>
                  </a:cubicBezTo>
                  <a:cubicBezTo>
                    <a:pt x="330" y="3066"/>
                    <a:pt x="363" y="3088"/>
                    <a:pt x="407" y="3088"/>
                  </a:cubicBezTo>
                  <a:lnTo>
                    <a:pt x="451" y="3088"/>
                  </a:lnTo>
                  <a:cubicBezTo>
                    <a:pt x="495" y="3055"/>
                    <a:pt x="517" y="3000"/>
                    <a:pt x="495" y="2956"/>
                  </a:cubicBezTo>
                  <a:cubicBezTo>
                    <a:pt x="297" y="2505"/>
                    <a:pt x="198" y="2032"/>
                    <a:pt x="198" y="1549"/>
                  </a:cubicBezTo>
                  <a:cubicBezTo>
                    <a:pt x="198" y="1054"/>
                    <a:pt x="297" y="592"/>
                    <a:pt x="495" y="141"/>
                  </a:cubicBezTo>
                  <a:cubicBezTo>
                    <a:pt x="517" y="97"/>
                    <a:pt x="495" y="31"/>
                    <a:pt x="451" y="9"/>
                  </a:cubicBezTo>
                  <a:cubicBezTo>
                    <a:pt x="437" y="3"/>
                    <a:pt x="423" y="1"/>
                    <a:pt x="409" y="1"/>
                  </a:cubicBezTo>
                  <a:close/>
                </a:path>
              </a:pathLst>
            </a:custGeom>
            <a:solidFill>
              <a:srgbClr val="FFFFFF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usiness Cost Analysis by Slidesgo">
  <a:themeElements>
    <a:clrScheme name="Simple Light">
      <a:dk1>
        <a:srgbClr val="261E17"/>
      </a:dk1>
      <a:lt1>
        <a:srgbClr val="F2EDE4"/>
      </a:lt1>
      <a:dk2>
        <a:srgbClr val="BFAD8A"/>
      </a:dk2>
      <a:lt2>
        <a:srgbClr val="8C7B23"/>
      </a:lt2>
      <a:accent1>
        <a:srgbClr val="154001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61E1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